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jpg" ContentType="image/jp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292600" y="1412494"/>
            <a:ext cx="8045957" cy="8712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41451" y="3789933"/>
            <a:ext cx="9946640" cy="4906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8537"/>
            <a:ext cx="3861435" cy="7950200"/>
          </a:xfrm>
          <a:custGeom>
            <a:avLst/>
            <a:gdLst/>
            <a:ahLst/>
            <a:cxnLst/>
            <a:rect l="l" t="t" r="r" b="b"/>
            <a:pathLst>
              <a:path w="3861435" h="7950200">
                <a:moveTo>
                  <a:pt x="3707713" y="4254499"/>
                </a:moveTo>
                <a:lnTo>
                  <a:pt x="3587245" y="4254499"/>
                </a:lnTo>
                <a:lnTo>
                  <a:pt x="3588406" y="4305299"/>
                </a:lnTo>
                <a:lnTo>
                  <a:pt x="3585890" y="4356099"/>
                </a:lnTo>
                <a:lnTo>
                  <a:pt x="3580857" y="4394199"/>
                </a:lnTo>
                <a:lnTo>
                  <a:pt x="3574470" y="4444999"/>
                </a:lnTo>
                <a:lnTo>
                  <a:pt x="3567888" y="4483099"/>
                </a:lnTo>
                <a:lnTo>
                  <a:pt x="3560528" y="4533899"/>
                </a:lnTo>
                <a:lnTo>
                  <a:pt x="3552607" y="4584699"/>
                </a:lnTo>
                <a:lnTo>
                  <a:pt x="3544107" y="4635499"/>
                </a:lnTo>
                <a:lnTo>
                  <a:pt x="3535011" y="4686299"/>
                </a:lnTo>
                <a:lnTo>
                  <a:pt x="3525302" y="4737099"/>
                </a:lnTo>
                <a:lnTo>
                  <a:pt x="3514961" y="4787899"/>
                </a:lnTo>
                <a:lnTo>
                  <a:pt x="3503971" y="4825999"/>
                </a:lnTo>
                <a:lnTo>
                  <a:pt x="3492315" y="4876799"/>
                </a:lnTo>
                <a:lnTo>
                  <a:pt x="3479974" y="4927599"/>
                </a:lnTo>
                <a:lnTo>
                  <a:pt x="3466931" y="4978399"/>
                </a:lnTo>
                <a:lnTo>
                  <a:pt x="3453169" y="5029199"/>
                </a:lnTo>
                <a:lnTo>
                  <a:pt x="3438670" y="5079999"/>
                </a:lnTo>
                <a:lnTo>
                  <a:pt x="3423416" y="5118099"/>
                </a:lnTo>
                <a:lnTo>
                  <a:pt x="3407390" y="5168899"/>
                </a:lnTo>
                <a:lnTo>
                  <a:pt x="3390116" y="5219699"/>
                </a:lnTo>
                <a:lnTo>
                  <a:pt x="3372263" y="5270499"/>
                </a:lnTo>
                <a:lnTo>
                  <a:pt x="3353826" y="5321299"/>
                </a:lnTo>
                <a:lnTo>
                  <a:pt x="3334800" y="5359399"/>
                </a:lnTo>
                <a:lnTo>
                  <a:pt x="3315180" y="5410199"/>
                </a:lnTo>
                <a:lnTo>
                  <a:pt x="3294961" y="5460999"/>
                </a:lnTo>
                <a:lnTo>
                  <a:pt x="3274139" y="5511799"/>
                </a:lnTo>
                <a:lnTo>
                  <a:pt x="3252709" y="5549899"/>
                </a:lnTo>
                <a:lnTo>
                  <a:pt x="3230667" y="5600699"/>
                </a:lnTo>
                <a:lnTo>
                  <a:pt x="3208006" y="5651499"/>
                </a:lnTo>
                <a:lnTo>
                  <a:pt x="3184723" y="5689599"/>
                </a:lnTo>
                <a:lnTo>
                  <a:pt x="3160813" y="5740399"/>
                </a:lnTo>
                <a:lnTo>
                  <a:pt x="3136271" y="5778499"/>
                </a:lnTo>
                <a:lnTo>
                  <a:pt x="3111092" y="5829299"/>
                </a:lnTo>
                <a:lnTo>
                  <a:pt x="3085272" y="5867399"/>
                </a:lnTo>
                <a:lnTo>
                  <a:pt x="3058805" y="5918199"/>
                </a:lnTo>
                <a:lnTo>
                  <a:pt x="3031687" y="5956299"/>
                </a:lnTo>
                <a:lnTo>
                  <a:pt x="3003913" y="6007099"/>
                </a:lnTo>
                <a:lnTo>
                  <a:pt x="2975479" y="6045199"/>
                </a:lnTo>
                <a:lnTo>
                  <a:pt x="2946379" y="6095999"/>
                </a:lnTo>
                <a:lnTo>
                  <a:pt x="2917946" y="6134099"/>
                </a:lnTo>
                <a:lnTo>
                  <a:pt x="2889057" y="6172199"/>
                </a:lnTo>
                <a:lnTo>
                  <a:pt x="2859709" y="6210299"/>
                </a:lnTo>
                <a:lnTo>
                  <a:pt x="2829900" y="6248399"/>
                </a:lnTo>
                <a:lnTo>
                  <a:pt x="2799629" y="6299199"/>
                </a:lnTo>
                <a:lnTo>
                  <a:pt x="2768893" y="6337299"/>
                </a:lnTo>
                <a:lnTo>
                  <a:pt x="2737690" y="6375399"/>
                </a:lnTo>
                <a:lnTo>
                  <a:pt x="2706018" y="6413499"/>
                </a:lnTo>
                <a:lnTo>
                  <a:pt x="2673875" y="6451599"/>
                </a:lnTo>
                <a:lnTo>
                  <a:pt x="2641258" y="6489699"/>
                </a:lnTo>
                <a:lnTo>
                  <a:pt x="2608166" y="6527799"/>
                </a:lnTo>
                <a:lnTo>
                  <a:pt x="2574596" y="6553199"/>
                </a:lnTo>
                <a:lnTo>
                  <a:pt x="2540546" y="6591299"/>
                </a:lnTo>
                <a:lnTo>
                  <a:pt x="2506015" y="6629399"/>
                </a:lnTo>
                <a:lnTo>
                  <a:pt x="2469812" y="6667499"/>
                </a:lnTo>
                <a:lnTo>
                  <a:pt x="2433190" y="6705599"/>
                </a:lnTo>
                <a:lnTo>
                  <a:pt x="2396152" y="6743699"/>
                </a:lnTo>
                <a:lnTo>
                  <a:pt x="2358698" y="6769099"/>
                </a:lnTo>
                <a:lnTo>
                  <a:pt x="2320830" y="6807199"/>
                </a:lnTo>
                <a:lnTo>
                  <a:pt x="2282549" y="6845299"/>
                </a:lnTo>
                <a:lnTo>
                  <a:pt x="2243855" y="6883399"/>
                </a:lnTo>
                <a:lnTo>
                  <a:pt x="2204751" y="6908799"/>
                </a:lnTo>
                <a:lnTo>
                  <a:pt x="2165238" y="6946899"/>
                </a:lnTo>
                <a:lnTo>
                  <a:pt x="2125315" y="6972299"/>
                </a:lnTo>
                <a:lnTo>
                  <a:pt x="2084986" y="7010399"/>
                </a:lnTo>
                <a:lnTo>
                  <a:pt x="2044251" y="7035799"/>
                </a:lnTo>
                <a:lnTo>
                  <a:pt x="2003111" y="7073899"/>
                </a:lnTo>
                <a:lnTo>
                  <a:pt x="1919622" y="7124699"/>
                </a:lnTo>
                <a:lnTo>
                  <a:pt x="1877275" y="7162799"/>
                </a:lnTo>
                <a:lnTo>
                  <a:pt x="1791383" y="7213599"/>
                </a:lnTo>
                <a:lnTo>
                  <a:pt x="1615554" y="7315199"/>
                </a:lnTo>
                <a:lnTo>
                  <a:pt x="1346672" y="7467599"/>
                </a:lnTo>
                <a:lnTo>
                  <a:pt x="1301062" y="7480299"/>
                </a:lnTo>
                <a:lnTo>
                  <a:pt x="1255226" y="7505699"/>
                </a:lnTo>
                <a:lnTo>
                  <a:pt x="1209164" y="7518399"/>
                </a:lnTo>
                <a:lnTo>
                  <a:pt x="1116367" y="7569199"/>
                </a:lnTo>
                <a:lnTo>
                  <a:pt x="1022673" y="7594599"/>
                </a:lnTo>
                <a:lnTo>
                  <a:pt x="975492" y="7619999"/>
                </a:lnTo>
                <a:lnTo>
                  <a:pt x="880463" y="7645399"/>
                </a:lnTo>
                <a:lnTo>
                  <a:pt x="832617" y="7670799"/>
                </a:lnTo>
                <a:lnTo>
                  <a:pt x="341716" y="7797799"/>
                </a:lnTo>
                <a:lnTo>
                  <a:pt x="291441" y="7797799"/>
                </a:lnTo>
                <a:lnTo>
                  <a:pt x="190588" y="7823199"/>
                </a:lnTo>
                <a:lnTo>
                  <a:pt x="140012" y="7823199"/>
                </a:lnTo>
                <a:lnTo>
                  <a:pt x="89338" y="7835899"/>
                </a:lnTo>
                <a:lnTo>
                  <a:pt x="38567" y="7835899"/>
                </a:lnTo>
                <a:lnTo>
                  <a:pt x="0" y="7848599"/>
                </a:lnTo>
                <a:lnTo>
                  <a:pt x="0" y="7950199"/>
                </a:lnTo>
                <a:lnTo>
                  <a:pt x="64229" y="7950199"/>
                </a:lnTo>
                <a:lnTo>
                  <a:pt x="114528" y="7937499"/>
                </a:lnTo>
                <a:lnTo>
                  <a:pt x="164743" y="7937499"/>
                </a:lnTo>
                <a:lnTo>
                  <a:pt x="264900" y="7912099"/>
                </a:lnTo>
                <a:lnTo>
                  <a:pt x="314835" y="7912099"/>
                </a:lnTo>
                <a:lnTo>
                  <a:pt x="464018" y="7873999"/>
                </a:lnTo>
                <a:lnTo>
                  <a:pt x="513525" y="7873999"/>
                </a:lnTo>
                <a:lnTo>
                  <a:pt x="711691" y="7823199"/>
                </a:lnTo>
                <a:lnTo>
                  <a:pt x="761841" y="7797799"/>
                </a:lnTo>
                <a:lnTo>
                  <a:pt x="910989" y="7759699"/>
                </a:lnTo>
                <a:lnTo>
                  <a:pt x="960262" y="7734299"/>
                </a:lnTo>
                <a:lnTo>
                  <a:pt x="1058131" y="7708899"/>
                </a:lnTo>
                <a:lnTo>
                  <a:pt x="1106722" y="7683499"/>
                </a:lnTo>
                <a:lnTo>
                  <a:pt x="1155080" y="7670799"/>
                </a:lnTo>
                <a:lnTo>
                  <a:pt x="1251091" y="7619999"/>
                </a:lnTo>
                <a:lnTo>
                  <a:pt x="1298739" y="7607299"/>
                </a:lnTo>
                <a:lnTo>
                  <a:pt x="1393306" y="7556499"/>
                </a:lnTo>
                <a:lnTo>
                  <a:pt x="1440222" y="7543799"/>
                </a:lnTo>
                <a:lnTo>
                  <a:pt x="1486888" y="7518399"/>
                </a:lnTo>
                <a:lnTo>
                  <a:pt x="1665395" y="7416799"/>
                </a:lnTo>
                <a:lnTo>
                  <a:pt x="1838629" y="7315199"/>
                </a:lnTo>
                <a:lnTo>
                  <a:pt x="1923264" y="7264399"/>
                </a:lnTo>
                <a:lnTo>
                  <a:pt x="1965084" y="7226299"/>
                </a:lnTo>
                <a:lnTo>
                  <a:pt x="2047730" y="7175499"/>
                </a:lnTo>
                <a:lnTo>
                  <a:pt x="2088555" y="7137399"/>
                </a:lnTo>
                <a:lnTo>
                  <a:pt x="2169207" y="7086599"/>
                </a:lnTo>
                <a:lnTo>
                  <a:pt x="2209034" y="7048499"/>
                </a:lnTo>
                <a:lnTo>
                  <a:pt x="2248528" y="7023099"/>
                </a:lnTo>
                <a:lnTo>
                  <a:pt x="2287688" y="6984999"/>
                </a:lnTo>
                <a:lnTo>
                  <a:pt x="2327269" y="6946899"/>
                </a:lnTo>
                <a:lnTo>
                  <a:pt x="2366374" y="6921499"/>
                </a:lnTo>
                <a:lnTo>
                  <a:pt x="2405006" y="6883399"/>
                </a:lnTo>
                <a:lnTo>
                  <a:pt x="2443164" y="6845299"/>
                </a:lnTo>
                <a:lnTo>
                  <a:pt x="2480849" y="6807199"/>
                </a:lnTo>
                <a:lnTo>
                  <a:pt x="2518060" y="6781799"/>
                </a:lnTo>
                <a:lnTo>
                  <a:pt x="2554798" y="6743699"/>
                </a:lnTo>
                <a:lnTo>
                  <a:pt x="2591064" y="6705599"/>
                </a:lnTo>
                <a:lnTo>
                  <a:pt x="2626856" y="6667499"/>
                </a:lnTo>
                <a:lnTo>
                  <a:pt x="2662177" y="6629399"/>
                </a:lnTo>
                <a:lnTo>
                  <a:pt x="2697025" y="6591299"/>
                </a:lnTo>
                <a:lnTo>
                  <a:pt x="2731402" y="6553199"/>
                </a:lnTo>
                <a:lnTo>
                  <a:pt x="2765307" y="6515099"/>
                </a:lnTo>
                <a:lnTo>
                  <a:pt x="2798740" y="6476999"/>
                </a:lnTo>
                <a:lnTo>
                  <a:pt x="2831702" y="6438899"/>
                </a:lnTo>
                <a:lnTo>
                  <a:pt x="2864194" y="6388099"/>
                </a:lnTo>
                <a:lnTo>
                  <a:pt x="2896230" y="6349999"/>
                </a:lnTo>
                <a:lnTo>
                  <a:pt x="2927666" y="6311899"/>
                </a:lnTo>
                <a:lnTo>
                  <a:pt x="2958504" y="6273799"/>
                </a:lnTo>
                <a:lnTo>
                  <a:pt x="2988747" y="6222999"/>
                </a:lnTo>
                <a:lnTo>
                  <a:pt x="3018398" y="6184899"/>
                </a:lnTo>
                <a:lnTo>
                  <a:pt x="3047460" y="6146799"/>
                </a:lnTo>
                <a:lnTo>
                  <a:pt x="3075937" y="6095999"/>
                </a:lnTo>
                <a:lnTo>
                  <a:pt x="3103830" y="6057899"/>
                </a:lnTo>
                <a:lnTo>
                  <a:pt x="3131144" y="6007099"/>
                </a:lnTo>
                <a:lnTo>
                  <a:pt x="3157880" y="5968999"/>
                </a:lnTo>
                <a:lnTo>
                  <a:pt x="3184043" y="5918199"/>
                </a:lnTo>
                <a:lnTo>
                  <a:pt x="3209634" y="5880099"/>
                </a:lnTo>
                <a:lnTo>
                  <a:pt x="3234658" y="5829299"/>
                </a:lnTo>
                <a:lnTo>
                  <a:pt x="3259116" y="5791199"/>
                </a:lnTo>
                <a:lnTo>
                  <a:pt x="3283012" y="5740399"/>
                </a:lnTo>
                <a:lnTo>
                  <a:pt x="3306349" y="5689599"/>
                </a:lnTo>
                <a:lnTo>
                  <a:pt x="3329129" y="5651499"/>
                </a:lnTo>
                <a:lnTo>
                  <a:pt x="3351356" y="5600699"/>
                </a:lnTo>
                <a:lnTo>
                  <a:pt x="3373033" y="5549899"/>
                </a:lnTo>
                <a:lnTo>
                  <a:pt x="3394162" y="5511799"/>
                </a:lnTo>
                <a:lnTo>
                  <a:pt x="3414314" y="5460999"/>
                </a:lnTo>
                <a:lnTo>
                  <a:pt x="3433817" y="5410199"/>
                </a:lnTo>
                <a:lnTo>
                  <a:pt x="3452676" y="5372099"/>
                </a:lnTo>
                <a:lnTo>
                  <a:pt x="3470893" y="5321299"/>
                </a:lnTo>
                <a:lnTo>
                  <a:pt x="3488472" y="5270499"/>
                </a:lnTo>
                <a:lnTo>
                  <a:pt x="3505414" y="5219699"/>
                </a:lnTo>
                <a:lnTo>
                  <a:pt x="3521723" y="5168899"/>
                </a:lnTo>
                <a:lnTo>
                  <a:pt x="3537402" y="5130799"/>
                </a:lnTo>
                <a:lnTo>
                  <a:pt x="3552453" y="5079999"/>
                </a:lnTo>
                <a:lnTo>
                  <a:pt x="3566879" y="5029199"/>
                </a:lnTo>
                <a:lnTo>
                  <a:pt x="3580683" y="4978399"/>
                </a:lnTo>
                <a:lnTo>
                  <a:pt x="3593869" y="4927599"/>
                </a:lnTo>
                <a:lnTo>
                  <a:pt x="3606438" y="4876799"/>
                </a:lnTo>
                <a:lnTo>
                  <a:pt x="3618393" y="4838699"/>
                </a:lnTo>
                <a:lnTo>
                  <a:pt x="3629738" y="4787899"/>
                </a:lnTo>
                <a:lnTo>
                  <a:pt x="3640476" y="4737099"/>
                </a:lnTo>
                <a:lnTo>
                  <a:pt x="3650843" y="4686299"/>
                </a:lnTo>
                <a:lnTo>
                  <a:pt x="3660470" y="4635499"/>
                </a:lnTo>
                <a:lnTo>
                  <a:pt x="3669353" y="4584699"/>
                </a:lnTo>
                <a:lnTo>
                  <a:pt x="3677488" y="4533899"/>
                </a:lnTo>
                <a:lnTo>
                  <a:pt x="3684871" y="4483099"/>
                </a:lnTo>
                <a:lnTo>
                  <a:pt x="3691500" y="4432299"/>
                </a:lnTo>
                <a:lnTo>
                  <a:pt x="3697370" y="4381499"/>
                </a:lnTo>
                <a:lnTo>
                  <a:pt x="3702477" y="4317999"/>
                </a:lnTo>
                <a:lnTo>
                  <a:pt x="3706820" y="4267199"/>
                </a:lnTo>
                <a:lnTo>
                  <a:pt x="3707713" y="4254499"/>
                </a:lnTo>
                <a:close/>
              </a:path>
              <a:path w="3861435" h="7950200">
                <a:moveTo>
                  <a:pt x="250547" y="0"/>
                </a:moveTo>
                <a:lnTo>
                  <a:pt x="0" y="0"/>
                </a:lnTo>
                <a:lnTo>
                  <a:pt x="0" y="7429499"/>
                </a:lnTo>
                <a:lnTo>
                  <a:pt x="97563" y="7404099"/>
                </a:lnTo>
                <a:lnTo>
                  <a:pt x="145728" y="7404099"/>
                </a:lnTo>
                <a:lnTo>
                  <a:pt x="193782" y="7391399"/>
                </a:lnTo>
                <a:lnTo>
                  <a:pt x="241728" y="7365999"/>
                </a:lnTo>
                <a:lnTo>
                  <a:pt x="479852" y="7302499"/>
                </a:lnTo>
                <a:lnTo>
                  <a:pt x="527164" y="7277099"/>
                </a:lnTo>
                <a:lnTo>
                  <a:pt x="621481" y="7251699"/>
                </a:lnTo>
                <a:lnTo>
                  <a:pt x="668489" y="7226299"/>
                </a:lnTo>
                <a:lnTo>
                  <a:pt x="715398" y="7213599"/>
                </a:lnTo>
                <a:lnTo>
                  <a:pt x="762208" y="7188199"/>
                </a:lnTo>
                <a:lnTo>
                  <a:pt x="808922" y="7175499"/>
                </a:lnTo>
                <a:lnTo>
                  <a:pt x="902853" y="7124699"/>
                </a:lnTo>
                <a:lnTo>
                  <a:pt x="949400" y="7111999"/>
                </a:lnTo>
                <a:lnTo>
                  <a:pt x="1041661" y="7061199"/>
                </a:lnTo>
                <a:lnTo>
                  <a:pt x="1087375" y="7048499"/>
                </a:lnTo>
                <a:lnTo>
                  <a:pt x="1311808" y="6921499"/>
                </a:lnTo>
                <a:lnTo>
                  <a:pt x="1529382" y="6794499"/>
                </a:lnTo>
                <a:lnTo>
                  <a:pt x="1572079" y="6769099"/>
                </a:lnTo>
                <a:lnTo>
                  <a:pt x="1614505" y="6730999"/>
                </a:lnTo>
                <a:lnTo>
                  <a:pt x="1740157" y="6654799"/>
                </a:lnTo>
                <a:lnTo>
                  <a:pt x="1781501" y="6616699"/>
                </a:lnTo>
                <a:lnTo>
                  <a:pt x="1822575" y="6591299"/>
                </a:lnTo>
                <a:lnTo>
                  <a:pt x="1863382" y="6553199"/>
                </a:lnTo>
                <a:lnTo>
                  <a:pt x="1903920" y="6527799"/>
                </a:lnTo>
                <a:lnTo>
                  <a:pt x="1944190" y="6489699"/>
                </a:lnTo>
                <a:lnTo>
                  <a:pt x="1984192" y="6464299"/>
                </a:lnTo>
                <a:lnTo>
                  <a:pt x="2024262" y="6426199"/>
                </a:lnTo>
                <a:lnTo>
                  <a:pt x="2063964" y="6400799"/>
                </a:lnTo>
                <a:lnTo>
                  <a:pt x="2142275" y="6324599"/>
                </a:lnTo>
                <a:lnTo>
                  <a:pt x="2180885" y="6299199"/>
                </a:lnTo>
                <a:lnTo>
                  <a:pt x="2257022" y="6222999"/>
                </a:lnTo>
                <a:lnTo>
                  <a:pt x="2294551" y="6197599"/>
                </a:lnTo>
                <a:lnTo>
                  <a:pt x="2368538" y="6121399"/>
                </a:lnTo>
                <a:lnTo>
                  <a:pt x="2404998" y="6083299"/>
                </a:lnTo>
                <a:lnTo>
                  <a:pt x="2441104" y="6045199"/>
                </a:lnTo>
                <a:lnTo>
                  <a:pt x="2476857" y="6007099"/>
                </a:lnTo>
                <a:lnTo>
                  <a:pt x="2512259" y="5968999"/>
                </a:lnTo>
                <a:lnTo>
                  <a:pt x="2547311" y="5930899"/>
                </a:lnTo>
                <a:lnTo>
                  <a:pt x="2582014" y="5892799"/>
                </a:lnTo>
                <a:lnTo>
                  <a:pt x="2616369" y="5854699"/>
                </a:lnTo>
                <a:lnTo>
                  <a:pt x="2650378" y="5816599"/>
                </a:lnTo>
                <a:lnTo>
                  <a:pt x="2684042" y="5778499"/>
                </a:lnTo>
                <a:lnTo>
                  <a:pt x="2717362" y="5740399"/>
                </a:lnTo>
                <a:lnTo>
                  <a:pt x="2750340" y="5702299"/>
                </a:lnTo>
                <a:lnTo>
                  <a:pt x="2782977" y="5664199"/>
                </a:lnTo>
                <a:lnTo>
                  <a:pt x="2815002" y="5626099"/>
                </a:lnTo>
                <a:lnTo>
                  <a:pt x="2846581" y="5575299"/>
                </a:lnTo>
                <a:lnTo>
                  <a:pt x="2877717" y="5537199"/>
                </a:lnTo>
                <a:lnTo>
                  <a:pt x="2908411" y="5499099"/>
                </a:lnTo>
                <a:lnTo>
                  <a:pt x="2938667" y="5460999"/>
                </a:lnTo>
                <a:lnTo>
                  <a:pt x="2968486" y="5422899"/>
                </a:lnTo>
                <a:lnTo>
                  <a:pt x="2997871" y="5372099"/>
                </a:lnTo>
                <a:lnTo>
                  <a:pt x="3026825" y="5333999"/>
                </a:lnTo>
                <a:lnTo>
                  <a:pt x="3055351" y="5295899"/>
                </a:lnTo>
                <a:lnTo>
                  <a:pt x="3083450" y="5245099"/>
                </a:lnTo>
                <a:lnTo>
                  <a:pt x="3111125" y="5206999"/>
                </a:lnTo>
                <a:lnTo>
                  <a:pt x="3138380" y="5156199"/>
                </a:lnTo>
                <a:lnTo>
                  <a:pt x="3165215" y="5118099"/>
                </a:lnTo>
                <a:lnTo>
                  <a:pt x="3191635" y="5079999"/>
                </a:lnTo>
                <a:lnTo>
                  <a:pt x="3217640" y="5029199"/>
                </a:lnTo>
                <a:lnTo>
                  <a:pt x="3243235" y="4991099"/>
                </a:lnTo>
                <a:lnTo>
                  <a:pt x="3268421" y="4940299"/>
                </a:lnTo>
                <a:lnTo>
                  <a:pt x="3293200" y="4902199"/>
                </a:lnTo>
                <a:lnTo>
                  <a:pt x="3317576" y="4851399"/>
                </a:lnTo>
                <a:lnTo>
                  <a:pt x="3341551" y="4800599"/>
                </a:lnTo>
                <a:lnTo>
                  <a:pt x="3365128" y="4762499"/>
                </a:lnTo>
                <a:lnTo>
                  <a:pt x="3388177" y="4711699"/>
                </a:lnTo>
                <a:lnTo>
                  <a:pt x="3410676" y="4673599"/>
                </a:lnTo>
                <a:lnTo>
                  <a:pt x="3432628" y="4622799"/>
                </a:lnTo>
                <a:lnTo>
                  <a:pt x="3454034" y="4571999"/>
                </a:lnTo>
                <a:lnTo>
                  <a:pt x="3474896" y="4533899"/>
                </a:lnTo>
                <a:lnTo>
                  <a:pt x="3495216" y="4483099"/>
                </a:lnTo>
                <a:lnTo>
                  <a:pt x="3514996" y="4432299"/>
                </a:lnTo>
                <a:lnTo>
                  <a:pt x="3534237" y="4381499"/>
                </a:lnTo>
                <a:lnTo>
                  <a:pt x="3552943" y="4343399"/>
                </a:lnTo>
                <a:lnTo>
                  <a:pt x="3571114" y="4292599"/>
                </a:lnTo>
                <a:lnTo>
                  <a:pt x="3573748" y="4279899"/>
                </a:lnTo>
                <a:lnTo>
                  <a:pt x="3577063" y="4279899"/>
                </a:lnTo>
                <a:lnTo>
                  <a:pt x="3587245" y="4254499"/>
                </a:lnTo>
                <a:lnTo>
                  <a:pt x="3707713" y="4254499"/>
                </a:lnTo>
                <a:lnTo>
                  <a:pt x="3710393" y="4216399"/>
                </a:lnTo>
                <a:lnTo>
                  <a:pt x="3713194" y="4165599"/>
                </a:lnTo>
                <a:lnTo>
                  <a:pt x="3715218" y="4114799"/>
                </a:lnTo>
                <a:lnTo>
                  <a:pt x="3716463" y="4063999"/>
                </a:lnTo>
                <a:lnTo>
                  <a:pt x="3716924" y="4013199"/>
                </a:lnTo>
                <a:lnTo>
                  <a:pt x="3716599" y="3962399"/>
                </a:lnTo>
                <a:lnTo>
                  <a:pt x="3715483" y="3911599"/>
                </a:lnTo>
                <a:lnTo>
                  <a:pt x="3715710" y="3873499"/>
                </a:lnTo>
                <a:lnTo>
                  <a:pt x="3718507" y="3848099"/>
                </a:lnTo>
                <a:lnTo>
                  <a:pt x="3723422" y="3822699"/>
                </a:lnTo>
                <a:lnTo>
                  <a:pt x="3730000" y="3784599"/>
                </a:lnTo>
                <a:lnTo>
                  <a:pt x="3741870" y="3733799"/>
                </a:lnTo>
                <a:lnTo>
                  <a:pt x="3753274" y="3695699"/>
                </a:lnTo>
                <a:lnTo>
                  <a:pt x="3764194" y="3644899"/>
                </a:lnTo>
                <a:lnTo>
                  <a:pt x="3774614" y="3594099"/>
                </a:lnTo>
                <a:lnTo>
                  <a:pt x="3784518" y="3543299"/>
                </a:lnTo>
                <a:lnTo>
                  <a:pt x="3793887" y="3492499"/>
                </a:lnTo>
                <a:lnTo>
                  <a:pt x="3802707" y="3441699"/>
                </a:lnTo>
                <a:lnTo>
                  <a:pt x="3805458" y="3428999"/>
                </a:lnTo>
                <a:lnTo>
                  <a:pt x="3695320" y="3428999"/>
                </a:lnTo>
                <a:lnTo>
                  <a:pt x="3690480" y="3416299"/>
                </a:lnTo>
                <a:lnTo>
                  <a:pt x="3679189" y="3416299"/>
                </a:lnTo>
                <a:lnTo>
                  <a:pt x="3672414" y="3365499"/>
                </a:lnTo>
                <a:lnTo>
                  <a:pt x="3664861" y="3314699"/>
                </a:lnTo>
                <a:lnTo>
                  <a:pt x="3656551" y="3263899"/>
                </a:lnTo>
                <a:lnTo>
                  <a:pt x="3647507" y="3225799"/>
                </a:lnTo>
                <a:lnTo>
                  <a:pt x="3637751" y="3174999"/>
                </a:lnTo>
                <a:lnTo>
                  <a:pt x="3627303" y="3124199"/>
                </a:lnTo>
                <a:lnTo>
                  <a:pt x="3616187" y="3073400"/>
                </a:lnTo>
                <a:lnTo>
                  <a:pt x="3604424" y="3035300"/>
                </a:lnTo>
                <a:lnTo>
                  <a:pt x="3592035" y="2984500"/>
                </a:lnTo>
                <a:lnTo>
                  <a:pt x="3579043" y="2933700"/>
                </a:lnTo>
                <a:lnTo>
                  <a:pt x="3565469" y="2882900"/>
                </a:lnTo>
                <a:lnTo>
                  <a:pt x="3550992" y="2832100"/>
                </a:lnTo>
                <a:lnTo>
                  <a:pt x="3535944" y="2794000"/>
                </a:lnTo>
                <a:lnTo>
                  <a:pt x="3520312" y="2743200"/>
                </a:lnTo>
                <a:lnTo>
                  <a:pt x="3504084" y="2692400"/>
                </a:lnTo>
                <a:lnTo>
                  <a:pt x="3487248" y="2641600"/>
                </a:lnTo>
                <a:lnTo>
                  <a:pt x="3469790" y="2590800"/>
                </a:lnTo>
                <a:lnTo>
                  <a:pt x="3451700" y="2552700"/>
                </a:lnTo>
                <a:lnTo>
                  <a:pt x="3432963" y="2501900"/>
                </a:lnTo>
                <a:lnTo>
                  <a:pt x="3413569" y="2451100"/>
                </a:lnTo>
                <a:lnTo>
                  <a:pt x="3393505" y="2413000"/>
                </a:lnTo>
                <a:lnTo>
                  <a:pt x="3372759" y="2362200"/>
                </a:lnTo>
                <a:lnTo>
                  <a:pt x="3351317" y="2311400"/>
                </a:lnTo>
                <a:lnTo>
                  <a:pt x="3329169" y="2273300"/>
                </a:lnTo>
                <a:lnTo>
                  <a:pt x="3306300" y="2222500"/>
                </a:lnTo>
                <a:lnTo>
                  <a:pt x="3282700" y="2171700"/>
                </a:lnTo>
                <a:lnTo>
                  <a:pt x="3258497" y="2133600"/>
                </a:lnTo>
                <a:lnTo>
                  <a:pt x="3233840" y="2082800"/>
                </a:lnTo>
                <a:lnTo>
                  <a:pt x="3208723" y="2044700"/>
                </a:lnTo>
                <a:lnTo>
                  <a:pt x="3183140" y="2006600"/>
                </a:lnTo>
                <a:lnTo>
                  <a:pt x="3157083" y="1955800"/>
                </a:lnTo>
                <a:lnTo>
                  <a:pt x="3130546" y="1917700"/>
                </a:lnTo>
                <a:lnTo>
                  <a:pt x="3103522" y="1866900"/>
                </a:lnTo>
                <a:lnTo>
                  <a:pt x="3076004" y="1828800"/>
                </a:lnTo>
                <a:lnTo>
                  <a:pt x="3047985" y="1790700"/>
                </a:lnTo>
                <a:lnTo>
                  <a:pt x="3019459" y="1739900"/>
                </a:lnTo>
                <a:lnTo>
                  <a:pt x="2990419" y="1701800"/>
                </a:lnTo>
                <a:lnTo>
                  <a:pt x="2960859" y="1663700"/>
                </a:lnTo>
                <a:lnTo>
                  <a:pt x="2930770" y="1625600"/>
                </a:lnTo>
                <a:lnTo>
                  <a:pt x="2900147" y="1574800"/>
                </a:lnTo>
                <a:lnTo>
                  <a:pt x="2868983" y="1536700"/>
                </a:lnTo>
                <a:lnTo>
                  <a:pt x="2837271" y="1498600"/>
                </a:lnTo>
                <a:lnTo>
                  <a:pt x="2805004" y="1460500"/>
                </a:lnTo>
                <a:lnTo>
                  <a:pt x="2772176" y="1422400"/>
                </a:lnTo>
                <a:lnTo>
                  <a:pt x="2738779" y="1384300"/>
                </a:lnTo>
                <a:lnTo>
                  <a:pt x="2705678" y="1346200"/>
                </a:lnTo>
                <a:lnTo>
                  <a:pt x="2672187" y="1308100"/>
                </a:lnTo>
                <a:lnTo>
                  <a:pt x="2638306" y="1270000"/>
                </a:lnTo>
                <a:lnTo>
                  <a:pt x="2604035" y="1231900"/>
                </a:lnTo>
                <a:lnTo>
                  <a:pt x="2569373" y="1193800"/>
                </a:lnTo>
                <a:lnTo>
                  <a:pt x="2534320" y="1168400"/>
                </a:lnTo>
                <a:lnTo>
                  <a:pt x="2498876" y="1130300"/>
                </a:lnTo>
                <a:lnTo>
                  <a:pt x="2463041" y="1092200"/>
                </a:lnTo>
                <a:lnTo>
                  <a:pt x="2426814" y="1066800"/>
                </a:lnTo>
                <a:lnTo>
                  <a:pt x="2390195" y="1028700"/>
                </a:lnTo>
                <a:lnTo>
                  <a:pt x="2353184" y="990600"/>
                </a:lnTo>
                <a:lnTo>
                  <a:pt x="2315781" y="965200"/>
                </a:lnTo>
                <a:lnTo>
                  <a:pt x="2277985" y="927100"/>
                </a:lnTo>
                <a:lnTo>
                  <a:pt x="2239796" y="901700"/>
                </a:lnTo>
                <a:lnTo>
                  <a:pt x="2201214" y="863600"/>
                </a:lnTo>
                <a:lnTo>
                  <a:pt x="2122868" y="812800"/>
                </a:lnTo>
                <a:lnTo>
                  <a:pt x="2083105" y="774700"/>
                </a:lnTo>
                <a:lnTo>
                  <a:pt x="2002395" y="723900"/>
                </a:lnTo>
                <a:lnTo>
                  <a:pt x="1961448" y="685800"/>
                </a:lnTo>
                <a:lnTo>
                  <a:pt x="1745648" y="558800"/>
                </a:lnTo>
                <a:lnTo>
                  <a:pt x="1522630" y="431800"/>
                </a:lnTo>
                <a:lnTo>
                  <a:pt x="1385377" y="355600"/>
                </a:lnTo>
                <a:lnTo>
                  <a:pt x="1339055" y="342900"/>
                </a:lnTo>
                <a:lnTo>
                  <a:pt x="1245556" y="292100"/>
                </a:lnTo>
                <a:lnTo>
                  <a:pt x="1198380" y="279400"/>
                </a:lnTo>
                <a:lnTo>
                  <a:pt x="1150920" y="254000"/>
                </a:lnTo>
                <a:lnTo>
                  <a:pt x="1103177" y="241300"/>
                </a:lnTo>
                <a:lnTo>
                  <a:pt x="1055152" y="215900"/>
                </a:lnTo>
                <a:lnTo>
                  <a:pt x="957482" y="190500"/>
                </a:lnTo>
                <a:lnTo>
                  <a:pt x="907967" y="165100"/>
                </a:lnTo>
                <a:lnTo>
                  <a:pt x="758502" y="127000"/>
                </a:lnTo>
                <a:lnTo>
                  <a:pt x="708376" y="101600"/>
                </a:lnTo>
                <a:lnTo>
                  <a:pt x="506373" y="50800"/>
                </a:lnTo>
                <a:lnTo>
                  <a:pt x="455501" y="50800"/>
                </a:lnTo>
                <a:lnTo>
                  <a:pt x="250547" y="0"/>
                </a:lnTo>
                <a:close/>
              </a:path>
              <a:path w="3861435" h="7950200">
                <a:moveTo>
                  <a:pt x="2493370" y="0"/>
                </a:moveTo>
                <a:lnTo>
                  <a:pt x="2292283" y="0"/>
                </a:lnTo>
                <a:lnTo>
                  <a:pt x="2316096" y="12700"/>
                </a:lnTo>
                <a:lnTo>
                  <a:pt x="2401926" y="63500"/>
                </a:lnTo>
                <a:lnTo>
                  <a:pt x="2444056" y="101600"/>
                </a:lnTo>
                <a:lnTo>
                  <a:pt x="2526740" y="152400"/>
                </a:lnTo>
                <a:lnTo>
                  <a:pt x="2567293" y="190500"/>
                </a:lnTo>
                <a:lnTo>
                  <a:pt x="2607319" y="215900"/>
                </a:lnTo>
                <a:lnTo>
                  <a:pt x="2646817" y="254000"/>
                </a:lnTo>
                <a:lnTo>
                  <a:pt x="2685787" y="279400"/>
                </a:lnTo>
                <a:lnTo>
                  <a:pt x="2724227" y="317500"/>
                </a:lnTo>
                <a:lnTo>
                  <a:pt x="2762138" y="355600"/>
                </a:lnTo>
                <a:lnTo>
                  <a:pt x="2799518" y="393700"/>
                </a:lnTo>
                <a:lnTo>
                  <a:pt x="2836367" y="419100"/>
                </a:lnTo>
                <a:lnTo>
                  <a:pt x="2872683" y="457200"/>
                </a:lnTo>
                <a:lnTo>
                  <a:pt x="2908467" y="495300"/>
                </a:lnTo>
                <a:lnTo>
                  <a:pt x="2943717" y="533400"/>
                </a:lnTo>
                <a:lnTo>
                  <a:pt x="2977609" y="571500"/>
                </a:lnTo>
                <a:lnTo>
                  <a:pt x="3010742" y="609600"/>
                </a:lnTo>
                <a:lnTo>
                  <a:pt x="3043120" y="647700"/>
                </a:lnTo>
                <a:lnTo>
                  <a:pt x="3074746" y="685800"/>
                </a:lnTo>
                <a:lnTo>
                  <a:pt x="3105622" y="723900"/>
                </a:lnTo>
                <a:lnTo>
                  <a:pt x="3135751" y="774700"/>
                </a:lnTo>
                <a:lnTo>
                  <a:pt x="3165137" y="812800"/>
                </a:lnTo>
                <a:lnTo>
                  <a:pt x="3193781" y="850900"/>
                </a:lnTo>
                <a:lnTo>
                  <a:pt x="3221687" y="889000"/>
                </a:lnTo>
                <a:lnTo>
                  <a:pt x="3248858" y="939800"/>
                </a:lnTo>
                <a:lnTo>
                  <a:pt x="3275297" y="977900"/>
                </a:lnTo>
                <a:lnTo>
                  <a:pt x="3301006" y="1016000"/>
                </a:lnTo>
                <a:lnTo>
                  <a:pt x="3325988" y="1066800"/>
                </a:lnTo>
                <a:lnTo>
                  <a:pt x="3350247" y="1104900"/>
                </a:lnTo>
                <a:lnTo>
                  <a:pt x="3373785" y="1143000"/>
                </a:lnTo>
                <a:lnTo>
                  <a:pt x="3396604" y="1193800"/>
                </a:lnTo>
                <a:lnTo>
                  <a:pt x="3418709" y="1231900"/>
                </a:lnTo>
                <a:lnTo>
                  <a:pt x="3440101" y="1282700"/>
                </a:lnTo>
                <a:lnTo>
                  <a:pt x="3460783" y="1333500"/>
                </a:lnTo>
                <a:lnTo>
                  <a:pt x="3480759" y="1371600"/>
                </a:lnTo>
                <a:lnTo>
                  <a:pt x="3500032" y="1422400"/>
                </a:lnTo>
                <a:lnTo>
                  <a:pt x="3518603" y="1460500"/>
                </a:lnTo>
                <a:lnTo>
                  <a:pt x="3536476" y="1511300"/>
                </a:lnTo>
                <a:lnTo>
                  <a:pt x="3553655" y="1562100"/>
                </a:lnTo>
                <a:lnTo>
                  <a:pt x="3570141" y="1612900"/>
                </a:lnTo>
                <a:lnTo>
                  <a:pt x="3585937" y="1651000"/>
                </a:lnTo>
                <a:lnTo>
                  <a:pt x="3601047" y="1701800"/>
                </a:lnTo>
                <a:lnTo>
                  <a:pt x="3615473" y="1752600"/>
                </a:lnTo>
                <a:lnTo>
                  <a:pt x="3628991" y="1803400"/>
                </a:lnTo>
                <a:lnTo>
                  <a:pt x="3641797" y="1854200"/>
                </a:lnTo>
                <a:lnTo>
                  <a:pt x="3653890" y="1892300"/>
                </a:lnTo>
                <a:lnTo>
                  <a:pt x="3665269" y="1943100"/>
                </a:lnTo>
                <a:lnTo>
                  <a:pt x="3675933" y="1993900"/>
                </a:lnTo>
                <a:lnTo>
                  <a:pt x="3685880" y="2044700"/>
                </a:lnTo>
                <a:lnTo>
                  <a:pt x="3695109" y="2095500"/>
                </a:lnTo>
                <a:lnTo>
                  <a:pt x="3703617" y="2146300"/>
                </a:lnTo>
                <a:lnTo>
                  <a:pt x="3711405" y="2184400"/>
                </a:lnTo>
                <a:lnTo>
                  <a:pt x="3718470" y="2235200"/>
                </a:lnTo>
                <a:lnTo>
                  <a:pt x="3724811" y="2286000"/>
                </a:lnTo>
                <a:lnTo>
                  <a:pt x="3730426" y="2336800"/>
                </a:lnTo>
                <a:lnTo>
                  <a:pt x="3735314" y="2387600"/>
                </a:lnTo>
                <a:lnTo>
                  <a:pt x="3739474" y="2438400"/>
                </a:lnTo>
                <a:lnTo>
                  <a:pt x="3742905" y="2489200"/>
                </a:lnTo>
                <a:lnTo>
                  <a:pt x="3745901" y="2540000"/>
                </a:lnTo>
                <a:lnTo>
                  <a:pt x="3748310" y="2590800"/>
                </a:lnTo>
                <a:lnTo>
                  <a:pt x="3750113" y="2641600"/>
                </a:lnTo>
                <a:lnTo>
                  <a:pt x="3751290" y="2692400"/>
                </a:lnTo>
                <a:lnTo>
                  <a:pt x="3751821" y="2743200"/>
                </a:lnTo>
                <a:lnTo>
                  <a:pt x="3751687" y="2794000"/>
                </a:lnTo>
                <a:lnTo>
                  <a:pt x="3750869" y="2844800"/>
                </a:lnTo>
                <a:lnTo>
                  <a:pt x="3749347" y="2895600"/>
                </a:lnTo>
                <a:lnTo>
                  <a:pt x="3747103" y="2946400"/>
                </a:lnTo>
                <a:lnTo>
                  <a:pt x="3744116" y="2997200"/>
                </a:lnTo>
                <a:lnTo>
                  <a:pt x="3740367" y="3048000"/>
                </a:lnTo>
                <a:lnTo>
                  <a:pt x="3735836" y="3098800"/>
                </a:lnTo>
                <a:lnTo>
                  <a:pt x="3730505" y="3149600"/>
                </a:lnTo>
                <a:lnTo>
                  <a:pt x="3724355" y="3213099"/>
                </a:lnTo>
                <a:lnTo>
                  <a:pt x="3717436" y="3263899"/>
                </a:lnTo>
                <a:lnTo>
                  <a:pt x="3710139" y="3314699"/>
                </a:lnTo>
                <a:lnTo>
                  <a:pt x="3702692" y="3365499"/>
                </a:lnTo>
                <a:lnTo>
                  <a:pt x="3695320" y="3428999"/>
                </a:lnTo>
                <a:lnTo>
                  <a:pt x="3805458" y="3428999"/>
                </a:lnTo>
                <a:lnTo>
                  <a:pt x="3818629" y="3352799"/>
                </a:lnTo>
                <a:lnTo>
                  <a:pt x="3825697" y="3301999"/>
                </a:lnTo>
                <a:lnTo>
                  <a:pt x="3832149" y="3251200"/>
                </a:lnTo>
                <a:lnTo>
                  <a:pt x="3837967" y="3200400"/>
                </a:lnTo>
                <a:lnTo>
                  <a:pt x="3843134" y="3149600"/>
                </a:lnTo>
                <a:lnTo>
                  <a:pt x="3847634" y="3098800"/>
                </a:lnTo>
                <a:lnTo>
                  <a:pt x="3851449" y="3048000"/>
                </a:lnTo>
                <a:lnTo>
                  <a:pt x="3854565" y="2997200"/>
                </a:lnTo>
                <a:lnTo>
                  <a:pt x="3856962" y="2946400"/>
                </a:lnTo>
                <a:lnTo>
                  <a:pt x="3858626" y="2895600"/>
                </a:lnTo>
                <a:lnTo>
                  <a:pt x="3859539" y="2844800"/>
                </a:lnTo>
                <a:lnTo>
                  <a:pt x="3859684" y="2794000"/>
                </a:lnTo>
                <a:lnTo>
                  <a:pt x="3859044" y="2730500"/>
                </a:lnTo>
                <a:lnTo>
                  <a:pt x="3860496" y="2679700"/>
                </a:lnTo>
                <a:lnTo>
                  <a:pt x="3860840" y="2641600"/>
                </a:lnTo>
                <a:lnTo>
                  <a:pt x="3860116" y="2590800"/>
                </a:lnTo>
                <a:lnTo>
                  <a:pt x="3858357" y="2540000"/>
                </a:lnTo>
                <a:lnTo>
                  <a:pt x="3855602" y="2476500"/>
                </a:lnTo>
                <a:lnTo>
                  <a:pt x="3851887" y="2425700"/>
                </a:lnTo>
                <a:lnTo>
                  <a:pt x="3847247" y="2374900"/>
                </a:lnTo>
                <a:lnTo>
                  <a:pt x="3841719" y="2324100"/>
                </a:lnTo>
                <a:lnTo>
                  <a:pt x="3835340" y="2273300"/>
                </a:lnTo>
                <a:lnTo>
                  <a:pt x="3828146" y="2222500"/>
                </a:lnTo>
                <a:lnTo>
                  <a:pt x="3820174" y="2171700"/>
                </a:lnTo>
                <a:lnTo>
                  <a:pt x="3811459" y="2108200"/>
                </a:lnTo>
                <a:lnTo>
                  <a:pt x="3802474" y="2070100"/>
                </a:lnTo>
                <a:lnTo>
                  <a:pt x="3792874" y="2019300"/>
                </a:lnTo>
                <a:lnTo>
                  <a:pt x="3782648" y="1968500"/>
                </a:lnTo>
                <a:lnTo>
                  <a:pt x="3771783" y="1917700"/>
                </a:lnTo>
                <a:lnTo>
                  <a:pt x="3760268" y="1866900"/>
                </a:lnTo>
                <a:lnTo>
                  <a:pt x="3748091" y="1816100"/>
                </a:lnTo>
                <a:lnTo>
                  <a:pt x="3735241" y="1765300"/>
                </a:lnTo>
                <a:lnTo>
                  <a:pt x="3721705" y="1727200"/>
                </a:lnTo>
                <a:lnTo>
                  <a:pt x="3707472" y="1676400"/>
                </a:lnTo>
                <a:lnTo>
                  <a:pt x="3692529" y="1625600"/>
                </a:lnTo>
                <a:lnTo>
                  <a:pt x="3676866" y="1574800"/>
                </a:lnTo>
                <a:lnTo>
                  <a:pt x="3660469" y="1536700"/>
                </a:lnTo>
                <a:lnTo>
                  <a:pt x="3643328" y="1485900"/>
                </a:lnTo>
                <a:lnTo>
                  <a:pt x="3625431" y="1435100"/>
                </a:lnTo>
                <a:lnTo>
                  <a:pt x="3606765" y="1397000"/>
                </a:lnTo>
                <a:lnTo>
                  <a:pt x="3587320" y="1346200"/>
                </a:lnTo>
                <a:lnTo>
                  <a:pt x="3567082" y="1295400"/>
                </a:lnTo>
                <a:lnTo>
                  <a:pt x="3545812" y="1257300"/>
                </a:lnTo>
                <a:lnTo>
                  <a:pt x="3523925" y="1206500"/>
                </a:lnTo>
                <a:lnTo>
                  <a:pt x="3501417" y="1155700"/>
                </a:lnTo>
                <a:lnTo>
                  <a:pt x="3478283" y="1117600"/>
                </a:lnTo>
                <a:lnTo>
                  <a:pt x="3454520" y="1066800"/>
                </a:lnTo>
                <a:lnTo>
                  <a:pt x="3430123" y="1028700"/>
                </a:lnTo>
                <a:lnTo>
                  <a:pt x="3405088" y="977900"/>
                </a:lnTo>
                <a:lnTo>
                  <a:pt x="3379410" y="939800"/>
                </a:lnTo>
                <a:lnTo>
                  <a:pt x="3353086" y="901700"/>
                </a:lnTo>
                <a:lnTo>
                  <a:pt x="3326110" y="850900"/>
                </a:lnTo>
                <a:lnTo>
                  <a:pt x="3298478" y="812800"/>
                </a:lnTo>
                <a:lnTo>
                  <a:pt x="3270187" y="774700"/>
                </a:lnTo>
                <a:lnTo>
                  <a:pt x="3241232" y="723900"/>
                </a:lnTo>
                <a:lnTo>
                  <a:pt x="3211608" y="685800"/>
                </a:lnTo>
                <a:lnTo>
                  <a:pt x="3181312" y="647700"/>
                </a:lnTo>
                <a:lnTo>
                  <a:pt x="3150338" y="609600"/>
                </a:lnTo>
                <a:lnTo>
                  <a:pt x="3118684" y="571500"/>
                </a:lnTo>
                <a:lnTo>
                  <a:pt x="3086343" y="533400"/>
                </a:lnTo>
                <a:lnTo>
                  <a:pt x="3053313" y="495300"/>
                </a:lnTo>
                <a:lnTo>
                  <a:pt x="3019588" y="457200"/>
                </a:lnTo>
                <a:lnTo>
                  <a:pt x="2985165" y="419100"/>
                </a:lnTo>
                <a:lnTo>
                  <a:pt x="2950039" y="381000"/>
                </a:lnTo>
                <a:lnTo>
                  <a:pt x="2914206" y="342900"/>
                </a:lnTo>
                <a:lnTo>
                  <a:pt x="2877662" y="304800"/>
                </a:lnTo>
                <a:lnTo>
                  <a:pt x="2840401" y="279400"/>
                </a:lnTo>
                <a:lnTo>
                  <a:pt x="2803205" y="241300"/>
                </a:lnTo>
                <a:lnTo>
                  <a:pt x="2765562" y="203200"/>
                </a:lnTo>
                <a:lnTo>
                  <a:pt x="2727476" y="177800"/>
                </a:lnTo>
                <a:lnTo>
                  <a:pt x="2688946" y="139700"/>
                </a:lnTo>
                <a:lnTo>
                  <a:pt x="2610559" y="88900"/>
                </a:lnTo>
                <a:lnTo>
                  <a:pt x="2570705" y="50800"/>
                </a:lnTo>
                <a:lnTo>
                  <a:pt x="2530411" y="25400"/>
                </a:lnTo>
                <a:lnTo>
                  <a:pt x="2493370" y="0"/>
                </a:lnTo>
                <a:close/>
              </a:path>
            </a:pathLst>
          </a:custGeom>
          <a:solidFill>
            <a:srgbClr val="F5F6F7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706856" y="812673"/>
            <a:ext cx="1687275" cy="1681995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2215388" y="3450717"/>
            <a:ext cx="7904480" cy="118364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600" spc="730"/>
              <a:t>ALARM</a:t>
            </a:r>
            <a:r>
              <a:rPr dirty="0" sz="7600" spc="430"/>
              <a:t> </a:t>
            </a:r>
            <a:r>
              <a:rPr dirty="0" sz="7600" spc="615"/>
              <a:t>CLOCK</a:t>
            </a:r>
            <a:endParaRPr sz="7600"/>
          </a:p>
        </p:txBody>
      </p:sp>
      <p:sp>
        <p:nvSpPr>
          <p:cNvPr id="8" name="object 8"/>
          <p:cNvSpPr txBox="1"/>
          <p:nvPr/>
        </p:nvSpPr>
        <p:spPr>
          <a:xfrm>
            <a:off x="5185028" y="5099684"/>
            <a:ext cx="462534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>
                <a:latin typeface="Roboto"/>
                <a:cs typeface="Roboto"/>
              </a:rPr>
              <a:t>Operating</a:t>
            </a:r>
            <a:r>
              <a:rPr dirty="0" sz="1500" spc="-45">
                <a:latin typeface="Roboto"/>
                <a:cs typeface="Roboto"/>
              </a:rPr>
              <a:t> </a:t>
            </a:r>
            <a:r>
              <a:rPr dirty="0" sz="1500" spc="-10">
                <a:latin typeface="Roboto"/>
                <a:cs typeface="Roboto"/>
              </a:rPr>
              <a:t>Systems</a:t>
            </a:r>
            <a:r>
              <a:rPr dirty="0" sz="1500" spc="-55">
                <a:latin typeface="Roboto"/>
                <a:cs typeface="Roboto"/>
              </a:rPr>
              <a:t> </a:t>
            </a:r>
            <a:r>
              <a:rPr dirty="0" sz="1500">
                <a:latin typeface="Roboto"/>
                <a:cs typeface="Roboto"/>
              </a:rPr>
              <a:t>and</a:t>
            </a:r>
            <a:r>
              <a:rPr dirty="0" sz="1500" spc="-45">
                <a:latin typeface="Roboto"/>
                <a:cs typeface="Roboto"/>
              </a:rPr>
              <a:t> </a:t>
            </a:r>
            <a:r>
              <a:rPr dirty="0" sz="1500" spc="-10">
                <a:latin typeface="Roboto"/>
                <a:cs typeface="Roboto"/>
              </a:rPr>
              <a:t>Systems</a:t>
            </a:r>
            <a:r>
              <a:rPr dirty="0" sz="1500" spc="-50">
                <a:latin typeface="Roboto"/>
                <a:cs typeface="Roboto"/>
              </a:rPr>
              <a:t> </a:t>
            </a:r>
            <a:r>
              <a:rPr dirty="0" sz="1500" spc="-10">
                <a:latin typeface="Roboto"/>
                <a:cs typeface="Roboto"/>
              </a:rPr>
              <a:t>Programming</a:t>
            </a:r>
            <a:r>
              <a:rPr dirty="0" sz="1500" spc="-55">
                <a:latin typeface="Roboto"/>
                <a:cs typeface="Roboto"/>
              </a:rPr>
              <a:t> </a:t>
            </a:r>
            <a:r>
              <a:rPr dirty="0" sz="1500" spc="-10">
                <a:latin typeface="Roboto"/>
                <a:cs typeface="Roboto"/>
              </a:rPr>
              <a:t>Project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52825" y="5735523"/>
            <a:ext cx="5353685" cy="23348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Roboto"/>
                <a:cs typeface="Roboto"/>
              </a:rPr>
              <a:t>Section:</a:t>
            </a:r>
            <a:r>
              <a:rPr dirty="0" sz="2400" spc="-20" b="1">
                <a:latin typeface="Roboto"/>
                <a:cs typeface="Roboto"/>
              </a:rPr>
              <a:t> </a:t>
            </a:r>
            <a:r>
              <a:rPr dirty="0" sz="2400" spc="-50" b="1">
                <a:latin typeface="Roboto"/>
                <a:cs typeface="Roboto"/>
              </a:rPr>
              <a:t>6</a:t>
            </a:r>
            <a:endParaRPr sz="2400">
              <a:latin typeface="Roboto"/>
              <a:cs typeface="Roboto"/>
            </a:endParaRPr>
          </a:p>
          <a:p>
            <a:pPr marL="12700" marR="3090545">
              <a:lnSpc>
                <a:spcPct val="100000"/>
              </a:lnSpc>
              <a:spcBef>
                <a:spcPts val="5"/>
              </a:spcBef>
            </a:pPr>
            <a:r>
              <a:rPr dirty="0" sz="2400" b="1">
                <a:latin typeface="Roboto"/>
                <a:cs typeface="Roboto"/>
              </a:rPr>
              <a:t>Team</a:t>
            </a:r>
            <a:r>
              <a:rPr dirty="0" sz="2400" spc="25" b="1">
                <a:latin typeface="Roboto"/>
                <a:cs typeface="Roboto"/>
              </a:rPr>
              <a:t> </a:t>
            </a:r>
            <a:r>
              <a:rPr dirty="0" sz="2400" b="1">
                <a:latin typeface="Roboto"/>
                <a:cs typeface="Roboto"/>
              </a:rPr>
              <a:t>No.:</a:t>
            </a:r>
            <a:r>
              <a:rPr dirty="0" sz="2400" spc="30" b="1">
                <a:latin typeface="Roboto"/>
                <a:cs typeface="Roboto"/>
              </a:rPr>
              <a:t> </a:t>
            </a:r>
            <a:r>
              <a:rPr dirty="0" sz="2400" spc="-25" b="1">
                <a:latin typeface="Roboto"/>
                <a:cs typeface="Roboto"/>
              </a:rPr>
              <a:t>16 </a:t>
            </a:r>
            <a:r>
              <a:rPr dirty="0" sz="2400" b="1">
                <a:latin typeface="Roboto"/>
                <a:cs typeface="Roboto"/>
              </a:rPr>
              <a:t>Team</a:t>
            </a:r>
            <a:r>
              <a:rPr dirty="0" sz="2400" spc="95" b="1">
                <a:latin typeface="Roboto"/>
                <a:cs typeface="Roboto"/>
              </a:rPr>
              <a:t> </a:t>
            </a:r>
            <a:r>
              <a:rPr dirty="0" sz="2400" spc="-10" b="1">
                <a:latin typeface="Roboto"/>
                <a:cs typeface="Roboto"/>
              </a:rPr>
              <a:t>Members:</a:t>
            </a:r>
            <a:endParaRPr sz="2400">
              <a:latin typeface="Roboto"/>
              <a:cs typeface="Roboto"/>
            </a:endParaRPr>
          </a:p>
          <a:p>
            <a:pPr algn="just" marL="12700" marR="5080">
              <a:lnSpc>
                <a:spcPct val="110400"/>
              </a:lnSpc>
            </a:pPr>
            <a:r>
              <a:rPr dirty="0" sz="2400" spc="-10">
                <a:latin typeface="Roboto"/>
                <a:cs typeface="Roboto"/>
              </a:rPr>
              <a:t>Monisha</a:t>
            </a:r>
            <a:r>
              <a:rPr dirty="0" sz="2400" spc="-80">
                <a:latin typeface="Roboto"/>
                <a:cs typeface="Roboto"/>
              </a:rPr>
              <a:t> </a:t>
            </a:r>
            <a:r>
              <a:rPr dirty="0" sz="2400" spc="-25">
                <a:latin typeface="Roboto"/>
                <a:cs typeface="Roboto"/>
              </a:rPr>
              <a:t>Raghini</a:t>
            </a:r>
            <a:r>
              <a:rPr dirty="0" sz="2400" spc="-90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Chelle</a:t>
            </a:r>
            <a:r>
              <a:rPr dirty="0" sz="2400" spc="-70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—</a:t>
            </a:r>
            <a:r>
              <a:rPr dirty="0" sz="2400" spc="-85">
                <a:latin typeface="Roboto"/>
                <a:cs typeface="Roboto"/>
              </a:rPr>
              <a:t> </a:t>
            </a:r>
            <a:r>
              <a:rPr dirty="0" sz="2400" spc="-10">
                <a:latin typeface="Roboto"/>
                <a:cs typeface="Roboto"/>
              </a:rPr>
              <a:t>2520030537 Shaik</a:t>
            </a:r>
            <a:r>
              <a:rPr dirty="0" sz="2400" spc="-125">
                <a:latin typeface="Roboto"/>
                <a:cs typeface="Roboto"/>
              </a:rPr>
              <a:t> </a:t>
            </a:r>
            <a:r>
              <a:rPr dirty="0" sz="2400" spc="-20">
                <a:latin typeface="Roboto"/>
                <a:cs typeface="Roboto"/>
              </a:rPr>
              <a:t>Sabiya</a:t>
            </a:r>
            <a:r>
              <a:rPr dirty="0" sz="2400" spc="-110">
                <a:latin typeface="Roboto"/>
                <a:cs typeface="Roboto"/>
              </a:rPr>
              <a:t> </a:t>
            </a:r>
            <a:r>
              <a:rPr dirty="0" sz="2400" spc="-10">
                <a:latin typeface="Roboto"/>
                <a:cs typeface="Roboto"/>
              </a:rPr>
              <a:t>Tabassum</a:t>
            </a:r>
            <a:r>
              <a:rPr dirty="0" sz="2400" spc="-90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—</a:t>
            </a:r>
            <a:r>
              <a:rPr dirty="0" sz="2400" spc="-105">
                <a:latin typeface="Roboto"/>
                <a:cs typeface="Roboto"/>
              </a:rPr>
              <a:t> </a:t>
            </a:r>
            <a:r>
              <a:rPr dirty="0" sz="2400" spc="-10">
                <a:latin typeface="Roboto"/>
                <a:cs typeface="Roboto"/>
              </a:rPr>
              <a:t>2520030502 Kolipaka</a:t>
            </a:r>
            <a:r>
              <a:rPr dirty="0" sz="2400" spc="-85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Siri</a:t>
            </a:r>
            <a:r>
              <a:rPr dirty="0" sz="2400" spc="-90">
                <a:latin typeface="Roboto"/>
                <a:cs typeface="Roboto"/>
              </a:rPr>
              <a:t> </a:t>
            </a:r>
            <a:r>
              <a:rPr dirty="0" sz="2400" spc="-20">
                <a:latin typeface="Roboto"/>
                <a:cs typeface="Roboto"/>
              </a:rPr>
              <a:t>Chandana</a:t>
            </a:r>
            <a:r>
              <a:rPr dirty="0" sz="2400" spc="-95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—</a:t>
            </a:r>
            <a:r>
              <a:rPr dirty="0" sz="2400" spc="-90">
                <a:latin typeface="Roboto"/>
                <a:cs typeface="Roboto"/>
              </a:rPr>
              <a:t> </a:t>
            </a:r>
            <a:r>
              <a:rPr dirty="0" sz="2400" spc="-10">
                <a:latin typeface="Roboto"/>
                <a:cs typeface="Roboto"/>
              </a:rPr>
              <a:t>2520030453</a:t>
            </a:r>
            <a:endParaRPr sz="2400">
              <a:latin typeface="Roboto"/>
              <a:cs typeface="Roboto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3" y="8311794"/>
            <a:ext cx="6190754" cy="19852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257345" y="4858307"/>
            <a:ext cx="7030653" cy="54393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0"/>
            <a:ext cx="4288155" cy="3117215"/>
          </a:xfrm>
          <a:custGeom>
            <a:avLst/>
            <a:gdLst/>
            <a:ahLst/>
            <a:cxnLst/>
            <a:rect l="l" t="t" r="r" b="b"/>
            <a:pathLst>
              <a:path w="4288155" h="3117215">
                <a:moveTo>
                  <a:pt x="0" y="3117061"/>
                </a:moveTo>
                <a:lnTo>
                  <a:pt x="65893" y="3115209"/>
                </a:lnTo>
                <a:lnTo>
                  <a:pt x="179417" y="3110301"/>
                </a:lnTo>
                <a:lnTo>
                  <a:pt x="229597" y="3107291"/>
                </a:lnTo>
                <a:lnTo>
                  <a:pt x="274767" y="3103942"/>
                </a:lnTo>
                <a:lnTo>
                  <a:pt x="314462" y="3100277"/>
                </a:lnTo>
                <a:lnTo>
                  <a:pt x="375558" y="3092090"/>
                </a:lnTo>
                <a:lnTo>
                  <a:pt x="442522" y="3054838"/>
                </a:lnTo>
                <a:lnTo>
                  <a:pt x="458947" y="3017692"/>
                </a:lnTo>
                <a:lnTo>
                  <a:pt x="458514" y="2978032"/>
                </a:lnTo>
                <a:lnTo>
                  <a:pt x="441308" y="2942413"/>
                </a:lnTo>
                <a:lnTo>
                  <a:pt x="407412" y="2917393"/>
                </a:lnTo>
                <a:lnTo>
                  <a:pt x="357773" y="2911239"/>
                </a:lnTo>
                <a:lnTo>
                  <a:pt x="285290" y="2908378"/>
                </a:lnTo>
                <a:lnTo>
                  <a:pt x="236056" y="2907293"/>
                </a:lnTo>
                <a:lnTo>
                  <a:pt x="15309" y="2905210"/>
                </a:lnTo>
                <a:lnTo>
                  <a:pt x="0" y="2905210"/>
                </a:lnTo>
                <a:lnTo>
                  <a:pt x="0" y="3117061"/>
                </a:lnTo>
                <a:close/>
              </a:path>
              <a:path w="4288155" h="3117215">
                <a:moveTo>
                  <a:pt x="853671" y="3030538"/>
                </a:moveTo>
                <a:lnTo>
                  <a:pt x="903032" y="3025207"/>
                </a:lnTo>
                <a:lnTo>
                  <a:pt x="982748" y="3004618"/>
                </a:lnTo>
                <a:lnTo>
                  <a:pt x="1038983" y="2987469"/>
                </a:lnTo>
                <a:lnTo>
                  <a:pt x="1108608" y="2965194"/>
                </a:lnTo>
                <a:lnTo>
                  <a:pt x="1273700" y="2910459"/>
                </a:lnTo>
                <a:lnTo>
                  <a:pt x="1344747" y="2885573"/>
                </a:lnTo>
                <a:lnTo>
                  <a:pt x="1407120" y="2862509"/>
                </a:lnTo>
                <a:lnTo>
                  <a:pt x="1461273" y="2841073"/>
                </a:lnTo>
                <a:lnTo>
                  <a:pt x="1507663" y="2821075"/>
                </a:lnTo>
                <a:lnTo>
                  <a:pt x="1546742" y="2802319"/>
                </a:lnTo>
                <a:lnTo>
                  <a:pt x="1604789" y="2767766"/>
                </a:lnTo>
                <a:lnTo>
                  <a:pt x="1648689" y="2718103"/>
                </a:lnTo>
                <a:lnTo>
                  <a:pt x="1656511" y="2680776"/>
                </a:lnTo>
                <a:lnTo>
                  <a:pt x="1649094" y="2644157"/>
                </a:lnTo>
                <a:lnTo>
                  <a:pt x="1627401" y="2612803"/>
                </a:lnTo>
                <a:lnTo>
                  <a:pt x="1592396" y="2591269"/>
                </a:lnTo>
                <a:lnTo>
                  <a:pt x="1568629" y="2585604"/>
                </a:lnTo>
                <a:lnTo>
                  <a:pt x="1543991" y="2586748"/>
                </a:lnTo>
                <a:lnTo>
                  <a:pt x="1515863" y="2595216"/>
                </a:lnTo>
                <a:lnTo>
                  <a:pt x="1481631" y="2611525"/>
                </a:lnTo>
                <a:lnTo>
                  <a:pt x="1458601" y="2622933"/>
                </a:lnTo>
                <a:lnTo>
                  <a:pt x="1431338" y="2634925"/>
                </a:lnTo>
                <a:lnTo>
                  <a:pt x="1361568" y="2661534"/>
                </a:lnTo>
                <a:lnTo>
                  <a:pt x="1317787" y="2676591"/>
                </a:lnTo>
                <a:lnTo>
                  <a:pt x="1267229" y="2693107"/>
                </a:lnTo>
                <a:lnTo>
                  <a:pt x="1143229" y="2731397"/>
                </a:lnTo>
                <a:lnTo>
                  <a:pt x="977722" y="2780952"/>
                </a:lnTo>
                <a:lnTo>
                  <a:pt x="906033" y="2804325"/>
                </a:lnTo>
                <a:lnTo>
                  <a:pt x="851289" y="2824938"/>
                </a:lnTo>
                <a:lnTo>
                  <a:pt x="811334" y="2844001"/>
                </a:lnTo>
                <a:lnTo>
                  <a:pt x="767167" y="2882320"/>
                </a:lnTo>
                <a:lnTo>
                  <a:pt x="756279" y="2928968"/>
                </a:lnTo>
                <a:lnTo>
                  <a:pt x="759518" y="2961672"/>
                </a:lnTo>
                <a:lnTo>
                  <a:pt x="787799" y="3006895"/>
                </a:lnTo>
                <a:lnTo>
                  <a:pt x="823540" y="3025207"/>
                </a:lnTo>
                <a:lnTo>
                  <a:pt x="842585" y="3029598"/>
                </a:lnTo>
                <a:lnTo>
                  <a:pt x="842382" y="3029598"/>
                </a:lnTo>
                <a:lnTo>
                  <a:pt x="853671" y="3030538"/>
                </a:lnTo>
                <a:close/>
              </a:path>
              <a:path w="4288155" h="3117215">
                <a:moveTo>
                  <a:pt x="2337758" y="1359903"/>
                </a:moveTo>
                <a:lnTo>
                  <a:pt x="2414442" y="1359903"/>
                </a:lnTo>
                <a:lnTo>
                  <a:pt x="2443316" y="1347203"/>
                </a:lnTo>
                <a:lnTo>
                  <a:pt x="2473139" y="1321803"/>
                </a:lnTo>
                <a:lnTo>
                  <a:pt x="2498299" y="1309103"/>
                </a:lnTo>
                <a:lnTo>
                  <a:pt x="2526176" y="1283703"/>
                </a:lnTo>
                <a:lnTo>
                  <a:pt x="2556501" y="1258303"/>
                </a:lnTo>
                <a:lnTo>
                  <a:pt x="2589006" y="1232903"/>
                </a:lnTo>
                <a:lnTo>
                  <a:pt x="2623420" y="1194803"/>
                </a:lnTo>
                <a:lnTo>
                  <a:pt x="2659477" y="1169403"/>
                </a:lnTo>
                <a:lnTo>
                  <a:pt x="2696905" y="1131303"/>
                </a:lnTo>
                <a:lnTo>
                  <a:pt x="2735437" y="1093203"/>
                </a:lnTo>
                <a:lnTo>
                  <a:pt x="2774804" y="1055103"/>
                </a:lnTo>
                <a:lnTo>
                  <a:pt x="2814736" y="1017003"/>
                </a:lnTo>
                <a:lnTo>
                  <a:pt x="2854965" y="966203"/>
                </a:lnTo>
                <a:lnTo>
                  <a:pt x="2935236" y="890003"/>
                </a:lnTo>
                <a:lnTo>
                  <a:pt x="2974741" y="839203"/>
                </a:lnTo>
                <a:lnTo>
                  <a:pt x="3013466" y="801103"/>
                </a:lnTo>
                <a:lnTo>
                  <a:pt x="3051144" y="750303"/>
                </a:lnTo>
                <a:lnTo>
                  <a:pt x="3087504" y="712203"/>
                </a:lnTo>
                <a:lnTo>
                  <a:pt x="3122278" y="674103"/>
                </a:lnTo>
                <a:lnTo>
                  <a:pt x="3155197" y="623303"/>
                </a:lnTo>
                <a:lnTo>
                  <a:pt x="3185992" y="585203"/>
                </a:lnTo>
                <a:lnTo>
                  <a:pt x="3214395" y="547103"/>
                </a:lnTo>
                <a:lnTo>
                  <a:pt x="3240135" y="521703"/>
                </a:lnTo>
                <a:lnTo>
                  <a:pt x="3262944" y="483603"/>
                </a:lnTo>
                <a:lnTo>
                  <a:pt x="3296968" y="432803"/>
                </a:lnTo>
                <a:lnTo>
                  <a:pt x="3316440" y="382003"/>
                </a:lnTo>
                <a:lnTo>
                  <a:pt x="3321751" y="343903"/>
                </a:lnTo>
                <a:lnTo>
                  <a:pt x="3313286" y="318503"/>
                </a:lnTo>
                <a:lnTo>
                  <a:pt x="3291435" y="293103"/>
                </a:lnTo>
                <a:lnTo>
                  <a:pt x="3262904" y="280403"/>
                </a:lnTo>
                <a:lnTo>
                  <a:pt x="3229555" y="267703"/>
                </a:lnTo>
                <a:lnTo>
                  <a:pt x="3195508" y="267703"/>
                </a:lnTo>
                <a:lnTo>
                  <a:pt x="3164884" y="280403"/>
                </a:lnTo>
                <a:lnTo>
                  <a:pt x="3152278" y="293103"/>
                </a:lnTo>
                <a:lnTo>
                  <a:pt x="3136320" y="318503"/>
                </a:lnTo>
                <a:lnTo>
                  <a:pt x="3119054" y="331203"/>
                </a:lnTo>
                <a:lnTo>
                  <a:pt x="3102524" y="356603"/>
                </a:lnTo>
                <a:lnTo>
                  <a:pt x="3085871" y="382003"/>
                </a:lnTo>
                <a:lnTo>
                  <a:pt x="3065785" y="407403"/>
                </a:lnTo>
                <a:lnTo>
                  <a:pt x="3042528" y="445503"/>
                </a:lnTo>
                <a:lnTo>
                  <a:pt x="3016361" y="470903"/>
                </a:lnTo>
                <a:lnTo>
                  <a:pt x="2987546" y="509003"/>
                </a:lnTo>
                <a:lnTo>
                  <a:pt x="2956344" y="547103"/>
                </a:lnTo>
                <a:lnTo>
                  <a:pt x="2923017" y="585203"/>
                </a:lnTo>
                <a:lnTo>
                  <a:pt x="2887828" y="623303"/>
                </a:lnTo>
                <a:lnTo>
                  <a:pt x="2851037" y="661403"/>
                </a:lnTo>
                <a:lnTo>
                  <a:pt x="2812906" y="699503"/>
                </a:lnTo>
                <a:lnTo>
                  <a:pt x="2773698" y="737603"/>
                </a:lnTo>
                <a:lnTo>
                  <a:pt x="2733673" y="775703"/>
                </a:lnTo>
                <a:lnTo>
                  <a:pt x="2693093" y="826503"/>
                </a:lnTo>
                <a:lnTo>
                  <a:pt x="2570643" y="940803"/>
                </a:lnTo>
                <a:lnTo>
                  <a:pt x="2530462" y="978903"/>
                </a:lnTo>
                <a:lnTo>
                  <a:pt x="2491035" y="1017003"/>
                </a:lnTo>
                <a:lnTo>
                  <a:pt x="2452623" y="1055103"/>
                </a:lnTo>
                <a:lnTo>
                  <a:pt x="2415489" y="1093203"/>
                </a:lnTo>
                <a:lnTo>
                  <a:pt x="2354517" y="1144003"/>
                </a:lnTo>
                <a:lnTo>
                  <a:pt x="2311690" y="1182103"/>
                </a:lnTo>
                <a:lnTo>
                  <a:pt x="2285162" y="1220203"/>
                </a:lnTo>
                <a:lnTo>
                  <a:pt x="2273084" y="1258303"/>
                </a:lnTo>
                <a:lnTo>
                  <a:pt x="2273612" y="1283703"/>
                </a:lnTo>
                <a:lnTo>
                  <a:pt x="2284896" y="1309103"/>
                </a:lnTo>
                <a:lnTo>
                  <a:pt x="2299155" y="1334503"/>
                </a:lnTo>
                <a:lnTo>
                  <a:pt x="2316919" y="1347203"/>
                </a:lnTo>
                <a:lnTo>
                  <a:pt x="2337758" y="1359903"/>
                </a:lnTo>
                <a:close/>
              </a:path>
              <a:path w="4288155" h="3117215">
                <a:moveTo>
                  <a:pt x="1562306" y="1169403"/>
                </a:moveTo>
                <a:lnTo>
                  <a:pt x="1631476" y="1169403"/>
                </a:lnTo>
                <a:lnTo>
                  <a:pt x="1663804" y="1156703"/>
                </a:lnTo>
                <a:lnTo>
                  <a:pt x="1701559" y="1144003"/>
                </a:lnTo>
                <a:lnTo>
                  <a:pt x="1745581" y="1118603"/>
                </a:lnTo>
                <a:lnTo>
                  <a:pt x="1796711" y="1080503"/>
                </a:lnTo>
                <a:lnTo>
                  <a:pt x="1855790" y="1042403"/>
                </a:lnTo>
                <a:lnTo>
                  <a:pt x="1891574" y="1017003"/>
                </a:lnTo>
                <a:lnTo>
                  <a:pt x="1930510" y="991603"/>
                </a:lnTo>
                <a:lnTo>
                  <a:pt x="1972093" y="966203"/>
                </a:lnTo>
                <a:lnTo>
                  <a:pt x="2015817" y="928103"/>
                </a:lnTo>
                <a:lnTo>
                  <a:pt x="2061177" y="890003"/>
                </a:lnTo>
                <a:lnTo>
                  <a:pt x="2107666" y="864603"/>
                </a:lnTo>
                <a:lnTo>
                  <a:pt x="2248854" y="750303"/>
                </a:lnTo>
                <a:lnTo>
                  <a:pt x="2294805" y="712203"/>
                </a:lnTo>
                <a:lnTo>
                  <a:pt x="2339357" y="686803"/>
                </a:lnTo>
                <a:lnTo>
                  <a:pt x="2382004" y="648703"/>
                </a:lnTo>
                <a:lnTo>
                  <a:pt x="2422241" y="610603"/>
                </a:lnTo>
                <a:lnTo>
                  <a:pt x="2459562" y="585203"/>
                </a:lnTo>
                <a:lnTo>
                  <a:pt x="2493461" y="559803"/>
                </a:lnTo>
                <a:lnTo>
                  <a:pt x="2523433" y="534403"/>
                </a:lnTo>
                <a:lnTo>
                  <a:pt x="2548972" y="509003"/>
                </a:lnTo>
                <a:lnTo>
                  <a:pt x="2569572" y="496303"/>
                </a:lnTo>
                <a:lnTo>
                  <a:pt x="2599899" y="458203"/>
                </a:lnTo>
                <a:lnTo>
                  <a:pt x="2625830" y="420103"/>
                </a:lnTo>
                <a:lnTo>
                  <a:pt x="2643917" y="382003"/>
                </a:lnTo>
                <a:lnTo>
                  <a:pt x="2650712" y="356603"/>
                </a:lnTo>
                <a:lnTo>
                  <a:pt x="2645355" y="331203"/>
                </a:lnTo>
                <a:lnTo>
                  <a:pt x="2631750" y="305803"/>
                </a:lnTo>
                <a:lnTo>
                  <a:pt x="2613599" y="280403"/>
                </a:lnTo>
                <a:lnTo>
                  <a:pt x="2594603" y="267703"/>
                </a:lnTo>
                <a:lnTo>
                  <a:pt x="2521042" y="267703"/>
                </a:lnTo>
                <a:lnTo>
                  <a:pt x="2495176" y="280403"/>
                </a:lnTo>
                <a:lnTo>
                  <a:pt x="2482903" y="280403"/>
                </a:lnTo>
                <a:lnTo>
                  <a:pt x="2460741" y="305803"/>
                </a:lnTo>
                <a:lnTo>
                  <a:pt x="2429942" y="331203"/>
                </a:lnTo>
                <a:lnTo>
                  <a:pt x="2391755" y="356603"/>
                </a:lnTo>
                <a:lnTo>
                  <a:pt x="2347432" y="394703"/>
                </a:lnTo>
                <a:lnTo>
                  <a:pt x="2298223" y="432803"/>
                </a:lnTo>
                <a:lnTo>
                  <a:pt x="2245379" y="470903"/>
                </a:lnTo>
                <a:lnTo>
                  <a:pt x="2190150" y="521703"/>
                </a:lnTo>
                <a:lnTo>
                  <a:pt x="2125059" y="572503"/>
                </a:lnTo>
                <a:lnTo>
                  <a:pt x="2064196" y="623303"/>
                </a:lnTo>
                <a:lnTo>
                  <a:pt x="2007407" y="661403"/>
                </a:lnTo>
                <a:lnTo>
                  <a:pt x="1954537" y="712203"/>
                </a:lnTo>
                <a:lnTo>
                  <a:pt x="1905433" y="750303"/>
                </a:lnTo>
                <a:lnTo>
                  <a:pt x="1859941" y="775703"/>
                </a:lnTo>
                <a:lnTo>
                  <a:pt x="1817906" y="813803"/>
                </a:lnTo>
                <a:lnTo>
                  <a:pt x="1779174" y="839203"/>
                </a:lnTo>
                <a:lnTo>
                  <a:pt x="1743590" y="864603"/>
                </a:lnTo>
                <a:lnTo>
                  <a:pt x="1711002" y="890003"/>
                </a:lnTo>
                <a:lnTo>
                  <a:pt x="1681254" y="915403"/>
                </a:lnTo>
                <a:lnTo>
                  <a:pt x="1654193" y="928103"/>
                </a:lnTo>
                <a:lnTo>
                  <a:pt x="1629664" y="940803"/>
                </a:lnTo>
                <a:lnTo>
                  <a:pt x="1607514" y="966203"/>
                </a:lnTo>
                <a:lnTo>
                  <a:pt x="1557217" y="991603"/>
                </a:lnTo>
                <a:lnTo>
                  <a:pt x="1521934" y="1029703"/>
                </a:lnTo>
                <a:lnTo>
                  <a:pt x="1501509" y="1055103"/>
                </a:lnTo>
                <a:lnTo>
                  <a:pt x="1495790" y="1080503"/>
                </a:lnTo>
                <a:lnTo>
                  <a:pt x="1504624" y="1118603"/>
                </a:lnTo>
                <a:lnTo>
                  <a:pt x="1527856" y="1144003"/>
                </a:lnTo>
                <a:lnTo>
                  <a:pt x="1544536" y="1156703"/>
                </a:lnTo>
                <a:lnTo>
                  <a:pt x="1562306" y="1169403"/>
                </a:lnTo>
                <a:close/>
              </a:path>
              <a:path w="4288155" h="3117215">
                <a:moveTo>
                  <a:pt x="3155777" y="1550403"/>
                </a:moveTo>
                <a:lnTo>
                  <a:pt x="3213034" y="1550403"/>
                </a:lnTo>
                <a:lnTo>
                  <a:pt x="3234152" y="1537703"/>
                </a:lnTo>
                <a:lnTo>
                  <a:pt x="3278112" y="1512303"/>
                </a:lnTo>
                <a:lnTo>
                  <a:pt x="3302994" y="1486903"/>
                </a:lnTo>
                <a:lnTo>
                  <a:pt x="3330456" y="1461503"/>
                </a:lnTo>
                <a:lnTo>
                  <a:pt x="3360076" y="1423403"/>
                </a:lnTo>
                <a:lnTo>
                  <a:pt x="3391436" y="1385303"/>
                </a:lnTo>
                <a:lnTo>
                  <a:pt x="3424113" y="1347203"/>
                </a:lnTo>
                <a:lnTo>
                  <a:pt x="3457689" y="1296403"/>
                </a:lnTo>
                <a:lnTo>
                  <a:pt x="3525855" y="1194803"/>
                </a:lnTo>
                <a:lnTo>
                  <a:pt x="3559604" y="1144003"/>
                </a:lnTo>
                <a:lnTo>
                  <a:pt x="3592570" y="1093203"/>
                </a:lnTo>
                <a:lnTo>
                  <a:pt x="3624334" y="1042403"/>
                </a:lnTo>
                <a:lnTo>
                  <a:pt x="3654474" y="991603"/>
                </a:lnTo>
                <a:lnTo>
                  <a:pt x="3682571" y="940803"/>
                </a:lnTo>
                <a:lnTo>
                  <a:pt x="3708204" y="890002"/>
                </a:lnTo>
                <a:lnTo>
                  <a:pt x="3730954" y="851902"/>
                </a:lnTo>
                <a:lnTo>
                  <a:pt x="3750399" y="801102"/>
                </a:lnTo>
                <a:lnTo>
                  <a:pt x="3766120" y="763002"/>
                </a:lnTo>
                <a:lnTo>
                  <a:pt x="3777697" y="724902"/>
                </a:lnTo>
                <a:lnTo>
                  <a:pt x="3788242" y="686802"/>
                </a:lnTo>
                <a:lnTo>
                  <a:pt x="3788179" y="674102"/>
                </a:lnTo>
                <a:lnTo>
                  <a:pt x="3788054" y="648702"/>
                </a:lnTo>
                <a:lnTo>
                  <a:pt x="3776888" y="610602"/>
                </a:lnTo>
                <a:lnTo>
                  <a:pt x="3754497" y="585202"/>
                </a:lnTo>
                <a:lnTo>
                  <a:pt x="3727939" y="572502"/>
                </a:lnTo>
                <a:lnTo>
                  <a:pt x="3698497" y="559802"/>
                </a:lnTo>
                <a:lnTo>
                  <a:pt x="3668652" y="572503"/>
                </a:lnTo>
                <a:lnTo>
                  <a:pt x="3640883" y="585203"/>
                </a:lnTo>
                <a:lnTo>
                  <a:pt x="3628051" y="597903"/>
                </a:lnTo>
                <a:lnTo>
                  <a:pt x="3613232" y="610603"/>
                </a:lnTo>
                <a:lnTo>
                  <a:pt x="3597339" y="648703"/>
                </a:lnTo>
                <a:lnTo>
                  <a:pt x="3581285" y="686803"/>
                </a:lnTo>
                <a:lnTo>
                  <a:pt x="3566868" y="712203"/>
                </a:lnTo>
                <a:lnTo>
                  <a:pt x="3549413" y="750303"/>
                </a:lnTo>
                <a:lnTo>
                  <a:pt x="3529188" y="788403"/>
                </a:lnTo>
                <a:lnTo>
                  <a:pt x="3506463" y="826503"/>
                </a:lnTo>
                <a:lnTo>
                  <a:pt x="3481508" y="877303"/>
                </a:lnTo>
                <a:lnTo>
                  <a:pt x="3454589" y="915403"/>
                </a:lnTo>
                <a:lnTo>
                  <a:pt x="3425978" y="966203"/>
                </a:lnTo>
                <a:lnTo>
                  <a:pt x="3395942" y="1004303"/>
                </a:lnTo>
                <a:lnTo>
                  <a:pt x="3364750" y="1055103"/>
                </a:lnTo>
                <a:lnTo>
                  <a:pt x="3332672" y="1105903"/>
                </a:lnTo>
                <a:lnTo>
                  <a:pt x="3299977" y="1144003"/>
                </a:lnTo>
                <a:lnTo>
                  <a:pt x="3266933" y="1182103"/>
                </a:lnTo>
                <a:lnTo>
                  <a:pt x="3233809" y="1232903"/>
                </a:lnTo>
                <a:lnTo>
                  <a:pt x="3200875" y="1271003"/>
                </a:lnTo>
                <a:lnTo>
                  <a:pt x="3147360" y="1334503"/>
                </a:lnTo>
                <a:lnTo>
                  <a:pt x="3110643" y="1385303"/>
                </a:lnTo>
                <a:lnTo>
                  <a:pt x="3089561" y="1423403"/>
                </a:lnTo>
                <a:lnTo>
                  <a:pt x="3082949" y="1461503"/>
                </a:lnTo>
                <a:lnTo>
                  <a:pt x="3089645" y="1486903"/>
                </a:lnTo>
                <a:lnTo>
                  <a:pt x="3108483" y="1512303"/>
                </a:lnTo>
                <a:lnTo>
                  <a:pt x="3123081" y="1537703"/>
                </a:lnTo>
                <a:lnTo>
                  <a:pt x="3138857" y="1537703"/>
                </a:lnTo>
                <a:lnTo>
                  <a:pt x="3155777" y="1550403"/>
                </a:lnTo>
                <a:close/>
              </a:path>
              <a:path w="4288155" h="3117215">
                <a:moveTo>
                  <a:pt x="975193" y="1385303"/>
                </a:moveTo>
                <a:lnTo>
                  <a:pt x="1008001" y="1385303"/>
                </a:lnTo>
                <a:lnTo>
                  <a:pt x="1060030" y="1372603"/>
                </a:lnTo>
                <a:lnTo>
                  <a:pt x="1184082" y="1321803"/>
                </a:lnTo>
                <a:lnTo>
                  <a:pt x="1237273" y="1309103"/>
                </a:lnTo>
                <a:lnTo>
                  <a:pt x="1272020" y="1283703"/>
                </a:lnTo>
                <a:lnTo>
                  <a:pt x="1307025" y="1245603"/>
                </a:lnTo>
                <a:lnTo>
                  <a:pt x="1322024" y="1207503"/>
                </a:lnTo>
                <a:lnTo>
                  <a:pt x="1316092" y="1156703"/>
                </a:lnTo>
                <a:lnTo>
                  <a:pt x="1288301" y="1118603"/>
                </a:lnTo>
                <a:lnTo>
                  <a:pt x="1257852" y="1105903"/>
                </a:lnTo>
                <a:lnTo>
                  <a:pt x="1220235" y="1105903"/>
                </a:lnTo>
                <a:lnTo>
                  <a:pt x="1171662" y="1118603"/>
                </a:lnTo>
                <a:lnTo>
                  <a:pt x="1108344" y="1131303"/>
                </a:lnTo>
                <a:lnTo>
                  <a:pt x="961336" y="1194803"/>
                </a:lnTo>
                <a:lnTo>
                  <a:pt x="923870" y="1220203"/>
                </a:lnTo>
                <a:lnTo>
                  <a:pt x="901852" y="1232903"/>
                </a:lnTo>
                <a:lnTo>
                  <a:pt x="888848" y="1258303"/>
                </a:lnTo>
                <a:lnTo>
                  <a:pt x="878546" y="1309103"/>
                </a:lnTo>
                <a:lnTo>
                  <a:pt x="892337" y="1347203"/>
                </a:lnTo>
                <a:lnTo>
                  <a:pt x="925970" y="1372603"/>
                </a:lnTo>
                <a:lnTo>
                  <a:pt x="975193" y="1385303"/>
                </a:lnTo>
                <a:close/>
              </a:path>
              <a:path w="4288155" h="3117215">
                <a:moveTo>
                  <a:pt x="0" y="1537703"/>
                </a:moveTo>
                <a:lnTo>
                  <a:pt x="300818" y="1537703"/>
                </a:lnTo>
                <a:lnTo>
                  <a:pt x="362136" y="1525003"/>
                </a:lnTo>
                <a:lnTo>
                  <a:pt x="420384" y="1525003"/>
                </a:lnTo>
                <a:lnTo>
                  <a:pt x="474783" y="1512303"/>
                </a:lnTo>
                <a:lnTo>
                  <a:pt x="524554" y="1499603"/>
                </a:lnTo>
                <a:lnTo>
                  <a:pt x="568919" y="1486903"/>
                </a:lnTo>
                <a:lnTo>
                  <a:pt x="607100" y="1474203"/>
                </a:lnTo>
                <a:lnTo>
                  <a:pt x="638318" y="1474203"/>
                </a:lnTo>
                <a:lnTo>
                  <a:pt x="661794" y="1461503"/>
                </a:lnTo>
                <a:lnTo>
                  <a:pt x="692951" y="1423403"/>
                </a:lnTo>
                <a:lnTo>
                  <a:pt x="716559" y="1398003"/>
                </a:lnTo>
                <a:lnTo>
                  <a:pt x="729864" y="1359903"/>
                </a:lnTo>
                <a:lnTo>
                  <a:pt x="729947" y="1347203"/>
                </a:lnTo>
                <a:lnTo>
                  <a:pt x="730031" y="1334503"/>
                </a:lnTo>
                <a:lnTo>
                  <a:pt x="717686" y="1296403"/>
                </a:lnTo>
                <a:lnTo>
                  <a:pt x="671647" y="1258303"/>
                </a:lnTo>
                <a:lnTo>
                  <a:pt x="580987" y="1258303"/>
                </a:lnTo>
                <a:lnTo>
                  <a:pt x="496955" y="1283703"/>
                </a:lnTo>
                <a:lnTo>
                  <a:pt x="447326" y="1296403"/>
                </a:lnTo>
                <a:lnTo>
                  <a:pt x="394860" y="1296403"/>
                </a:lnTo>
                <a:lnTo>
                  <a:pt x="284309" y="1321803"/>
                </a:lnTo>
                <a:lnTo>
                  <a:pt x="227668" y="1321803"/>
                </a:lnTo>
                <a:lnTo>
                  <a:pt x="171082" y="1334503"/>
                </a:lnTo>
                <a:lnTo>
                  <a:pt x="0" y="1334503"/>
                </a:lnTo>
                <a:lnTo>
                  <a:pt x="0" y="1537703"/>
                </a:lnTo>
                <a:close/>
              </a:path>
              <a:path w="4288155" h="3117215">
                <a:moveTo>
                  <a:pt x="676609" y="2134603"/>
                </a:moveTo>
                <a:lnTo>
                  <a:pt x="748503" y="2134603"/>
                </a:lnTo>
                <a:lnTo>
                  <a:pt x="780986" y="2121903"/>
                </a:lnTo>
                <a:lnTo>
                  <a:pt x="822396" y="2121903"/>
                </a:lnTo>
                <a:lnTo>
                  <a:pt x="871056" y="2109203"/>
                </a:lnTo>
                <a:lnTo>
                  <a:pt x="925288" y="2096503"/>
                </a:lnTo>
                <a:lnTo>
                  <a:pt x="983416" y="2083803"/>
                </a:lnTo>
                <a:lnTo>
                  <a:pt x="1043761" y="2058403"/>
                </a:lnTo>
                <a:lnTo>
                  <a:pt x="1164393" y="2033003"/>
                </a:lnTo>
                <a:lnTo>
                  <a:pt x="1221325" y="2007603"/>
                </a:lnTo>
                <a:lnTo>
                  <a:pt x="1273764" y="1994903"/>
                </a:lnTo>
                <a:lnTo>
                  <a:pt x="1332366" y="1969503"/>
                </a:lnTo>
                <a:lnTo>
                  <a:pt x="1390103" y="1956803"/>
                </a:lnTo>
                <a:lnTo>
                  <a:pt x="1446586" y="1931403"/>
                </a:lnTo>
                <a:lnTo>
                  <a:pt x="1501427" y="1906003"/>
                </a:lnTo>
                <a:lnTo>
                  <a:pt x="1554238" y="1880603"/>
                </a:lnTo>
                <a:lnTo>
                  <a:pt x="1604630" y="1855203"/>
                </a:lnTo>
                <a:lnTo>
                  <a:pt x="1652216" y="1829803"/>
                </a:lnTo>
                <a:lnTo>
                  <a:pt x="1696606" y="1817103"/>
                </a:lnTo>
                <a:lnTo>
                  <a:pt x="1737413" y="1791703"/>
                </a:lnTo>
                <a:lnTo>
                  <a:pt x="1774249" y="1766303"/>
                </a:lnTo>
                <a:lnTo>
                  <a:pt x="1806724" y="1740903"/>
                </a:lnTo>
                <a:lnTo>
                  <a:pt x="1834451" y="1728203"/>
                </a:lnTo>
                <a:lnTo>
                  <a:pt x="1857040" y="1702803"/>
                </a:lnTo>
                <a:lnTo>
                  <a:pt x="1887480" y="1664703"/>
                </a:lnTo>
                <a:lnTo>
                  <a:pt x="1900067" y="1626603"/>
                </a:lnTo>
                <a:lnTo>
                  <a:pt x="1894841" y="1588503"/>
                </a:lnTo>
                <a:lnTo>
                  <a:pt x="1871838" y="1550403"/>
                </a:lnTo>
                <a:lnTo>
                  <a:pt x="1838429" y="1525003"/>
                </a:lnTo>
                <a:lnTo>
                  <a:pt x="1799496" y="1525003"/>
                </a:lnTo>
                <a:lnTo>
                  <a:pt x="1754877" y="1537703"/>
                </a:lnTo>
                <a:lnTo>
                  <a:pt x="1704411" y="1563103"/>
                </a:lnTo>
                <a:lnTo>
                  <a:pt x="1680208" y="1588503"/>
                </a:lnTo>
                <a:lnTo>
                  <a:pt x="1653003" y="1601203"/>
                </a:lnTo>
                <a:lnTo>
                  <a:pt x="1622827" y="1613903"/>
                </a:lnTo>
                <a:lnTo>
                  <a:pt x="1589713" y="1639303"/>
                </a:lnTo>
                <a:lnTo>
                  <a:pt x="1553693" y="1652003"/>
                </a:lnTo>
                <a:lnTo>
                  <a:pt x="1514799" y="1664703"/>
                </a:lnTo>
                <a:lnTo>
                  <a:pt x="1473064" y="1690103"/>
                </a:lnTo>
                <a:lnTo>
                  <a:pt x="1428519" y="1702803"/>
                </a:lnTo>
                <a:lnTo>
                  <a:pt x="1381197" y="1728203"/>
                </a:lnTo>
                <a:lnTo>
                  <a:pt x="1331131" y="1740903"/>
                </a:lnTo>
                <a:lnTo>
                  <a:pt x="1278351" y="1766303"/>
                </a:lnTo>
                <a:lnTo>
                  <a:pt x="1222891" y="1779003"/>
                </a:lnTo>
                <a:lnTo>
                  <a:pt x="1164783" y="1791703"/>
                </a:lnTo>
                <a:lnTo>
                  <a:pt x="1104059" y="1817103"/>
                </a:lnTo>
                <a:lnTo>
                  <a:pt x="1040751" y="1829803"/>
                </a:lnTo>
                <a:lnTo>
                  <a:pt x="974891" y="1855203"/>
                </a:lnTo>
                <a:lnTo>
                  <a:pt x="906512" y="1867903"/>
                </a:lnTo>
                <a:lnTo>
                  <a:pt x="835646" y="1893303"/>
                </a:lnTo>
                <a:lnTo>
                  <a:pt x="748197" y="1906003"/>
                </a:lnTo>
                <a:lnTo>
                  <a:pt x="686843" y="1931403"/>
                </a:lnTo>
                <a:lnTo>
                  <a:pt x="646421" y="1956803"/>
                </a:lnTo>
                <a:lnTo>
                  <a:pt x="621768" y="1982203"/>
                </a:lnTo>
                <a:lnTo>
                  <a:pt x="607720" y="2007603"/>
                </a:lnTo>
                <a:lnTo>
                  <a:pt x="601777" y="2045703"/>
                </a:lnTo>
                <a:lnTo>
                  <a:pt x="612441" y="2083803"/>
                </a:lnTo>
                <a:lnTo>
                  <a:pt x="637967" y="2109203"/>
                </a:lnTo>
                <a:lnTo>
                  <a:pt x="676609" y="2134603"/>
                </a:lnTo>
                <a:close/>
              </a:path>
              <a:path w="4288155" h="3117215">
                <a:moveTo>
                  <a:pt x="2726300" y="1931403"/>
                </a:moveTo>
                <a:lnTo>
                  <a:pt x="2739760" y="1931403"/>
                </a:lnTo>
                <a:lnTo>
                  <a:pt x="2746660" y="1918703"/>
                </a:lnTo>
                <a:lnTo>
                  <a:pt x="2753657" y="1918703"/>
                </a:lnTo>
                <a:lnTo>
                  <a:pt x="2783118" y="1906003"/>
                </a:lnTo>
                <a:lnTo>
                  <a:pt x="2826038" y="1867903"/>
                </a:lnTo>
                <a:lnTo>
                  <a:pt x="2875055" y="1829803"/>
                </a:lnTo>
                <a:lnTo>
                  <a:pt x="2922808" y="1791703"/>
                </a:lnTo>
                <a:lnTo>
                  <a:pt x="2961934" y="1740903"/>
                </a:lnTo>
                <a:lnTo>
                  <a:pt x="2985072" y="1715503"/>
                </a:lnTo>
                <a:lnTo>
                  <a:pt x="2997839" y="1664703"/>
                </a:lnTo>
                <a:lnTo>
                  <a:pt x="2994935" y="1626603"/>
                </a:lnTo>
                <a:lnTo>
                  <a:pt x="2977541" y="1588503"/>
                </a:lnTo>
                <a:lnTo>
                  <a:pt x="2946842" y="1563103"/>
                </a:lnTo>
                <a:lnTo>
                  <a:pt x="2885256" y="1563103"/>
                </a:lnTo>
                <a:lnTo>
                  <a:pt x="2848763" y="1575803"/>
                </a:lnTo>
                <a:lnTo>
                  <a:pt x="2801014" y="1613903"/>
                </a:lnTo>
                <a:lnTo>
                  <a:pt x="2736417" y="1677403"/>
                </a:lnTo>
                <a:lnTo>
                  <a:pt x="2675384" y="1740903"/>
                </a:lnTo>
                <a:lnTo>
                  <a:pt x="2639752" y="1791703"/>
                </a:lnTo>
                <a:lnTo>
                  <a:pt x="2618965" y="1829803"/>
                </a:lnTo>
                <a:lnTo>
                  <a:pt x="2627057" y="1880603"/>
                </a:lnTo>
                <a:lnTo>
                  <a:pt x="2649487" y="1906003"/>
                </a:lnTo>
                <a:lnTo>
                  <a:pt x="2683491" y="1918703"/>
                </a:lnTo>
                <a:lnTo>
                  <a:pt x="2726300" y="1931403"/>
                </a:lnTo>
                <a:close/>
              </a:path>
              <a:path w="4288155" h="3117215">
                <a:moveTo>
                  <a:pt x="124430" y="2223503"/>
                </a:moveTo>
                <a:lnTo>
                  <a:pt x="226515" y="2223503"/>
                </a:lnTo>
                <a:lnTo>
                  <a:pt x="253620" y="2210803"/>
                </a:lnTo>
                <a:lnTo>
                  <a:pt x="318846" y="2198103"/>
                </a:lnTo>
                <a:lnTo>
                  <a:pt x="372773" y="2172703"/>
                </a:lnTo>
                <a:lnTo>
                  <a:pt x="415153" y="2147303"/>
                </a:lnTo>
                <a:lnTo>
                  <a:pt x="445734" y="2121903"/>
                </a:lnTo>
                <a:lnTo>
                  <a:pt x="470499" y="2071103"/>
                </a:lnTo>
                <a:lnTo>
                  <a:pt x="465788" y="2045703"/>
                </a:lnTo>
                <a:lnTo>
                  <a:pt x="453092" y="2020303"/>
                </a:lnTo>
                <a:lnTo>
                  <a:pt x="434563" y="1994903"/>
                </a:lnTo>
                <a:lnTo>
                  <a:pt x="412354" y="1982203"/>
                </a:lnTo>
                <a:lnTo>
                  <a:pt x="388011" y="1969503"/>
                </a:lnTo>
                <a:lnTo>
                  <a:pt x="337580" y="1969503"/>
                </a:lnTo>
                <a:lnTo>
                  <a:pt x="282983" y="1994903"/>
                </a:lnTo>
                <a:lnTo>
                  <a:pt x="247633" y="2007603"/>
                </a:lnTo>
                <a:lnTo>
                  <a:pt x="212338" y="2007603"/>
                </a:lnTo>
                <a:lnTo>
                  <a:pt x="181185" y="2020303"/>
                </a:lnTo>
                <a:lnTo>
                  <a:pt x="158263" y="2020303"/>
                </a:lnTo>
                <a:lnTo>
                  <a:pt x="117083" y="2045703"/>
                </a:lnTo>
                <a:lnTo>
                  <a:pt x="86023" y="2058403"/>
                </a:lnTo>
                <a:lnTo>
                  <a:pt x="65877" y="2096503"/>
                </a:lnTo>
                <a:lnTo>
                  <a:pt x="57438" y="2121903"/>
                </a:lnTo>
                <a:lnTo>
                  <a:pt x="61498" y="2160003"/>
                </a:lnTo>
                <a:lnTo>
                  <a:pt x="78853" y="2185403"/>
                </a:lnTo>
                <a:lnTo>
                  <a:pt x="110294" y="2210803"/>
                </a:lnTo>
                <a:lnTo>
                  <a:pt x="124430" y="2223503"/>
                </a:lnTo>
                <a:close/>
              </a:path>
              <a:path w="4288155" h="3117215">
                <a:moveTo>
                  <a:pt x="1901719" y="2553703"/>
                </a:moveTo>
                <a:lnTo>
                  <a:pt x="1943503" y="2553703"/>
                </a:lnTo>
                <a:lnTo>
                  <a:pt x="1976298" y="2541003"/>
                </a:lnTo>
                <a:lnTo>
                  <a:pt x="2016185" y="2528303"/>
                </a:lnTo>
                <a:lnTo>
                  <a:pt x="2064791" y="2490203"/>
                </a:lnTo>
                <a:lnTo>
                  <a:pt x="2107302" y="2464803"/>
                </a:lnTo>
                <a:lnTo>
                  <a:pt x="2153919" y="2426703"/>
                </a:lnTo>
                <a:lnTo>
                  <a:pt x="2202545" y="2401303"/>
                </a:lnTo>
                <a:lnTo>
                  <a:pt x="2251086" y="2363203"/>
                </a:lnTo>
                <a:lnTo>
                  <a:pt x="2297447" y="2325103"/>
                </a:lnTo>
                <a:lnTo>
                  <a:pt x="2339532" y="2287003"/>
                </a:lnTo>
                <a:lnTo>
                  <a:pt x="2375246" y="2248903"/>
                </a:lnTo>
                <a:lnTo>
                  <a:pt x="2402494" y="2223503"/>
                </a:lnTo>
                <a:lnTo>
                  <a:pt x="2419181" y="2210803"/>
                </a:lnTo>
                <a:lnTo>
                  <a:pt x="2437799" y="2172703"/>
                </a:lnTo>
                <a:lnTo>
                  <a:pt x="2443867" y="2134603"/>
                </a:lnTo>
                <a:lnTo>
                  <a:pt x="2437402" y="2096503"/>
                </a:lnTo>
                <a:lnTo>
                  <a:pt x="2418425" y="2071103"/>
                </a:lnTo>
                <a:lnTo>
                  <a:pt x="2385328" y="2045703"/>
                </a:lnTo>
                <a:lnTo>
                  <a:pt x="2348052" y="2033003"/>
                </a:lnTo>
                <a:lnTo>
                  <a:pt x="2306541" y="2058403"/>
                </a:lnTo>
                <a:lnTo>
                  <a:pt x="2260737" y="2083803"/>
                </a:lnTo>
                <a:lnTo>
                  <a:pt x="2228302" y="2109203"/>
                </a:lnTo>
                <a:lnTo>
                  <a:pt x="2189782" y="2147303"/>
                </a:lnTo>
                <a:lnTo>
                  <a:pt x="2146708" y="2172703"/>
                </a:lnTo>
                <a:lnTo>
                  <a:pt x="2100612" y="2210803"/>
                </a:lnTo>
                <a:lnTo>
                  <a:pt x="2005486" y="2287003"/>
                </a:lnTo>
                <a:lnTo>
                  <a:pt x="1959520" y="2312403"/>
                </a:lnTo>
                <a:lnTo>
                  <a:pt x="1905819" y="2350503"/>
                </a:lnTo>
                <a:lnTo>
                  <a:pt x="1867539" y="2388603"/>
                </a:lnTo>
                <a:lnTo>
                  <a:pt x="1844405" y="2426703"/>
                </a:lnTo>
                <a:lnTo>
                  <a:pt x="1836144" y="2452103"/>
                </a:lnTo>
                <a:lnTo>
                  <a:pt x="1842482" y="2490203"/>
                </a:lnTo>
                <a:lnTo>
                  <a:pt x="1863146" y="2528303"/>
                </a:lnTo>
                <a:lnTo>
                  <a:pt x="1875556" y="2541003"/>
                </a:lnTo>
                <a:lnTo>
                  <a:pt x="1888297" y="2541003"/>
                </a:lnTo>
                <a:lnTo>
                  <a:pt x="1901719" y="2553703"/>
                </a:lnTo>
                <a:close/>
              </a:path>
              <a:path w="4288155" h="3117215">
                <a:moveTo>
                  <a:pt x="4056663" y="333998"/>
                </a:moveTo>
                <a:lnTo>
                  <a:pt x="4094964" y="323840"/>
                </a:lnTo>
                <a:lnTo>
                  <a:pt x="4140316" y="288407"/>
                </a:lnTo>
                <a:lnTo>
                  <a:pt x="4163326" y="257437"/>
                </a:lnTo>
                <a:lnTo>
                  <a:pt x="4188352" y="214885"/>
                </a:lnTo>
                <a:lnTo>
                  <a:pt x="4216741" y="158694"/>
                </a:lnTo>
                <a:lnTo>
                  <a:pt x="4249839" y="86803"/>
                </a:lnTo>
                <a:lnTo>
                  <a:pt x="4287747" y="0"/>
                </a:lnTo>
                <a:lnTo>
                  <a:pt x="4061795" y="0"/>
                </a:lnTo>
                <a:lnTo>
                  <a:pt x="4059248" y="6306"/>
                </a:lnTo>
                <a:lnTo>
                  <a:pt x="4033553" y="67284"/>
                </a:lnTo>
                <a:lnTo>
                  <a:pt x="4012768" y="113036"/>
                </a:lnTo>
                <a:lnTo>
                  <a:pt x="3995825" y="145788"/>
                </a:lnTo>
                <a:lnTo>
                  <a:pt x="3981657" y="167765"/>
                </a:lnTo>
                <a:lnTo>
                  <a:pt x="3969196" y="181194"/>
                </a:lnTo>
                <a:lnTo>
                  <a:pt x="3957925" y="200255"/>
                </a:lnTo>
                <a:lnTo>
                  <a:pt x="3953075" y="229136"/>
                </a:lnTo>
                <a:lnTo>
                  <a:pt x="3954985" y="260937"/>
                </a:lnTo>
                <a:lnTo>
                  <a:pt x="3963879" y="288407"/>
                </a:lnTo>
                <a:lnTo>
                  <a:pt x="3963992" y="288754"/>
                </a:lnTo>
                <a:lnTo>
                  <a:pt x="3995452" y="316820"/>
                </a:lnTo>
                <a:lnTo>
                  <a:pt x="4041760" y="332884"/>
                </a:lnTo>
                <a:lnTo>
                  <a:pt x="4049363" y="333756"/>
                </a:lnTo>
                <a:lnTo>
                  <a:pt x="4056663" y="333998"/>
                </a:lnTo>
                <a:close/>
              </a:path>
              <a:path w="4288155" h="3117215">
                <a:moveTo>
                  <a:pt x="3572389" y="214183"/>
                </a:moveTo>
                <a:lnTo>
                  <a:pt x="3610136" y="206656"/>
                </a:lnTo>
                <a:lnTo>
                  <a:pt x="3646639" y="184609"/>
                </a:lnTo>
                <a:lnTo>
                  <a:pt x="3682314" y="140127"/>
                </a:lnTo>
                <a:lnTo>
                  <a:pt x="3702593" y="105540"/>
                </a:lnTo>
                <a:lnTo>
                  <a:pt x="3724022" y="63709"/>
                </a:lnTo>
                <a:lnTo>
                  <a:pt x="3746245" y="15372"/>
                </a:lnTo>
                <a:lnTo>
                  <a:pt x="3752683" y="0"/>
                </a:lnTo>
                <a:lnTo>
                  <a:pt x="3527792" y="0"/>
                </a:lnTo>
                <a:lnTo>
                  <a:pt x="3527569" y="512"/>
                </a:lnTo>
                <a:lnTo>
                  <a:pt x="3487059" y="79490"/>
                </a:lnTo>
                <a:lnTo>
                  <a:pt x="3477061" y="120802"/>
                </a:lnTo>
                <a:lnTo>
                  <a:pt x="3482806" y="155364"/>
                </a:lnTo>
                <a:lnTo>
                  <a:pt x="3504156" y="185651"/>
                </a:lnTo>
                <a:lnTo>
                  <a:pt x="3519454" y="198243"/>
                </a:lnTo>
                <a:lnTo>
                  <a:pt x="3536158" y="207198"/>
                </a:lnTo>
                <a:lnTo>
                  <a:pt x="3553919" y="212512"/>
                </a:lnTo>
                <a:lnTo>
                  <a:pt x="3572389" y="214183"/>
                </a:lnTo>
                <a:close/>
              </a:path>
              <a:path w="4288155" h="3117215">
                <a:moveTo>
                  <a:pt x="2894570" y="193493"/>
                </a:moveTo>
                <a:lnTo>
                  <a:pt x="2935969" y="185806"/>
                </a:lnTo>
                <a:lnTo>
                  <a:pt x="2974839" y="158131"/>
                </a:lnTo>
                <a:lnTo>
                  <a:pt x="3010726" y="113411"/>
                </a:lnTo>
                <a:lnTo>
                  <a:pt x="3037942" y="76986"/>
                </a:lnTo>
                <a:lnTo>
                  <a:pt x="3069756" y="33375"/>
                </a:lnTo>
                <a:lnTo>
                  <a:pt x="3093674" y="0"/>
                </a:lnTo>
                <a:lnTo>
                  <a:pt x="2848874" y="0"/>
                </a:lnTo>
                <a:lnTo>
                  <a:pt x="2825440" y="42085"/>
                </a:lnTo>
                <a:lnTo>
                  <a:pt x="2812921" y="73927"/>
                </a:lnTo>
                <a:lnTo>
                  <a:pt x="2809476" y="99649"/>
                </a:lnTo>
                <a:lnTo>
                  <a:pt x="2816398" y="137951"/>
                </a:lnTo>
                <a:lnTo>
                  <a:pt x="2835027" y="167113"/>
                </a:lnTo>
                <a:lnTo>
                  <a:pt x="2862153" y="186004"/>
                </a:lnTo>
                <a:lnTo>
                  <a:pt x="2894570" y="193493"/>
                </a:lnTo>
                <a:close/>
              </a:path>
            </a:pathLst>
          </a:custGeom>
          <a:solidFill>
            <a:srgbClr val="F5F6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object 2"/>
          <p:cNvSpPr/>
          <p:nvPr/>
        </p:nvSpPr>
        <p:spPr>
          <a:xfrm>
            <a:off x="11512794" y="7562"/>
            <a:ext cx="6775450" cy="6502400"/>
          </a:xfrm>
          <a:custGeom>
            <a:avLst/>
            <a:gdLst/>
            <a:ahLst/>
            <a:cxnLst/>
            <a:rect l="l" t="t" r="r" b="b"/>
            <a:pathLst>
              <a:path w="6775450" h="6502400">
                <a:moveTo>
                  <a:pt x="4614422" y="6489699"/>
                </a:moveTo>
                <a:lnTo>
                  <a:pt x="3787893" y="6489699"/>
                </a:lnTo>
                <a:lnTo>
                  <a:pt x="3839579" y="6502399"/>
                </a:lnTo>
                <a:lnTo>
                  <a:pt x="4562536" y="6502399"/>
                </a:lnTo>
                <a:lnTo>
                  <a:pt x="4614422" y="6489699"/>
                </a:lnTo>
                <a:close/>
              </a:path>
              <a:path w="6775450" h="6502400">
                <a:moveTo>
                  <a:pt x="4716503" y="6477000"/>
                </a:moveTo>
                <a:lnTo>
                  <a:pt x="3684823" y="6476999"/>
                </a:lnTo>
                <a:lnTo>
                  <a:pt x="3736308" y="6489699"/>
                </a:lnTo>
                <a:lnTo>
                  <a:pt x="4666122" y="6489699"/>
                </a:lnTo>
                <a:lnTo>
                  <a:pt x="4716503" y="6477000"/>
                </a:lnTo>
                <a:close/>
              </a:path>
              <a:path w="6775450" h="6502400">
                <a:moveTo>
                  <a:pt x="1050412" y="0"/>
                </a:moveTo>
                <a:lnTo>
                  <a:pt x="906661" y="0"/>
                </a:lnTo>
                <a:lnTo>
                  <a:pt x="842053" y="76199"/>
                </a:lnTo>
                <a:lnTo>
                  <a:pt x="810365" y="114299"/>
                </a:lnTo>
                <a:lnTo>
                  <a:pt x="779189" y="165099"/>
                </a:lnTo>
                <a:lnTo>
                  <a:pt x="748525" y="203199"/>
                </a:lnTo>
                <a:lnTo>
                  <a:pt x="718375" y="241299"/>
                </a:lnTo>
                <a:lnTo>
                  <a:pt x="688680" y="292099"/>
                </a:lnTo>
                <a:lnTo>
                  <a:pt x="659595" y="330199"/>
                </a:lnTo>
                <a:lnTo>
                  <a:pt x="631117" y="368299"/>
                </a:lnTo>
                <a:lnTo>
                  <a:pt x="603246" y="419099"/>
                </a:lnTo>
                <a:lnTo>
                  <a:pt x="575980" y="457199"/>
                </a:lnTo>
                <a:lnTo>
                  <a:pt x="549318" y="507999"/>
                </a:lnTo>
                <a:lnTo>
                  <a:pt x="523258" y="546099"/>
                </a:lnTo>
                <a:lnTo>
                  <a:pt x="497799" y="596899"/>
                </a:lnTo>
                <a:lnTo>
                  <a:pt x="472940" y="634999"/>
                </a:lnTo>
                <a:lnTo>
                  <a:pt x="448678" y="685799"/>
                </a:lnTo>
                <a:lnTo>
                  <a:pt x="425013" y="736599"/>
                </a:lnTo>
                <a:lnTo>
                  <a:pt x="401942" y="774699"/>
                </a:lnTo>
                <a:lnTo>
                  <a:pt x="379466" y="825499"/>
                </a:lnTo>
                <a:lnTo>
                  <a:pt x="357581" y="876299"/>
                </a:lnTo>
                <a:lnTo>
                  <a:pt x="336288" y="914399"/>
                </a:lnTo>
                <a:lnTo>
                  <a:pt x="315583" y="965199"/>
                </a:lnTo>
                <a:lnTo>
                  <a:pt x="295467" y="1015999"/>
                </a:lnTo>
                <a:lnTo>
                  <a:pt x="275936" y="1066799"/>
                </a:lnTo>
                <a:lnTo>
                  <a:pt x="256991" y="1104899"/>
                </a:lnTo>
                <a:lnTo>
                  <a:pt x="238629" y="1155699"/>
                </a:lnTo>
                <a:lnTo>
                  <a:pt x="220915" y="1206499"/>
                </a:lnTo>
                <a:lnTo>
                  <a:pt x="203891" y="1257299"/>
                </a:lnTo>
                <a:lnTo>
                  <a:pt x="187559" y="1308099"/>
                </a:lnTo>
                <a:lnTo>
                  <a:pt x="171915" y="1358899"/>
                </a:lnTo>
                <a:lnTo>
                  <a:pt x="156959" y="1396999"/>
                </a:lnTo>
                <a:lnTo>
                  <a:pt x="142690" y="1447799"/>
                </a:lnTo>
                <a:lnTo>
                  <a:pt x="129106" y="1498599"/>
                </a:lnTo>
                <a:lnTo>
                  <a:pt x="116208" y="1549399"/>
                </a:lnTo>
                <a:lnTo>
                  <a:pt x="103992" y="1600199"/>
                </a:lnTo>
                <a:lnTo>
                  <a:pt x="92459" y="1650999"/>
                </a:lnTo>
                <a:lnTo>
                  <a:pt x="81606" y="1701799"/>
                </a:lnTo>
                <a:lnTo>
                  <a:pt x="71434" y="1752599"/>
                </a:lnTo>
                <a:lnTo>
                  <a:pt x="61940" y="1803399"/>
                </a:lnTo>
                <a:lnTo>
                  <a:pt x="53124" y="1854199"/>
                </a:lnTo>
                <a:lnTo>
                  <a:pt x="44985" y="1904999"/>
                </a:lnTo>
                <a:lnTo>
                  <a:pt x="37520" y="1955799"/>
                </a:lnTo>
                <a:lnTo>
                  <a:pt x="30730" y="2006599"/>
                </a:lnTo>
                <a:lnTo>
                  <a:pt x="24613" y="2057399"/>
                </a:lnTo>
                <a:lnTo>
                  <a:pt x="19168" y="2108199"/>
                </a:lnTo>
                <a:lnTo>
                  <a:pt x="14394" y="2158999"/>
                </a:lnTo>
                <a:lnTo>
                  <a:pt x="10289" y="2209799"/>
                </a:lnTo>
                <a:lnTo>
                  <a:pt x="6852" y="2260599"/>
                </a:lnTo>
                <a:lnTo>
                  <a:pt x="4083" y="2311399"/>
                </a:lnTo>
                <a:lnTo>
                  <a:pt x="2092" y="2362199"/>
                </a:lnTo>
                <a:lnTo>
                  <a:pt x="756" y="2412999"/>
                </a:lnTo>
                <a:lnTo>
                  <a:pt x="62" y="2463799"/>
                </a:lnTo>
                <a:lnTo>
                  <a:pt x="0" y="2501899"/>
                </a:lnTo>
                <a:lnTo>
                  <a:pt x="555" y="2552699"/>
                </a:lnTo>
                <a:lnTo>
                  <a:pt x="1718" y="2603499"/>
                </a:lnTo>
                <a:lnTo>
                  <a:pt x="3476" y="2654299"/>
                </a:lnTo>
                <a:lnTo>
                  <a:pt x="5816" y="2705099"/>
                </a:lnTo>
                <a:lnTo>
                  <a:pt x="8728" y="2755899"/>
                </a:lnTo>
                <a:lnTo>
                  <a:pt x="12530" y="2806699"/>
                </a:lnTo>
                <a:lnTo>
                  <a:pt x="16935" y="2857499"/>
                </a:lnTo>
                <a:lnTo>
                  <a:pt x="21984" y="2908299"/>
                </a:lnTo>
                <a:lnTo>
                  <a:pt x="27722" y="2959099"/>
                </a:lnTo>
                <a:lnTo>
                  <a:pt x="34191" y="3009899"/>
                </a:lnTo>
                <a:lnTo>
                  <a:pt x="41434" y="3073399"/>
                </a:lnTo>
                <a:lnTo>
                  <a:pt x="49493" y="3124199"/>
                </a:lnTo>
                <a:lnTo>
                  <a:pt x="58414" y="3174999"/>
                </a:lnTo>
                <a:lnTo>
                  <a:pt x="68237" y="3225799"/>
                </a:lnTo>
                <a:lnTo>
                  <a:pt x="78540" y="3276599"/>
                </a:lnTo>
                <a:lnTo>
                  <a:pt x="89459" y="3327399"/>
                </a:lnTo>
                <a:lnTo>
                  <a:pt x="100995" y="3378199"/>
                </a:lnTo>
                <a:lnTo>
                  <a:pt x="113147" y="3428999"/>
                </a:lnTo>
                <a:lnTo>
                  <a:pt x="125916" y="3479799"/>
                </a:lnTo>
                <a:lnTo>
                  <a:pt x="139301" y="3530599"/>
                </a:lnTo>
                <a:lnTo>
                  <a:pt x="153304" y="3581399"/>
                </a:lnTo>
                <a:lnTo>
                  <a:pt x="167923" y="3619499"/>
                </a:lnTo>
                <a:lnTo>
                  <a:pt x="183159" y="3670299"/>
                </a:lnTo>
                <a:lnTo>
                  <a:pt x="199013" y="3721099"/>
                </a:lnTo>
                <a:lnTo>
                  <a:pt x="215484" y="3771899"/>
                </a:lnTo>
                <a:lnTo>
                  <a:pt x="232573" y="3822699"/>
                </a:lnTo>
                <a:lnTo>
                  <a:pt x="250279" y="3860799"/>
                </a:lnTo>
                <a:lnTo>
                  <a:pt x="268603" y="3911599"/>
                </a:lnTo>
                <a:lnTo>
                  <a:pt x="287544" y="3962399"/>
                </a:lnTo>
                <a:lnTo>
                  <a:pt x="307104" y="4013199"/>
                </a:lnTo>
                <a:lnTo>
                  <a:pt x="327282" y="4051299"/>
                </a:lnTo>
                <a:lnTo>
                  <a:pt x="348078" y="4102099"/>
                </a:lnTo>
                <a:lnTo>
                  <a:pt x="369493" y="4152899"/>
                </a:lnTo>
                <a:lnTo>
                  <a:pt x="391526" y="4190999"/>
                </a:lnTo>
                <a:lnTo>
                  <a:pt x="414177" y="4241799"/>
                </a:lnTo>
                <a:lnTo>
                  <a:pt x="437448" y="4279899"/>
                </a:lnTo>
                <a:lnTo>
                  <a:pt x="461337" y="4330699"/>
                </a:lnTo>
                <a:lnTo>
                  <a:pt x="485845" y="4381499"/>
                </a:lnTo>
                <a:lnTo>
                  <a:pt x="510973" y="4419599"/>
                </a:lnTo>
                <a:lnTo>
                  <a:pt x="536719" y="4470399"/>
                </a:lnTo>
                <a:lnTo>
                  <a:pt x="563085" y="4508499"/>
                </a:lnTo>
                <a:lnTo>
                  <a:pt x="590071" y="4559299"/>
                </a:lnTo>
                <a:lnTo>
                  <a:pt x="617676" y="4597399"/>
                </a:lnTo>
                <a:lnTo>
                  <a:pt x="645901" y="4635499"/>
                </a:lnTo>
                <a:lnTo>
                  <a:pt x="674801" y="4686299"/>
                </a:lnTo>
                <a:lnTo>
                  <a:pt x="704199" y="4724399"/>
                </a:lnTo>
                <a:lnTo>
                  <a:pt x="734094" y="4775199"/>
                </a:lnTo>
                <a:lnTo>
                  <a:pt x="764485" y="4813299"/>
                </a:lnTo>
                <a:lnTo>
                  <a:pt x="795374" y="4851399"/>
                </a:lnTo>
                <a:lnTo>
                  <a:pt x="826759" y="4889499"/>
                </a:lnTo>
                <a:lnTo>
                  <a:pt x="858640" y="4927599"/>
                </a:lnTo>
                <a:lnTo>
                  <a:pt x="891017" y="4978399"/>
                </a:lnTo>
                <a:lnTo>
                  <a:pt x="923890" y="5016499"/>
                </a:lnTo>
                <a:lnTo>
                  <a:pt x="957258" y="5054599"/>
                </a:lnTo>
                <a:lnTo>
                  <a:pt x="991122" y="5092699"/>
                </a:lnTo>
                <a:lnTo>
                  <a:pt x="1025480" y="5130799"/>
                </a:lnTo>
                <a:lnTo>
                  <a:pt x="1060333" y="5168899"/>
                </a:lnTo>
                <a:lnTo>
                  <a:pt x="1095680" y="5206999"/>
                </a:lnTo>
                <a:lnTo>
                  <a:pt x="1131521" y="5245099"/>
                </a:lnTo>
                <a:lnTo>
                  <a:pt x="1167856" y="5283199"/>
                </a:lnTo>
                <a:lnTo>
                  <a:pt x="1204685" y="5321299"/>
                </a:lnTo>
                <a:lnTo>
                  <a:pt x="1242007" y="5346699"/>
                </a:lnTo>
                <a:lnTo>
                  <a:pt x="1279822" y="5384799"/>
                </a:lnTo>
                <a:lnTo>
                  <a:pt x="1318129" y="5422899"/>
                </a:lnTo>
                <a:lnTo>
                  <a:pt x="1356929" y="5460999"/>
                </a:lnTo>
                <a:lnTo>
                  <a:pt x="1396221" y="5486399"/>
                </a:lnTo>
                <a:lnTo>
                  <a:pt x="1475933" y="5562599"/>
                </a:lnTo>
                <a:lnTo>
                  <a:pt x="1516323" y="5587999"/>
                </a:lnTo>
                <a:lnTo>
                  <a:pt x="1557068" y="5626099"/>
                </a:lnTo>
                <a:lnTo>
                  <a:pt x="1598167" y="5651499"/>
                </a:lnTo>
                <a:lnTo>
                  <a:pt x="1639619" y="5689599"/>
                </a:lnTo>
                <a:lnTo>
                  <a:pt x="1723582" y="5740399"/>
                </a:lnTo>
                <a:lnTo>
                  <a:pt x="1766091" y="5778499"/>
                </a:lnTo>
                <a:lnTo>
                  <a:pt x="1808951" y="5803899"/>
                </a:lnTo>
                <a:lnTo>
                  <a:pt x="1983887" y="5905499"/>
                </a:lnTo>
                <a:lnTo>
                  <a:pt x="2028491" y="5943599"/>
                </a:lnTo>
                <a:lnTo>
                  <a:pt x="2118741" y="5994399"/>
                </a:lnTo>
                <a:lnTo>
                  <a:pt x="2164384" y="6007099"/>
                </a:lnTo>
                <a:lnTo>
                  <a:pt x="2349462" y="6108699"/>
                </a:lnTo>
                <a:lnTo>
                  <a:pt x="2396178" y="6121399"/>
                </a:lnTo>
                <a:lnTo>
                  <a:pt x="2490289" y="6172199"/>
                </a:lnTo>
                <a:lnTo>
                  <a:pt x="2537683" y="6184899"/>
                </a:lnTo>
                <a:lnTo>
                  <a:pt x="2585304" y="6210299"/>
                </a:lnTo>
                <a:lnTo>
                  <a:pt x="2633151" y="6222999"/>
                </a:lnTo>
                <a:lnTo>
                  <a:pt x="2681225" y="6248399"/>
                </a:lnTo>
                <a:lnTo>
                  <a:pt x="2778055" y="6273799"/>
                </a:lnTo>
                <a:lnTo>
                  <a:pt x="2826811" y="6299199"/>
                </a:lnTo>
                <a:lnTo>
                  <a:pt x="3377950" y="6438899"/>
                </a:lnTo>
                <a:lnTo>
                  <a:pt x="3428858" y="6438899"/>
                </a:lnTo>
                <a:lnTo>
                  <a:pt x="3530956" y="6464299"/>
                </a:lnTo>
                <a:lnTo>
                  <a:pt x="3582148" y="6464299"/>
                </a:lnTo>
                <a:lnTo>
                  <a:pt x="3633437" y="6476999"/>
                </a:lnTo>
                <a:lnTo>
                  <a:pt x="4766803" y="6477000"/>
                </a:lnTo>
                <a:lnTo>
                  <a:pt x="4867143" y="6451600"/>
                </a:lnTo>
                <a:lnTo>
                  <a:pt x="4917175" y="6451600"/>
                </a:lnTo>
                <a:lnTo>
                  <a:pt x="5016944" y="6426200"/>
                </a:lnTo>
                <a:lnTo>
                  <a:pt x="5066673" y="6426200"/>
                </a:lnTo>
                <a:lnTo>
                  <a:pt x="5165799" y="6400800"/>
                </a:lnTo>
                <a:lnTo>
                  <a:pt x="3937119" y="6400799"/>
                </a:lnTo>
                <a:lnTo>
                  <a:pt x="3886110" y="6388099"/>
                </a:lnTo>
                <a:lnTo>
                  <a:pt x="3784464" y="6388099"/>
                </a:lnTo>
                <a:lnTo>
                  <a:pt x="3733826" y="6375399"/>
                </a:lnTo>
                <a:lnTo>
                  <a:pt x="3683310" y="6375399"/>
                </a:lnTo>
                <a:lnTo>
                  <a:pt x="3632915" y="6362699"/>
                </a:lnTo>
                <a:lnTo>
                  <a:pt x="3582641" y="6362699"/>
                </a:lnTo>
                <a:lnTo>
                  <a:pt x="3532486" y="6349999"/>
                </a:lnTo>
                <a:lnTo>
                  <a:pt x="3482451" y="6349999"/>
                </a:lnTo>
                <a:lnTo>
                  <a:pt x="3333049" y="6311899"/>
                </a:lnTo>
                <a:lnTo>
                  <a:pt x="3283480" y="6311899"/>
                </a:lnTo>
                <a:lnTo>
                  <a:pt x="2988452" y="6235699"/>
                </a:lnTo>
                <a:lnTo>
                  <a:pt x="2939670" y="6210299"/>
                </a:lnTo>
                <a:lnTo>
                  <a:pt x="2793975" y="6172199"/>
                </a:lnTo>
                <a:lnTo>
                  <a:pt x="2745625" y="6146799"/>
                </a:lnTo>
                <a:lnTo>
                  <a:pt x="2697381" y="6134099"/>
                </a:lnTo>
                <a:lnTo>
                  <a:pt x="2649241" y="6108699"/>
                </a:lnTo>
                <a:lnTo>
                  <a:pt x="2601456" y="6095999"/>
                </a:lnTo>
                <a:lnTo>
                  <a:pt x="2553993" y="6070599"/>
                </a:lnTo>
                <a:lnTo>
                  <a:pt x="2506852" y="6057899"/>
                </a:lnTo>
                <a:lnTo>
                  <a:pt x="2460035" y="6032499"/>
                </a:lnTo>
                <a:lnTo>
                  <a:pt x="2413540" y="6019799"/>
                </a:lnTo>
                <a:lnTo>
                  <a:pt x="2275998" y="5943599"/>
                </a:lnTo>
                <a:lnTo>
                  <a:pt x="2230798" y="5930899"/>
                </a:lnTo>
                <a:lnTo>
                  <a:pt x="2053246" y="5829299"/>
                </a:lnTo>
                <a:lnTo>
                  <a:pt x="1923496" y="5753099"/>
                </a:lnTo>
                <a:lnTo>
                  <a:pt x="1880898" y="5714999"/>
                </a:lnTo>
                <a:lnTo>
                  <a:pt x="1755062" y="5638799"/>
                </a:lnTo>
                <a:lnTo>
                  <a:pt x="1713771" y="5600699"/>
                </a:lnTo>
                <a:lnTo>
                  <a:pt x="1672807" y="5575299"/>
                </a:lnTo>
                <a:lnTo>
                  <a:pt x="1632170" y="5537199"/>
                </a:lnTo>
                <a:lnTo>
                  <a:pt x="1591861" y="5511799"/>
                </a:lnTo>
                <a:lnTo>
                  <a:pt x="1551881" y="5473699"/>
                </a:lnTo>
                <a:lnTo>
                  <a:pt x="1513021" y="5448299"/>
                </a:lnTo>
                <a:lnTo>
                  <a:pt x="1474620" y="5410199"/>
                </a:lnTo>
                <a:lnTo>
                  <a:pt x="1436681" y="5384799"/>
                </a:lnTo>
                <a:lnTo>
                  <a:pt x="1399204" y="5346699"/>
                </a:lnTo>
                <a:lnTo>
                  <a:pt x="1362191" y="5321299"/>
                </a:lnTo>
                <a:lnTo>
                  <a:pt x="1325642" y="5283199"/>
                </a:lnTo>
                <a:lnTo>
                  <a:pt x="1289559" y="5245099"/>
                </a:lnTo>
                <a:lnTo>
                  <a:pt x="1253944" y="5206999"/>
                </a:lnTo>
                <a:lnTo>
                  <a:pt x="1218796" y="5181599"/>
                </a:lnTo>
                <a:lnTo>
                  <a:pt x="1184118" y="5143499"/>
                </a:lnTo>
                <a:lnTo>
                  <a:pt x="1149910" y="5105399"/>
                </a:lnTo>
                <a:lnTo>
                  <a:pt x="1116175" y="5067299"/>
                </a:lnTo>
                <a:lnTo>
                  <a:pt x="1082912" y="5029199"/>
                </a:lnTo>
                <a:lnTo>
                  <a:pt x="1050124" y="4991099"/>
                </a:lnTo>
                <a:lnTo>
                  <a:pt x="1017811" y="4952999"/>
                </a:lnTo>
                <a:lnTo>
                  <a:pt x="985974" y="4914899"/>
                </a:lnTo>
                <a:lnTo>
                  <a:pt x="954616" y="4876799"/>
                </a:lnTo>
                <a:lnTo>
                  <a:pt x="923736" y="4838699"/>
                </a:lnTo>
                <a:lnTo>
                  <a:pt x="893337" y="4800599"/>
                </a:lnTo>
                <a:lnTo>
                  <a:pt x="863419" y="4762499"/>
                </a:lnTo>
                <a:lnTo>
                  <a:pt x="833984" y="4724399"/>
                </a:lnTo>
                <a:lnTo>
                  <a:pt x="805032" y="4673599"/>
                </a:lnTo>
                <a:lnTo>
                  <a:pt x="776565" y="4635499"/>
                </a:lnTo>
                <a:lnTo>
                  <a:pt x="748585" y="4597399"/>
                </a:lnTo>
                <a:lnTo>
                  <a:pt x="721092" y="4559299"/>
                </a:lnTo>
                <a:lnTo>
                  <a:pt x="694087" y="4508499"/>
                </a:lnTo>
                <a:lnTo>
                  <a:pt x="667573" y="4470399"/>
                </a:lnTo>
                <a:lnTo>
                  <a:pt x="640918" y="4419599"/>
                </a:lnTo>
                <a:lnTo>
                  <a:pt x="614898" y="4381499"/>
                </a:lnTo>
                <a:lnTo>
                  <a:pt x="589512" y="4330699"/>
                </a:lnTo>
                <a:lnTo>
                  <a:pt x="564761" y="4292599"/>
                </a:lnTo>
                <a:lnTo>
                  <a:pt x="540645" y="4241799"/>
                </a:lnTo>
                <a:lnTo>
                  <a:pt x="517165" y="4203699"/>
                </a:lnTo>
                <a:lnTo>
                  <a:pt x="494322" y="4152899"/>
                </a:lnTo>
                <a:lnTo>
                  <a:pt x="472117" y="4102099"/>
                </a:lnTo>
                <a:lnTo>
                  <a:pt x="450549" y="4063999"/>
                </a:lnTo>
                <a:lnTo>
                  <a:pt x="429619" y="4013199"/>
                </a:lnTo>
                <a:lnTo>
                  <a:pt x="409329" y="3962399"/>
                </a:lnTo>
                <a:lnTo>
                  <a:pt x="389678" y="3924299"/>
                </a:lnTo>
                <a:lnTo>
                  <a:pt x="370667" y="3873499"/>
                </a:lnTo>
                <a:lnTo>
                  <a:pt x="352297" y="3822699"/>
                </a:lnTo>
                <a:lnTo>
                  <a:pt x="334568" y="3771899"/>
                </a:lnTo>
                <a:lnTo>
                  <a:pt x="317481" y="3733799"/>
                </a:lnTo>
                <a:lnTo>
                  <a:pt x="301037" y="3682999"/>
                </a:lnTo>
                <a:lnTo>
                  <a:pt x="285235" y="3632199"/>
                </a:lnTo>
                <a:lnTo>
                  <a:pt x="270078" y="3581399"/>
                </a:lnTo>
                <a:lnTo>
                  <a:pt x="255564" y="3530599"/>
                </a:lnTo>
                <a:lnTo>
                  <a:pt x="241695" y="3479799"/>
                </a:lnTo>
                <a:lnTo>
                  <a:pt x="228471" y="3428999"/>
                </a:lnTo>
                <a:lnTo>
                  <a:pt x="215893" y="3378199"/>
                </a:lnTo>
                <a:lnTo>
                  <a:pt x="204359" y="3327399"/>
                </a:lnTo>
                <a:lnTo>
                  <a:pt x="193509" y="3289299"/>
                </a:lnTo>
                <a:lnTo>
                  <a:pt x="183338" y="3238499"/>
                </a:lnTo>
                <a:lnTo>
                  <a:pt x="173840" y="3187699"/>
                </a:lnTo>
                <a:lnTo>
                  <a:pt x="165008" y="3136899"/>
                </a:lnTo>
                <a:lnTo>
                  <a:pt x="156838" y="3086099"/>
                </a:lnTo>
                <a:lnTo>
                  <a:pt x="149324" y="3035299"/>
                </a:lnTo>
                <a:lnTo>
                  <a:pt x="142459" y="2984499"/>
                </a:lnTo>
                <a:lnTo>
                  <a:pt x="136239" y="2933699"/>
                </a:lnTo>
                <a:lnTo>
                  <a:pt x="130656" y="2895599"/>
                </a:lnTo>
                <a:lnTo>
                  <a:pt x="125707" y="2844799"/>
                </a:lnTo>
                <a:lnTo>
                  <a:pt x="121384" y="2793999"/>
                </a:lnTo>
                <a:lnTo>
                  <a:pt x="117682" y="2743199"/>
                </a:lnTo>
                <a:lnTo>
                  <a:pt x="114633" y="2692399"/>
                </a:lnTo>
                <a:lnTo>
                  <a:pt x="112200" y="2641599"/>
                </a:lnTo>
                <a:lnTo>
                  <a:pt x="110391" y="2590799"/>
                </a:lnTo>
                <a:lnTo>
                  <a:pt x="109213" y="2539999"/>
                </a:lnTo>
                <a:lnTo>
                  <a:pt x="108673" y="2501899"/>
                </a:lnTo>
                <a:lnTo>
                  <a:pt x="108778" y="2451099"/>
                </a:lnTo>
                <a:lnTo>
                  <a:pt x="109536" y="2400299"/>
                </a:lnTo>
                <a:lnTo>
                  <a:pt x="110953" y="2349499"/>
                </a:lnTo>
                <a:lnTo>
                  <a:pt x="113037" y="2298699"/>
                </a:lnTo>
                <a:lnTo>
                  <a:pt x="115889" y="2247899"/>
                </a:lnTo>
                <a:lnTo>
                  <a:pt x="119411" y="2209799"/>
                </a:lnTo>
                <a:lnTo>
                  <a:pt x="123602" y="2158999"/>
                </a:lnTo>
                <a:lnTo>
                  <a:pt x="128461" y="2108199"/>
                </a:lnTo>
                <a:lnTo>
                  <a:pt x="133985" y="2057399"/>
                </a:lnTo>
                <a:lnTo>
                  <a:pt x="140174" y="2006599"/>
                </a:lnTo>
                <a:lnTo>
                  <a:pt x="147026" y="1955799"/>
                </a:lnTo>
                <a:lnTo>
                  <a:pt x="154540" y="1904999"/>
                </a:lnTo>
                <a:lnTo>
                  <a:pt x="162713" y="1854199"/>
                </a:lnTo>
                <a:lnTo>
                  <a:pt x="171545" y="1803399"/>
                </a:lnTo>
                <a:lnTo>
                  <a:pt x="181033" y="1765299"/>
                </a:lnTo>
                <a:lnTo>
                  <a:pt x="191178" y="1714499"/>
                </a:lnTo>
                <a:lnTo>
                  <a:pt x="201976" y="1663699"/>
                </a:lnTo>
                <a:lnTo>
                  <a:pt x="213428" y="1612899"/>
                </a:lnTo>
                <a:lnTo>
                  <a:pt x="225530" y="1562099"/>
                </a:lnTo>
                <a:lnTo>
                  <a:pt x="238282" y="1523999"/>
                </a:lnTo>
                <a:lnTo>
                  <a:pt x="251682" y="1473199"/>
                </a:lnTo>
                <a:lnTo>
                  <a:pt x="265728" y="1422399"/>
                </a:lnTo>
                <a:lnTo>
                  <a:pt x="280380" y="1371599"/>
                </a:lnTo>
                <a:lnTo>
                  <a:pt x="295617" y="1320799"/>
                </a:lnTo>
                <a:lnTo>
                  <a:pt x="311441" y="1282699"/>
                </a:lnTo>
                <a:lnTo>
                  <a:pt x="327856" y="1231899"/>
                </a:lnTo>
                <a:lnTo>
                  <a:pt x="344864" y="1181099"/>
                </a:lnTo>
                <a:lnTo>
                  <a:pt x="362467" y="1142999"/>
                </a:lnTo>
                <a:lnTo>
                  <a:pt x="380668" y="1092199"/>
                </a:lnTo>
                <a:lnTo>
                  <a:pt x="399468" y="1041399"/>
                </a:lnTo>
                <a:lnTo>
                  <a:pt x="418872" y="1003299"/>
                </a:lnTo>
                <a:lnTo>
                  <a:pt x="438880" y="952499"/>
                </a:lnTo>
                <a:lnTo>
                  <a:pt x="459495" y="914399"/>
                </a:lnTo>
                <a:lnTo>
                  <a:pt x="480720" y="863599"/>
                </a:lnTo>
                <a:lnTo>
                  <a:pt x="502557" y="825499"/>
                </a:lnTo>
                <a:lnTo>
                  <a:pt x="525009" y="774699"/>
                </a:lnTo>
                <a:lnTo>
                  <a:pt x="548077" y="736599"/>
                </a:lnTo>
                <a:lnTo>
                  <a:pt x="572197" y="685799"/>
                </a:lnTo>
                <a:lnTo>
                  <a:pt x="596850" y="647699"/>
                </a:lnTo>
                <a:lnTo>
                  <a:pt x="622039" y="596899"/>
                </a:lnTo>
                <a:lnTo>
                  <a:pt x="647766" y="558799"/>
                </a:lnTo>
                <a:lnTo>
                  <a:pt x="674033" y="507999"/>
                </a:lnTo>
                <a:lnTo>
                  <a:pt x="700842" y="469899"/>
                </a:lnTo>
                <a:lnTo>
                  <a:pt x="728196" y="431799"/>
                </a:lnTo>
                <a:lnTo>
                  <a:pt x="756098" y="380999"/>
                </a:lnTo>
                <a:lnTo>
                  <a:pt x="784550" y="342899"/>
                </a:lnTo>
                <a:lnTo>
                  <a:pt x="813553" y="304799"/>
                </a:lnTo>
                <a:lnTo>
                  <a:pt x="843111" y="253999"/>
                </a:lnTo>
                <a:lnTo>
                  <a:pt x="873226" y="215899"/>
                </a:lnTo>
                <a:lnTo>
                  <a:pt x="903900" y="177799"/>
                </a:lnTo>
                <a:lnTo>
                  <a:pt x="935136" y="139699"/>
                </a:lnTo>
                <a:lnTo>
                  <a:pt x="966935" y="101600"/>
                </a:lnTo>
                <a:lnTo>
                  <a:pt x="999301" y="63500"/>
                </a:lnTo>
                <a:lnTo>
                  <a:pt x="1032235" y="25400"/>
                </a:lnTo>
                <a:lnTo>
                  <a:pt x="1050412" y="0"/>
                </a:lnTo>
                <a:close/>
              </a:path>
              <a:path w="6775450" h="6502400">
                <a:moveTo>
                  <a:pt x="6775206" y="5511800"/>
                </a:moveTo>
                <a:lnTo>
                  <a:pt x="6737261" y="5537200"/>
                </a:lnTo>
                <a:lnTo>
                  <a:pt x="6696526" y="5562600"/>
                </a:lnTo>
                <a:lnTo>
                  <a:pt x="6655386" y="5600700"/>
                </a:lnTo>
                <a:lnTo>
                  <a:pt x="6613843" y="5626100"/>
                </a:lnTo>
                <a:lnTo>
                  <a:pt x="6571897" y="5664200"/>
                </a:lnTo>
                <a:lnTo>
                  <a:pt x="6529550" y="5689600"/>
                </a:lnTo>
                <a:lnTo>
                  <a:pt x="6400114" y="5765800"/>
                </a:lnTo>
                <a:lnTo>
                  <a:pt x="6356175" y="5803900"/>
                </a:lnTo>
                <a:lnTo>
                  <a:pt x="6179115" y="5905500"/>
                </a:lnTo>
                <a:lnTo>
                  <a:pt x="6134415" y="5918200"/>
                </a:lnTo>
                <a:lnTo>
                  <a:pt x="5998947" y="5994400"/>
                </a:lnTo>
                <a:lnTo>
                  <a:pt x="5953337" y="6007100"/>
                </a:lnTo>
                <a:lnTo>
                  <a:pt x="5861439" y="6057900"/>
                </a:lnTo>
                <a:lnTo>
                  <a:pt x="5815152" y="6070600"/>
                </a:lnTo>
                <a:lnTo>
                  <a:pt x="5768641" y="6096000"/>
                </a:lnTo>
                <a:lnTo>
                  <a:pt x="5721906" y="6108700"/>
                </a:lnTo>
                <a:lnTo>
                  <a:pt x="5674948" y="6134100"/>
                </a:lnTo>
                <a:lnTo>
                  <a:pt x="5580363" y="6159500"/>
                </a:lnTo>
                <a:lnTo>
                  <a:pt x="5532738" y="6184900"/>
                </a:lnTo>
                <a:lnTo>
                  <a:pt x="4943716" y="6337300"/>
                </a:lnTo>
                <a:lnTo>
                  <a:pt x="4893340" y="6337300"/>
                </a:lnTo>
                <a:lnTo>
                  <a:pt x="4792286" y="6362700"/>
                </a:lnTo>
                <a:lnTo>
                  <a:pt x="4741612" y="6362700"/>
                </a:lnTo>
                <a:lnTo>
                  <a:pt x="4690842" y="6375400"/>
                </a:lnTo>
                <a:lnTo>
                  <a:pt x="4589019" y="6375399"/>
                </a:lnTo>
                <a:lnTo>
                  <a:pt x="4539639" y="6388099"/>
                </a:lnTo>
                <a:lnTo>
                  <a:pt x="4391571" y="6388099"/>
                </a:lnTo>
                <a:lnTo>
                  <a:pt x="4342216" y="6400799"/>
                </a:lnTo>
                <a:lnTo>
                  <a:pt x="5165799" y="6400800"/>
                </a:lnTo>
                <a:lnTo>
                  <a:pt x="5414116" y="6337300"/>
                </a:lnTo>
                <a:lnTo>
                  <a:pt x="5464051" y="6311900"/>
                </a:lnTo>
                <a:lnTo>
                  <a:pt x="5612537" y="6273800"/>
                </a:lnTo>
                <a:lnTo>
                  <a:pt x="5661585" y="6248400"/>
                </a:lnTo>
                <a:lnTo>
                  <a:pt x="5710406" y="6235700"/>
                </a:lnTo>
                <a:lnTo>
                  <a:pt x="5758997" y="6210300"/>
                </a:lnTo>
                <a:lnTo>
                  <a:pt x="5807355" y="6197600"/>
                </a:lnTo>
                <a:lnTo>
                  <a:pt x="5855479" y="6172200"/>
                </a:lnTo>
                <a:lnTo>
                  <a:pt x="5903366" y="6159500"/>
                </a:lnTo>
                <a:lnTo>
                  <a:pt x="5998419" y="6108700"/>
                </a:lnTo>
                <a:lnTo>
                  <a:pt x="6045581" y="6096000"/>
                </a:lnTo>
                <a:lnTo>
                  <a:pt x="6139163" y="6045200"/>
                </a:lnTo>
                <a:lnTo>
                  <a:pt x="6317670" y="5943600"/>
                </a:lnTo>
                <a:lnTo>
                  <a:pt x="6490904" y="5842000"/>
                </a:lnTo>
                <a:lnTo>
                  <a:pt x="6617359" y="5765800"/>
                </a:lnTo>
                <a:lnTo>
                  <a:pt x="6658848" y="5727700"/>
                </a:lnTo>
                <a:lnTo>
                  <a:pt x="6740830" y="5676900"/>
                </a:lnTo>
                <a:lnTo>
                  <a:pt x="6775206" y="5651500"/>
                </a:lnTo>
                <a:lnTo>
                  <a:pt x="6775206" y="5511800"/>
                </a:lnTo>
                <a:close/>
              </a:path>
              <a:path w="6775450" h="6502400">
                <a:moveTo>
                  <a:pt x="4063398" y="6045199"/>
                </a:moveTo>
                <a:lnTo>
                  <a:pt x="3504040" y="6045199"/>
                </a:lnTo>
                <a:lnTo>
                  <a:pt x="3556036" y="6057899"/>
                </a:lnTo>
                <a:lnTo>
                  <a:pt x="4013460" y="6057899"/>
                </a:lnTo>
                <a:lnTo>
                  <a:pt x="4063398" y="6045199"/>
                </a:lnTo>
                <a:close/>
              </a:path>
              <a:path w="6775450" h="6502400">
                <a:moveTo>
                  <a:pt x="4212465" y="6032499"/>
                </a:moveTo>
                <a:lnTo>
                  <a:pt x="3348631" y="6032499"/>
                </a:lnTo>
                <a:lnTo>
                  <a:pt x="3400335" y="6045199"/>
                </a:lnTo>
                <a:lnTo>
                  <a:pt x="4162900" y="6045199"/>
                </a:lnTo>
                <a:lnTo>
                  <a:pt x="4212465" y="6032499"/>
                </a:lnTo>
                <a:close/>
              </a:path>
              <a:path w="6775450" h="6502400">
                <a:moveTo>
                  <a:pt x="4311230" y="6019799"/>
                </a:moveTo>
                <a:lnTo>
                  <a:pt x="3245533" y="6019799"/>
                </a:lnTo>
                <a:lnTo>
                  <a:pt x="3297029" y="6032499"/>
                </a:lnTo>
                <a:lnTo>
                  <a:pt x="4261908" y="6032499"/>
                </a:lnTo>
                <a:lnTo>
                  <a:pt x="4311230" y="6019799"/>
                </a:lnTo>
                <a:close/>
              </a:path>
              <a:path w="6775450" h="6502400">
                <a:moveTo>
                  <a:pt x="6775206" y="0"/>
                </a:moveTo>
                <a:lnTo>
                  <a:pt x="1413569" y="0"/>
                </a:lnTo>
                <a:lnTo>
                  <a:pt x="1383590" y="38100"/>
                </a:lnTo>
                <a:lnTo>
                  <a:pt x="1354013" y="88900"/>
                </a:lnTo>
                <a:lnTo>
                  <a:pt x="1324839" y="127000"/>
                </a:lnTo>
                <a:lnTo>
                  <a:pt x="1296070" y="165100"/>
                </a:lnTo>
                <a:lnTo>
                  <a:pt x="1267707" y="215900"/>
                </a:lnTo>
                <a:lnTo>
                  <a:pt x="1239755" y="254000"/>
                </a:lnTo>
                <a:lnTo>
                  <a:pt x="1212153" y="304800"/>
                </a:lnTo>
                <a:lnTo>
                  <a:pt x="1185000" y="342900"/>
                </a:lnTo>
                <a:lnTo>
                  <a:pt x="1158298" y="381000"/>
                </a:lnTo>
                <a:lnTo>
                  <a:pt x="1132050" y="431799"/>
                </a:lnTo>
                <a:lnTo>
                  <a:pt x="1106258" y="469899"/>
                </a:lnTo>
                <a:lnTo>
                  <a:pt x="1080924" y="520699"/>
                </a:lnTo>
                <a:lnTo>
                  <a:pt x="1056050" y="558799"/>
                </a:lnTo>
                <a:lnTo>
                  <a:pt x="1031640" y="609599"/>
                </a:lnTo>
                <a:lnTo>
                  <a:pt x="1007694" y="660399"/>
                </a:lnTo>
                <a:lnTo>
                  <a:pt x="984216" y="698499"/>
                </a:lnTo>
                <a:lnTo>
                  <a:pt x="961209" y="749299"/>
                </a:lnTo>
                <a:lnTo>
                  <a:pt x="938673" y="787399"/>
                </a:lnTo>
                <a:lnTo>
                  <a:pt x="916613" y="838199"/>
                </a:lnTo>
                <a:lnTo>
                  <a:pt x="895029" y="888999"/>
                </a:lnTo>
                <a:lnTo>
                  <a:pt x="873925" y="927099"/>
                </a:lnTo>
                <a:lnTo>
                  <a:pt x="853302" y="977899"/>
                </a:lnTo>
                <a:lnTo>
                  <a:pt x="833164" y="1028699"/>
                </a:lnTo>
                <a:lnTo>
                  <a:pt x="813512" y="1066799"/>
                </a:lnTo>
                <a:lnTo>
                  <a:pt x="794350" y="1117599"/>
                </a:lnTo>
                <a:lnTo>
                  <a:pt x="775678" y="1168399"/>
                </a:lnTo>
                <a:lnTo>
                  <a:pt x="757500" y="1219199"/>
                </a:lnTo>
                <a:lnTo>
                  <a:pt x="739818" y="1257299"/>
                </a:lnTo>
                <a:lnTo>
                  <a:pt x="722634" y="1308099"/>
                </a:lnTo>
                <a:lnTo>
                  <a:pt x="706515" y="1358899"/>
                </a:lnTo>
                <a:lnTo>
                  <a:pt x="690909" y="1409699"/>
                </a:lnTo>
                <a:lnTo>
                  <a:pt x="675817" y="1447799"/>
                </a:lnTo>
                <a:lnTo>
                  <a:pt x="661239" y="1498599"/>
                </a:lnTo>
                <a:lnTo>
                  <a:pt x="647176" y="1549399"/>
                </a:lnTo>
                <a:lnTo>
                  <a:pt x="633628" y="1600199"/>
                </a:lnTo>
                <a:lnTo>
                  <a:pt x="620597" y="1638299"/>
                </a:lnTo>
                <a:lnTo>
                  <a:pt x="608084" y="1689099"/>
                </a:lnTo>
                <a:lnTo>
                  <a:pt x="596088" y="1739899"/>
                </a:lnTo>
                <a:lnTo>
                  <a:pt x="584611" y="1790699"/>
                </a:lnTo>
                <a:lnTo>
                  <a:pt x="573653" y="1841499"/>
                </a:lnTo>
                <a:lnTo>
                  <a:pt x="563216" y="1879599"/>
                </a:lnTo>
                <a:lnTo>
                  <a:pt x="553299" y="1930399"/>
                </a:lnTo>
                <a:lnTo>
                  <a:pt x="543904" y="1981199"/>
                </a:lnTo>
                <a:lnTo>
                  <a:pt x="535032" y="2031999"/>
                </a:lnTo>
                <a:lnTo>
                  <a:pt x="526682" y="2082799"/>
                </a:lnTo>
                <a:lnTo>
                  <a:pt x="518857" y="2133599"/>
                </a:lnTo>
                <a:lnTo>
                  <a:pt x="511211" y="2184399"/>
                </a:lnTo>
                <a:lnTo>
                  <a:pt x="504468" y="2235199"/>
                </a:lnTo>
                <a:lnTo>
                  <a:pt x="498533" y="2285999"/>
                </a:lnTo>
                <a:lnTo>
                  <a:pt x="493310" y="2336799"/>
                </a:lnTo>
                <a:lnTo>
                  <a:pt x="488705" y="2387599"/>
                </a:lnTo>
                <a:lnTo>
                  <a:pt x="484621" y="2451099"/>
                </a:lnTo>
                <a:lnTo>
                  <a:pt x="480963" y="2501899"/>
                </a:lnTo>
                <a:lnTo>
                  <a:pt x="477635" y="2552699"/>
                </a:lnTo>
                <a:lnTo>
                  <a:pt x="475234" y="2603499"/>
                </a:lnTo>
                <a:lnTo>
                  <a:pt x="473779" y="2654299"/>
                </a:lnTo>
                <a:lnTo>
                  <a:pt x="473181" y="2705099"/>
                </a:lnTo>
                <a:lnTo>
                  <a:pt x="473310" y="2743199"/>
                </a:lnTo>
                <a:lnTo>
                  <a:pt x="474204" y="2806699"/>
                </a:lnTo>
                <a:lnTo>
                  <a:pt x="477596" y="2895599"/>
                </a:lnTo>
                <a:lnTo>
                  <a:pt x="479958" y="2946399"/>
                </a:lnTo>
                <a:lnTo>
                  <a:pt x="482802" y="2997199"/>
                </a:lnTo>
                <a:lnTo>
                  <a:pt x="486315" y="3047999"/>
                </a:lnTo>
                <a:lnTo>
                  <a:pt x="490498" y="3098799"/>
                </a:lnTo>
                <a:lnTo>
                  <a:pt x="495352" y="3149599"/>
                </a:lnTo>
                <a:lnTo>
                  <a:pt x="500875" y="3200399"/>
                </a:lnTo>
                <a:lnTo>
                  <a:pt x="507070" y="3238499"/>
                </a:lnTo>
                <a:lnTo>
                  <a:pt x="513936" y="3289299"/>
                </a:lnTo>
                <a:lnTo>
                  <a:pt x="521473" y="3340099"/>
                </a:lnTo>
                <a:lnTo>
                  <a:pt x="529682" y="3390899"/>
                </a:lnTo>
                <a:lnTo>
                  <a:pt x="538564" y="3441699"/>
                </a:lnTo>
                <a:lnTo>
                  <a:pt x="548118" y="3492499"/>
                </a:lnTo>
                <a:lnTo>
                  <a:pt x="558344" y="3530599"/>
                </a:lnTo>
                <a:lnTo>
                  <a:pt x="569244" y="3581399"/>
                </a:lnTo>
                <a:lnTo>
                  <a:pt x="580818" y="3632199"/>
                </a:lnTo>
                <a:lnTo>
                  <a:pt x="593066" y="3682999"/>
                </a:lnTo>
                <a:lnTo>
                  <a:pt x="605988" y="3721099"/>
                </a:lnTo>
                <a:lnTo>
                  <a:pt x="619584" y="3771899"/>
                </a:lnTo>
                <a:lnTo>
                  <a:pt x="634503" y="3822699"/>
                </a:lnTo>
                <a:lnTo>
                  <a:pt x="650146" y="3873499"/>
                </a:lnTo>
                <a:lnTo>
                  <a:pt x="666516" y="3924299"/>
                </a:lnTo>
                <a:lnTo>
                  <a:pt x="683616" y="3975099"/>
                </a:lnTo>
                <a:lnTo>
                  <a:pt x="701447" y="4013199"/>
                </a:lnTo>
                <a:lnTo>
                  <a:pt x="720012" y="4063999"/>
                </a:lnTo>
                <a:lnTo>
                  <a:pt x="739314" y="4114799"/>
                </a:lnTo>
                <a:lnTo>
                  <a:pt x="759354" y="4165599"/>
                </a:lnTo>
                <a:lnTo>
                  <a:pt x="780137" y="4203699"/>
                </a:lnTo>
                <a:lnTo>
                  <a:pt x="801663" y="4254499"/>
                </a:lnTo>
                <a:lnTo>
                  <a:pt x="823935" y="4305299"/>
                </a:lnTo>
                <a:lnTo>
                  <a:pt x="846956" y="4343399"/>
                </a:lnTo>
                <a:lnTo>
                  <a:pt x="870728" y="4394199"/>
                </a:lnTo>
                <a:lnTo>
                  <a:pt x="895253" y="4432299"/>
                </a:lnTo>
                <a:lnTo>
                  <a:pt x="920535" y="4483099"/>
                </a:lnTo>
                <a:lnTo>
                  <a:pt x="946575" y="4521199"/>
                </a:lnTo>
                <a:lnTo>
                  <a:pt x="973376" y="4571999"/>
                </a:lnTo>
                <a:lnTo>
                  <a:pt x="1000940" y="4610099"/>
                </a:lnTo>
                <a:lnTo>
                  <a:pt x="1029269" y="4660899"/>
                </a:lnTo>
                <a:lnTo>
                  <a:pt x="1087458" y="4737099"/>
                </a:lnTo>
                <a:lnTo>
                  <a:pt x="1117094" y="4787899"/>
                </a:lnTo>
                <a:lnTo>
                  <a:pt x="1147275" y="4825999"/>
                </a:lnTo>
                <a:lnTo>
                  <a:pt x="1178000" y="4864099"/>
                </a:lnTo>
                <a:lnTo>
                  <a:pt x="1209270" y="4902199"/>
                </a:lnTo>
                <a:lnTo>
                  <a:pt x="1241085" y="4940299"/>
                </a:lnTo>
                <a:lnTo>
                  <a:pt x="1273443" y="4978399"/>
                </a:lnTo>
                <a:lnTo>
                  <a:pt x="1306345" y="5016499"/>
                </a:lnTo>
                <a:lnTo>
                  <a:pt x="1339790" y="5054599"/>
                </a:lnTo>
                <a:lnTo>
                  <a:pt x="1373779" y="5092699"/>
                </a:lnTo>
                <a:lnTo>
                  <a:pt x="1408310" y="5118099"/>
                </a:lnTo>
                <a:lnTo>
                  <a:pt x="1443384" y="5156199"/>
                </a:lnTo>
                <a:lnTo>
                  <a:pt x="1479000" y="5194299"/>
                </a:lnTo>
                <a:lnTo>
                  <a:pt x="1515159" y="5219699"/>
                </a:lnTo>
                <a:lnTo>
                  <a:pt x="1551859" y="5257799"/>
                </a:lnTo>
                <a:lnTo>
                  <a:pt x="1589102" y="5295899"/>
                </a:lnTo>
                <a:lnTo>
                  <a:pt x="1626885" y="5321299"/>
                </a:lnTo>
                <a:lnTo>
                  <a:pt x="1665209" y="5359399"/>
                </a:lnTo>
                <a:lnTo>
                  <a:pt x="1743481" y="5410199"/>
                </a:lnTo>
                <a:lnTo>
                  <a:pt x="1783427" y="5448299"/>
                </a:lnTo>
                <a:lnTo>
                  <a:pt x="1864939" y="5499099"/>
                </a:lnTo>
                <a:lnTo>
                  <a:pt x="1948610" y="5549899"/>
                </a:lnTo>
                <a:lnTo>
                  <a:pt x="2034437" y="5600699"/>
                </a:lnTo>
                <a:lnTo>
                  <a:pt x="2122418" y="5651499"/>
                </a:lnTo>
                <a:lnTo>
                  <a:pt x="2307530" y="5753099"/>
                </a:lnTo>
                <a:lnTo>
                  <a:pt x="2354516" y="5765799"/>
                </a:lnTo>
                <a:lnTo>
                  <a:pt x="2449323" y="5816599"/>
                </a:lnTo>
                <a:lnTo>
                  <a:pt x="2497139" y="5829299"/>
                </a:lnTo>
                <a:lnTo>
                  <a:pt x="2545229" y="5854699"/>
                </a:lnTo>
                <a:lnTo>
                  <a:pt x="2691111" y="5892799"/>
                </a:lnTo>
                <a:lnTo>
                  <a:pt x="2740269" y="5918199"/>
                </a:lnTo>
                <a:lnTo>
                  <a:pt x="3040648" y="5994399"/>
                </a:lnTo>
                <a:lnTo>
                  <a:pt x="3091700" y="5994399"/>
                </a:lnTo>
                <a:lnTo>
                  <a:pt x="3194144" y="6019799"/>
                </a:lnTo>
                <a:lnTo>
                  <a:pt x="4360432" y="6019799"/>
                </a:lnTo>
                <a:lnTo>
                  <a:pt x="4409514" y="6007100"/>
                </a:lnTo>
                <a:lnTo>
                  <a:pt x="4458479" y="6007100"/>
                </a:lnTo>
                <a:lnTo>
                  <a:pt x="4604672" y="5969000"/>
                </a:lnTo>
                <a:lnTo>
                  <a:pt x="4653173" y="5969000"/>
                </a:lnTo>
                <a:lnTo>
                  <a:pt x="4989570" y="5880100"/>
                </a:lnTo>
                <a:lnTo>
                  <a:pt x="5037194" y="5854700"/>
                </a:lnTo>
                <a:lnTo>
                  <a:pt x="5179438" y="5816600"/>
                </a:lnTo>
                <a:lnTo>
                  <a:pt x="5226648" y="5791200"/>
                </a:lnTo>
                <a:lnTo>
                  <a:pt x="5273756" y="5778500"/>
                </a:lnTo>
                <a:lnTo>
                  <a:pt x="5320764" y="5753100"/>
                </a:lnTo>
                <a:lnTo>
                  <a:pt x="5414483" y="5727700"/>
                </a:lnTo>
                <a:lnTo>
                  <a:pt x="5508301" y="5676900"/>
                </a:lnTo>
                <a:lnTo>
                  <a:pt x="5555127" y="5664200"/>
                </a:lnTo>
                <a:lnTo>
                  <a:pt x="5647944" y="5613400"/>
                </a:lnTo>
                <a:lnTo>
                  <a:pt x="5693936" y="5600700"/>
                </a:lnTo>
                <a:lnTo>
                  <a:pt x="5919747" y="5473700"/>
                </a:lnTo>
                <a:lnTo>
                  <a:pt x="6138688" y="5346700"/>
                </a:lnTo>
                <a:lnTo>
                  <a:pt x="6266779" y="5270500"/>
                </a:lnTo>
                <a:lnTo>
                  <a:pt x="6308934" y="5232400"/>
                </a:lnTo>
                <a:lnTo>
                  <a:pt x="6392431" y="5181600"/>
                </a:lnTo>
                <a:lnTo>
                  <a:pt x="6433775" y="5143500"/>
                </a:lnTo>
                <a:lnTo>
                  <a:pt x="6515656" y="5092700"/>
                </a:lnTo>
                <a:lnTo>
                  <a:pt x="6556194" y="5054600"/>
                </a:lnTo>
                <a:lnTo>
                  <a:pt x="6596464" y="5029200"/>
                </a:lnTo>
                <a:lnTo>
                  <a:pt x="6636467" y="4991100"/>
                </a:lnTo>
                <a:lnTo>
                  <a:pt x="6676536" y="4965700"/>
                </a:lnTo>
                <a:lnTo>
                  <a:pt x="6755576" y="4889500"/>
                </a:lnTo>
                <a:lnTo>
                  <a:pt x="6775206" y="4876800"/>
                </a:lnTo>
                <a:lnTo>
                  <a:pt x="6775206" y="0"/>
                </a:lnTo>
                <a:close/>
              </a:path>
            </a:pathLst>
          </a:custGeom>
          <a:solidFill>
            <a:srgbClr val="F5F6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3918" rIns="0" bIns="0" rtlCol="0" vert="horz">
            <a:spAutoFit/>
          </a:bodyPr>
          <a:lstStyle/>
          <a:p>
            <a:pPr marL="3386454">
              <a:lnSpc>
                <a:spcPct val="100000"/>
              </a:lnSpc>
              <a:spcBef>
                <a:spcPts val="100"/>
              </a:spcBef>
            </a:pPr>
            <a:r>
              <a:rPr dirty="0" spc="315"/>
              <a:t>ABSTRACT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593594" y="3431285"/>
            <a:ext cx="13246100" cy="344042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Char char="•"/>
              <a:tabLst>
                <a:tab pos="469265" algn="l"/>
              </a:tabLst>
            </a:pPr>
            <a:r>
              <a:rPr dirty="0" sz="3200" spc="60">
                <a:latin typeface="Roboto"/>
                <a:cs typeface="Roboto"/>
              </a:rPr>
              <a:t>A</a:t>
            </a:r>
            <a:r>
              <a:rPr dirty="0" sz="3200" spc="-60">
                <a:latin typeface="Roboto"/>
                <a:cs typeface="Roboto"/>
              </a:rPr>
              <a:t> </a:t>
            </a:r>
            <a:r>
              <a:rPr dirty="0" sz="3200" spc="-260">
                <a:latin typeface="Roboto"/>
                <a:cs typeface="Roboto"/>
              </a:rPr>
              <a:t>C-</a:t>
            </a:r>
            <a:r>
              <a:rPr dirty="0" sz="3200">
                <a:latin typeface="Roboto"/>
                <a:cs typeface="Roboto"/>
              </a:rPr>
              <a:t>based,</a:t>
            </a:r>
            <a:r>
              <a:rPr dirty="0" sz="3200" spc="-85">
                <a:latin typeface="Roboto"/>
                <a:cs typeface="Roboto"/>
              </a:rPr>
              <a:t> </a:t>
            </a:r>
            <a:r>
              <a:rPr dirty="0" sz="3200" spc="-100">
                <a:latin typeface="Roboto"/>
                <a:cs typeface="Roboto"/>
              </a:rPr>
              <a:t>terminal-</a:t>
            </a:r>
            <a:r>
              <a:rPr dirty="0" sz="3200" spc="-10">
                <a:latin typeface="Roboto"/>
                <a:cs typeface="Roboto"/>
              </a:rPr>
              <a:t>oriented</a:t>
            </a:r>
            <a:r>
              <a:rPr dirty="0" sz="3200" spc="-55">
                <a:latin typeface="Roboto"/>
                <a:cs typeface="Roboto"/>
              </a:rPr>
              <a:t> </a:t>
            </a:r>
            <a:r>
              <a:rPr dirty="0" sz="3200">
                <a:latin typeface="Roboto"/>
                <a:cs typeface="Roboto"/>
              </a:rPr>
              <a:t>Alarm</a:t>
            </a:r>
            <a:r>
              <a:rPr dirty="0" sz="3200" spc="-60">
                <a:latin typeface="Roboto"/>
                <a:cs typeface="Roboto"/>
              </a:rPr>
              <a:t> </a:t>
            </a:r>
            <a:r>
              <a:rPr dirty="0" sz="3200">
                <a:latin typeface="Roboto"/>
                <a:cs typeface="Roboto"/>
              </a:rPr>
              <a:t>Clock</a:t>
            </a:r>
            <a:r>
              <a:rPr dirty="0" sz="3200" spc="-55">
                <a:latin typeface="Roboto"/>
                <a:cs typeface="Roboto"/>
              </a:rPr>
              <a:t> </a:t>
            </a:r>
            <a:r>
              <a:rPr dirty="0" sz="3200" spc="-25">
                <a:latin typeface="Roboto"/>
                <a:cs typeface="Roboto"/>
              </a:rPr>
              <a:t>application</a:t>
            </a:r>
            <a:r>
              <a:rPr dirty="0" sz="3200" spc="-85">
                <a:latin typeface="Roboto"/>
                <a:cs typeface="Roboto"/>
              </a:rPr>
              <a:t> </a:t>
            </a:r>
            <a:r>
              <a:rPr dirty="0" sz="3200">
                <a:latin typeface="Roboto"/>
                <a:cs typeface="Roboto"/>
              </a:rPr>
              <a:t>for</a:t>
            </a:r>
            <a:r>
              <a:rPr dirty="0" sz="3200" spc="-55">
                <a:latin typeface="Roboto"/>
                <a:cs typeface="Roboto"/>
              </a:rPr>
              <a:t> </a:t>
            </a:r>
            <a:r>
              <a:rPr dirty="0" sz="3200" spc="-10">
                <a:latin typeface="Roboto"/>
                <a:cs typeface="Roboto"/>
              </a:rPr>
              <a:t>Linux/Ubuntu.</a:t>
            </a:r>
            <a:endParaRPr sz="3200">
              <a:latin typeface="Roboto"/>
              <a:cs typeface="Roboto"/>
            </a:endParaRPr>
          </a:p>
          <a:p>
            <a:pPr marL="469265" indent="-456565">
              <a:lnSpc>
                <a:spcPct val="100000"/>
              </a:lnSpc>
              <a:buChar char="•"/>
              <a:tabLst>
                <a:tab pos="469265" algn="l"/>
              </a:tabLst>
            </a:pPr>
            <a:r>
              <a:rPr dirty="0" sz="3200">
                <a:latin typeface="Roboto"/>
                <a:cs typeface="Roboto"/>
              </a:rPr>
              <a:t>Allows</a:t>
            </a:r>
            <a:r>
              <a:rPr dirty="0" sz="3200" spc="-130">
                <a:latin typeface="Roboto"/>
                <a:cs typeface="Roboto"/>
              </a:rPr>
              <a:t> </a:t>
            </a:r>
            <a:r>
              <a:rPr dirty="0" sz="3200">
                <a:latin typeface="Roboto"/>
                <a:cs typeface="Roboto"/>
              </a:rPr>
              <a:t>the</a:t>
            </a:r>
            <a:r>
              <a:rPr dirty="0" sz="3200" spc="-110">
                <a:latin typeface="Roboto"/>
                <a:cs typeface="Roboto"/>
              </a:rPr>
              <a:t> </a:t>
            </a:r>
            <a:r>
              <a:rPr dirty="0" sz="3200">
                <a:latin typeface="Roboto"/>
                <a:cs typeface="Roboto"/>
              </a:rPr>
              <a:t>user</a:t>
            </a:r>
            <a:r>
              <a:rPr dirty="0" sz="3200" spc="-105">
                <a:latin typeface="Roboto"/>
                <a:cs typeface="Roboto"/>
              </a:rPr>
              <a:t> </a:t>
            </a:r>
            <a:r>
              <a:rPr dirty="0" sz="3200">
                <a:latin typeface="Roboto"/>
                <a:cs typeface="Roboto"/>
              </a:rPr>
              <a:t>to</a:t>
            </a:r>
            <a:r>
              <a:rPr dirty="0" sz="3200" spc="-100">
                <a:latin typeface="Roboto"/>
                <a:cs typeface="Roboto"/>
              </a:rPr>
              <a:t> </a:t>
            </a:r>
            <a:r>
              <a:rPr dirty="0" sz="3200">
                <a:latin typeface="Roboto"/>
                <a:cs typeface="Roboto"/>
              </a:rPr>
              <a:t>set,</a:t>
            </a:r>
            <a:r>
              <a:rPr dirty="0" sz="3200" spc="-100">
                <a:latin typeface="Roboto"/>
                <a:cs typeface="Roboto"/>
              </a:rPr>
              <a:t> </a:t>
            </a:r>
            <a:r>
              <a:rPr dirty="0" sz="3200">
                <a:latin typeface="Roboto"/>
                <a:cs typeface="Roboto"/>
              </a:rPr>
              <a:t>view</a:t>
            </a:r>
            <a:r>
              <a:rPr dirty="0" sz="3200" spc="-110">
                <a:latin typeface="Roboto"/>
                <a:cs typeface="Roboto"/>
              </a:rPr>
              <a:t> </a:t>
            </a:r>
            <a:r>
              <a:rPr dirty="0" sz="3200">
                <a:latin typeface="Roboto"/>
                <a:cs typeface="Roboto"/>
              </a:rPr>
              <a:t>and</a:t>
            </a:r>
            <a:r>
              <a:rPr dirty="0" sz="3200" spc="-105">
                <a:latin typeface="Roboto"/>
                <a:cs typeface="Roboto"/>
              </a:rPr>
              <a:t> </a:t>
            </a:r>
            <a:r>
              <a:rPr dirty="0" sz="3200" spc="-10">
                <a:latin typeface="Roboto"/>
                <a:cs typeface="Roboto"/>
              </a:rPr>
              <a:t>cancel</a:t>
            </a:r>
            <a:r>
              <a:rPr dirty="0" sz="3200" spc="-120">
                <a:latin typeface="Roboto"/>
                <a:cs typeface="Roboto"/>
              </a:rPr>
              <a:t> </a:t>
            </a:r>
            <a:r>
              <a:rPr dirty="0" sz="3200">
                <a:latin typeface="Roboto"/>
                <a:cs typeface="Roboto"/>
              </a:rPr>
              <a:t>an</a:t>
            </a:r>
            <a:r>
              <a:rPr dirty="0" sz="3200" spc="-114">
                <a:latin typeface="Roboto"/>
                <a:cs typeface="Roboto"/>
              </a:rPr>
              <a:t> </a:t>
            </a:r>
            <a:r>
              <a:rPr dirty="0" sz="3200" spc="-10">
                <a:latin typeface="Roboto"/>
                <a:cs typeface="Roboto"/>
              </a:rPr>
              <a:t>alarm.</a:t>
            </a:r>
            <a:endParaRPr sz="3200">
              <a:latin typeface="Roboto"/>
              <a:cs typeface="Roboto"/>
            </a:endParaRPr>
          </a:p>
          <a:p>
            <a:pPr marL="469265" indent="-456565">
              <a:lnSpc>
                <a:spcPct val="100000"/>
              </a:lnSpc>
              <a:spcBef>
                <a:spcPts val="5"/>
              </a:spcBef>
              <a:buChar char="•"/>
              <a:tabLst>
                <a:tab pos="469265" algn="l"/>
              </a:tabLst>
            </a:pPr>
            <a:r>
              <a:rPr dirty="0" sz="3200">
                <a:latin typeface="Roboto"/>
                <a:cs typeface="Roboto"/>
              </a:rPr>
              <a:t>Uses</a:t>
            </a:r>
            <a:r>
              <a:rPr dirty="0" sz="3200" spc="-160">
                <a:latin typeface="Roboto"/>
                <a:cs typeface="Roboto"/>
              </a:rPr>
              <a:t> </a:t>
            </a:r>
            <a:r>
              <a:rPr dirty="0" sz="3200" spc="-30">
                <a:latin typeface="Roboto"/>
                <a:cs typeface="Roboto"/>
              </a:rPr>
              <a:t>Linux/POSIX</a:t>
            </a:r>
            <a:r>
              <a:rPr dirty="0" sz="3200" spc="-145">
                <a:latin typeface="Roboto"/>
                <a:cs typeface="Roboto"/>
              </a:rPr>
              <a:t> </a:t>
            </a:r>
            <a:r>
              <a:rPr dirty="0" sz="3200" spc="-10">
                <a:latin typeface="Roboto"/>
                <a:cs typeface="Roboto"/>
              </a:rPr>
              <a:t>system</a:t>
            </a:r>
            <a:r>
              <a:rPr dirty="0" sz="3200" spc="-150">
                <a:latin typeface="Roboto"/>
                <a:cs typeface="Roboto"/>
              </a:rPr>
              <a:t> </a:t>
            </a:r>
            <a:r>
              <a:rPr dirty="0" sz="3200" spc="-20">
                <a:latin typeface="Roboto"/>
                <a:cs typeface="Roboto"/>
              </a:rPr>
              <a:t>programming</a:t>
            </a:r>
            <a:r>
              <a:rPr dirty="0" sz="3200" spc="-140">
                <a:latin typeface="Roboto"/>
                <a:cs typeface="Roboto"/>
              </a:rPr>
              <a:t> </a:t>
            </a:r>
            <a:r>
              <a:rPr dirty="0" sz="3200" spc="-10">
                <a:latin typeface="Roboto"/>
                <a:cs typeface="Roboto"/>
              </a:rPr>
              <a:t>concepts.</a:t>
            </a:r>
            <a:endParaRPr sz="3200">
              <a:latin typeface="Roboto"/>
              <a:cs typeface="Roboto"/>
            </a:endParaRPr>
          </a:p>
          <a:p>
            <a:pPr marL="469265" indent="-456565">
              <a:lnSpc>
                <a:spcPct val="100000"/>
              </a:lnSpc>
              <a:buChar char="•"/>
              <a:tabLst>
                <a:tab pos="469265" algn="l"/>
              </a:tabLst>
            </a:pPr>
            <a:r>
              <a:rPr dirty="0" sz="3200">
                <a:latin typeface="Roboto"/>
                <a:cs typeface="Roboto"/>
              </a:rPr>
              <a:t>Uses</a:t>
            </a:r>
            <a:r>
              <a:rPr dirty="0" sz="3200" spc="-100">
                <a:latin typeface="Roboto"/>
                <a:cs typeface="Roboto"/>
              </a:rPr>
              <a:t> </a:t>
            </a:r>
            <a:r>
              <a:rPr dirty="0" sz="3200">
                <a:latin typeface="Roboto"/>
                <a:cs typeface="Roboto"/>
              </a:rPr>
              <a:t>time()</a:t>
            </a:r>
            <a:r>
              <a:rPr dirty="0" sz="3200" spc="-85">
                <a:latin typeface="Roboto"/>
                <a:cs typeface="Roboto"/>
              </a:rPr>
              <a:t> </a:t>
            </a:r>
            <a:r>
              <a:rPr dirty="0" sz="3200">
                <a:latin typeface="Roboto"/>
                <a:cs typeface="Roboto"/>
              </a:rPr>
              <a:t>and</a:t>
            </a:r>
            <a:r>
              <a:rPr dirty="0" sz="3200" spc="-75">
                <a:latin typeface="Roboto"/>
                <a:cs typeface="Roboto"/>
              </a:rPr>
              <a:t> </a:t>
            </a:r>
            <a:r>
              <a:rPr dirty="0" sz="3200">
                <a:latin typeface="Roboto"/>
                <a:cs typeface="Roboto"/>
              </a:rPr>
              <a:t>localtime_r()</a:t>
            </a:r>
            <a:r>
              <a:rPr dirty="0" sz="3200" spc="-90">
                <a:latin typeface="Roboto"/>
                <a:cs typeface="Roboto"/>
              </a:rPr>
              <a:t> </a:t>
            </a:r>
            <a:r>
              <a:rPr dirty="0" sz="3200">
                <a:latin typeface="Roboto"/>
                <a:cs typeface="Roboto"/>
              </a:rPr>
              <a:t>for</a:t>
            </a:r>
            <a:r>
              <a:rPr dirty="0" sz="3200" spc="-85">
                <a:latin typeface="Roboto"/>
                <a:cs typeface="Roboto"/>
              </a:rPr>
              <a:t> </a:t>
            </a:r>
            <a:r>
              <a:rPr dirty="0" sz="3200">
                <a:latin typeface="Roboto"/>
                <a:cs typeface="Roboto"/>
              </a:rPr>
              <a:t>time</a:t>
            </a:r>
            <a:r>
              <a:rPr dirty="0" sz="3200" spc="-75">
                <a:latin typeface="Roboto"/>
                <a:cs typeface="Roboto"/>
              </a:rPr>
              <a:t> </a:t>
            </a:r>
            <a:r>
              <a:rPr dirty="0" sz="3200" spc="-10">
                <a:latin typeface="Roboto"/>
                <a:cs typeface="Roboto"/>
              </a:rPr>
              <a:t>processing.</a:t>
            </a:r>
            <a:endParaRPr sz="3200">
              <a:latin typeface="Roboto"/>
              <a:cs typeface="Roboto"/>
            </a:endParaRPr>
          </a:p>
          <a:p>
            <a:pPr marL="469265" indent="-456565">
              <a:lnSpc>
                <a:spcPct val="100000"/>
              </a:lnSpc>
              <a:buChar char="•"/>
              <a:tabLst>
                <a:tab pos="469265" algn="l"/>
              </a:tabLst>
            </a:pPr>
            <a:r>
              <a:rPr dirty="0" sz="3200">
                <a:latin typeface="Roboto"/>
                <a:cs typeface="Roboto"/>
              </a:rPr>
              <a:t>Uses</a:t>
            </a:r>
            <a:r>
              <a:rPr dirty="0" sz="3200" spc="-100">
                <a:latin typeface="Roboto"/>
                <a:cs typeface="Roboto"/>
              </a:rPr>
              <a:t> SIGALRM-</a:t>
            </a:r>
            <a:r>
              <a:rPr dirty="0" sz="3200">
                <a:latin typeface="Roboto"/>
                <a:cs typeface="Roboto"/>
              </a:rPr>
              <a:t>based</a:t>
            </a:r>
            <a:r>
              <a:rPr dirty="0" sz="3200" spc="-90">
                <a:latin typeface="Roboto"/>
                <a:cs typeface="Roboto"/>
              </a:rPr>
              <a:t> </a:t>
            </a:r>
            <a:r>
              <a:rPr dirty="0" sz="3200" spc="-25">
                <a:latin typeface="Roboto"/>
                <a:cs typeface="Roboto"/>
              </a:rPr>
              <a:t>signal</a:t>
            </a:r>
            <a:r>
              <a:rPr dirty="0" sz="3200" spc="-105">
                <a:latin typeface="Roboto"/>
                <a:cs typeface="Roboto"/>
              </a:rPr>
              <a:t> </a:t>
            </a:r>
            <a:r>
              <a:rPr dirty="0" sz="3200" spc="-40">
                <a:latin typeface="Roboto"/>
                <a:cs typeface="Roboto"/>
              </a:rPr>
              <a:t>handling</a:t>
            </a:r>
            <a:r>
              <a:rPr dirty="0" sz="3200" spc="-130">
                <a:latin typeface="Roboto"/>
                <a:cs typeface="Roboto"/>
              </a:rPr>
              <a:t> </a:t>
            </a:r>
            <a:r>
              <a:rPr dirty="0" sz="3200">
                <a:latin typeface="Roboto"/>
                <a:cs typeface="Roboto"/>
              </a:rPr>
              <a:t>for</a:t>
            </a:r>
            <a:r>
              <a:rPr dirty="0" sz="3200" spc="-90">
                <a:latin typeface="Roboto"/>
                <a:cs typeface="Roboto"/>
              </a:rPr>
              <a:t> </a:t>
            </a:r>
            <a:r>
              <a:rPr dirty="0" sz="3200">
                <a:latin typeface="Roboto"/>
                <a:cs typeface="Roboto"/>
              </a:rPr>
              <a:t>timed</a:t>
            </a:r>
            <a:r>
              <a:rPr dirty="0" sz="3200" spc="-90">
                <a:latin typeface="Roboto"/>
                <a:cs typeface="Roboto"/>
              </a:rPr>
              <a:t> </a:t>
            </a:r>
            <a:r>
              <a:rPr dirty="0" sz="3200" spc="-10">
                <a:latin typeface="Roboto"/>
                <a:cs typeface="Roboto"/>
              </a:rPr>
              <a:t>notification.</a:t>
            </a:r>
            <a:endParaRPr sz="3200">
              <a:latin typeface="Roboto"/>
              <a:cs typeface="Roboto"/>
            </a:endParaRPr>
          </a:p>
          <a:p>
            <a:pPr marL="469265" indent="-456565">
              <a:lnSpc>
                <a:spcPct val="100000"/>
              </a:lnSpc>
              <a:buChar char="•"/>
              <a:tabLst>
                <a:tab pos="469265" algn="l"/>
              </a:tabLst>
            </a:pPr>
            <a:r>
              <a:rPr dirty="0" sz="3200">
                <a:latin typeface="Roboto"/>
                <a:cs typeface="Roboto"/>
              </a:rPr>
              <a:t>Uses</a:t>
            </a:r>
            <a:r>
              <a:rPr dirty="0" sz="3200" spc="-125">
                <a:latin typeface="Roboto"/>
                <a:cs typeface="Roboto"/>
              </a:rPr>
              <a:t> </a:t>
            </a:r>
            <a:r>
              <a:rPr dirty="0" sz="3200" spc="-95">
                <a:latin typeface="Roboto"/>
                <a:cs typeface="Roboto"/>
              </a:rPr>
              <a:t>process-</a:t>
            </a:r>
            <a:r>
              <a:rPr dirty="0" sz="3200" spc="-10">
                <a:latin typeface="Roboto"/>
                <a:cs typeface="Roboto"/>
              </a:rPr>
              <a:t>control</a:t>
            </a:r>
            <a:r>
              <a:rPr dirty="0" sz="3200" spc="-114">
                <a:latin typeface="Roboto"/>
                <a:cs typeface="Roboto"/>
              </a:rPr>
              <a:t> </a:t>
            </a:r>
            <a:r>
              <a:rPr dirty="0" sz="3200" spc="-10">
                <a:latin typeface="Roboto"/>
                <a:cs typeface="Roboto"/>
              </a:rPr>
              <a:t>mechanisms</a:t>
            </a:r>
            <a:r>
              <a:rPr dirty="0" sz="3200" spc="-125">
                <a:latin typeface="Roboto"/>
                <a:cs typeface="Roboto"/>
              </a:rPr>
              <a:t> </a:t>
            </a:r>
            <a:r>
              <a:rPr dirty="0" sz="3200">
                <a:latin typeface="Roboto"/>
                <a:cs typeface="Roboto"/>
              </a:rPr>
              <a:t>for</a:t>
            </a:r>
            <a:r>
              <a:rPr dirty="0" sz="3200" spc="-110">
                <a:latin typeface="Roboto"/>
                <a:cs typeface="Roboto"/>
              </a:rPr>
              <a:t> </a:t>
            </a:r>
            <a:r>
              <a:rPr dirty="0" sz="3200">
                <a:latin typeface="Roboto"/>
                <a:cs typeface="Roboto"/>
              </a:rPr>
              <a:t>alarm</a:t>
            </a:r>
            <a:r>
              <a:rPr dirty="0" sz="3200" spc="-125">
                <a:latin typeface="Roboto"/>
                <a:cs typeface="Roboto"/>
              </a:rPr>
              <a:t> </a:t>
            </a:r>
            <a:r>
              <a:rPr dirty="0" sz="3200" spc="-10">
                <a:latin typeface="Roboto"/>
                <a:cs typeface="Roboto"/>
              </a:rPr>
              <a:t>notification.</a:t>
            </a:r>
            <a:endParaRPr sz="3200">
              <a:latin typeface="Roboto"/>
              <a:cs typeface="Roboto"/>
            </a:endParaRPr>
          </a:p>
          <a:p>
            <a:pPr marL="469265" indent="-456565">
              <a:lnSpc>
                <a:spcPct val="100000"/>
              </a:lnSpc>
              <a:buChar char="•"/>
              <a:tabLst>
                <a:tab pos="469265" algn="l"/>
              </a:tabLst>
            </a:pPr>
            <a:r>
              <a:rPr dirty="0" sz="3200" spc="-20">
                <a:latin typeface="Roboto"/>
                <a:cs typeface="Roboto"/>
              </a:rPr>
              <a:t>Provides</a:t>
            </a:r>
            <a:r>
              <a:rPr dirty="0" sz="3200" spc="-130">
                <a:latin typeface="Roboto"/>
                <a:cs typeface="Roboto"/>
              </a:rPr>
              <a:t> </a:t>
            </a:r>
            <a:r>
              <a:rPr dirty="0" sz="3200" spc="-10">
                <a:latin typeface="Roboto"/>
                <a:cs typeface="Roboto"/>
              </a:rPr>
              <a:t>terminal</a:t>
            </a:r>
            <a:r>
              <a:rPr dirty="0" sz="3200" spc="-125">
                <a:latin typeface="Roboto"/>
                <a:cs typeface="Roboto"/>
              </a:rPr>
              <a:t> </a:t>
            </a:r>
            <a:r>
              <a:rPr dirty="0" sz="3200" spc="-20">
                <a:latin typeface="Roboto"/>
                <a:cs typeface="Roboto"/>
              </a:rPr>
              <a:t>output</a:t>
            </a:r>
            <a:r>
              <a:rPr dirty="0" sz="3200" spc="-125">
                <a:latin typeface="Roboto"/>
                <a:cs typeface="Roboto"/>
              </a:rPr>
              <a:t> </a:t>
            </a:r>
            <a:r>
              <a:rPr dirty="0" sz="3200">
                <a:latin typeface="Roboto"/>
                <a:cs typeface="Roboto"/>
              </a:rPr>
              <a:t>when</a:t>
            </a:r>
            <a:r>
              <a:rPr dirty="0" sz="3200" spc="-140">
                <a:latin typeface="Roboto"/>
                <a:cs typeface="Roboto"/>
              </a:rPr>
              <a:t> </a:t>
            </a:r>
            <a:r>
              <a:rPr dirty="0" sz="3200">
                <a:latin typeface="Roboto"/>
                <a:cs typeface="Roboto"/>
              </a:rPr>
              <a:t>the</a:t>
            </a:r>
            <a:r>
              <a:rPr dirty="0" sz="3200" spc="-125">
                <a:latin typeface="Roboto"/>
                <a:cs typeface="Roboto"/>
              </a:rPr>
              <a:t> </a:t>
            </a:r>
            <a:r>
              <a:rPr dirty="0" sz="3200" spc="-20">
                <a:latin typeface="Roboto"/>
                <a:cs typeface="Roboto"/>
              </a:rPr>
              <a:t>scheduled</a:t>
            </a:r>
            <a:r>
              <a:rPr dirty="0" sz="3200" spc="-160">
                <a:latin typeface="Roboto"/>
                <a:cs typeface="Roboto"/>
              </a:rPr>
              <a:t> </a:t>
            </a:r>
            <a:r>
              <a:rPr dirty="0" sz="3200">
                <a:latin typeface="Roboto"/>
                <a:cs typeface="Roboto"/>
              </a:rPr>
              <a:t>time</a:t>
            </a:r>
            <a:r>
              <a:rPr dirty="0" sz="3200" spc="-125">
                <a:latin typeface="Roboto"/>
                <a:cs typeface="Roboto"/>
              </a:rPr>
              <a:t> </a:t>
            </a:r>
            <a:r>
              <a:rPr dirty="0" sz="3200">
                <a:latin typeface="Roboto"/>
                <a:cs typeface="Roboto"/>
              </a:rPr>
              <a:t>is</a:t>
            </a:r>
            <a:r>
              <a:rPr dirty="0" sz="3200" spc="-125">
                <a:latin typeface="Roboto"/>
                <a:cs typeface="Roboto"/>
              </a:rPr>
              <a:t> </a:t>
            </a:r>
            <a:r>
              <a:rPr dirty="0" sz="3200" spc="-10">
                <a:latin typeface="Roboto"/>
                <a:cs typeface="Roboto"/>
              </a:rPr>
              <a:t>reached</a:t>
            </a:r>
            <a:endParaRPr sz="3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883773" cy="2775148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09879" rIns="0" bIns="0" rtlCol="0" vert="horz">
            <a:spAutoFit/>
          </a:bodyPr>
          <a:lstStyle/>
          <a:p>
            <a:pPr marL="2856865">
              <a:lnSpc>
                <a:spcPct val="100000"/>
              </a:lnSpc>
              <a:spcBef>
                <a:spcPts val="100"/>
              </a:spcBef>
            </a:pPr>
            <a:r>
              <a:rPr dirty="0" sz="3600" spc="285"/>
              <a:t>INTRODUCTION</a:t>
            </a:r>
            <a:endParaRPr sz="3600"/>
          </a:p>
        </p:txBody>
      </p:sp>
      <p:sp>
        <p:nvSpPr>
          <p:cNvPr id="2" name="object 2"/>
          <p:cNvSpPr/>
          <p:nvPr/>
        </p:nvSpPr>
        <p:spPr>
          <a:xfrm>
            <a:off x="13484415" y="9732"/>
            <a:ext cx="4803775" cy="3378200"/>
          </a:xfrm>
          <a:custGeom>
            <a:avLst/>
            <a:gdLst/>
            <a:ahLst/>
            <a:cxnLst/>
            <a:rect l="l" t="t" r="r" b="b"/>
            <a:pathLst>
              <a:path w="4803775" h="3378200">
                <a:moveTo>
                  <a:pt x="4149593" y="3365500"/>
                </a:moveTo>
                <a:lnTo>
                  <a:pt x="3379106" y="3365500"/>
                </a:lnTo>
                <a:lnTo>
                  <a:pt x="3430795" y="3378200"/>
                </a:lnTo>
                <a:lnTo>
                  <a:pt x="4102847" y="3378200"/>
                </a:lnTo>
                <a:lnTo>
                  <a:pt x="4149593" y="3365500"/>
                </a:lnTo>
                <a:close/>
              </a:path>
              <a:path w="4803775" h="3378200">
                <a:moveTo>
                  <a:pt x="4245342" y="3352800"/>
                </a:moveTo>
                <a:lnTo>
                  <a:pt x="3276060" y="3352800"/>
                </a:lnTo>
                <a:lnTo>
                  <a:pt x="3327528" y="3365500"/>
                </a:lnTo>
                <a:lnTo>
                  <a:pt x="4196172" y="3365500"/>
                </a:lnTo>
                <a:lnTo>
                  <a:pt x="4245342" y="3352800"/>
                </a:lnTo>
                <a:close/>
              </a:path>
              <a:path w="4803775" h="3378200">
                <a:moveTo>
                  <a:pt x="4343418" y="3340100"/>
                </a:moveTo>
                <a:lnTo>
                  <a:pt x="3173451" y="3340100"/>
                </a:lnTo>
                <a:lnTo>
                  <a:pt x="3224701" y="3352800"/>
                </a:lnTo>
                <a:lnTo>
                  <a:pt x="4294426" y="3352800"/>
                </a:lnTo>
                <a:lnTo>
                  <a:pt x="4343418" y="3340100"/>
                </a:lnTo>
                <a:close/>
              </a:path>
              <a:path w="4803775" h="3378200">
                <a:moveTo>
                  <a:pt x="4803584" y="3136900"/>
                </a:moveTo>
                <a:lnTo>
                  <a:pt x="4782357" y="3149600"/>
                </a:lnTo>
                <a:lnTo>
                  <a:pt x="4531747" y="3213100"/>
                </a:lnTo>
                <a:lnTo>
                  <a:pt x="4481506" y="3213100"/>
                </a:lnTo>
                <a:lnTo>
                  <a:pt x="4380682" y="3238500"/>
                </a:lnTo>
                <a:lnTo>
                  <a:pt x="4330102" y="3238500"/>
                </a:lnTo>
                <a:lnTo>
                  <a:pt x="4228616" y="3263900"/>
                </a:lnTo>
                <a:lnTo>
                  <a:pt x="4126706" y="3263900"/>
                </a:lnTo>
                <a:lnTo>
                  <a:pt x="4075864" y="3276600"/>
                </a:lnTo>
                <a:lnTo>
                  <a:pt x="3923408" y="3276600"/>
                </a:lnTo>
                <a:lnTo>
                  <a:pt x="3872584" y="3289300"/>
                </a:lnTo>
                <a:lnTo>
                  <a:pt x="2918764" y="3289300"/>
                </a:lnTo>
                <a:lnTo>
                  <a:pt x="3122306" y="3340100"/>
                </a:lnTo>
                <a:lnTo>
                  <a:pt x="4392316" y="3340100"/>
                </a:lnTo>
                <a:lnTo>
                  <a:pt x="4489806" y="3314700"/>
                </a:lnTo>
                <a:lnTo>
                  <a:pt x="4538390" y="3314700"/>
                </a:lnTo>
                <a:lnTo>
                  <a:pt x="4779516" y="3251200"/>
                </a:lnTo>
                <a:lnTo>
                  <a:pt x="4803584" y="3251200"/>
                </a:lnTo>
                <a:lnTo>
                  <a:pt x="4803584" y="3136900"/>
                </a:lnTo>
                <a:close/>
              </a:path>
              <a:path w="4803775" h="3378200">
                <a:moveTo>
                  <a:pt x="98851" y="0"/>
                </a:moveTo>
                <a:lnTo>
                  <a:pt x="0" y="0"/>
                </a:lnTo>
                <a:lnTo>
                  <a:pt x="3544" y="50799"/>
                </a:lnTo>
                <a:lnTo>
                  <a:pt x="7512" y="88899"/>
                </a:lnTo>
                <a:lnTo>
                  <a:pt x="12061" y="139699"/>
                </a:lnTo>
                <a:lnTo>
                  <a:pt x="17230" y="190499"/>
                </a:lnTo>
                <a:lnTo>
                  <a:pt x="23058" y="241299"/>
                </a:lnTo>
                <a:lnTo>
                  <a:pt x="29584" y="279399"/>
                </a:lnTo>
                <a:lnTo>
                  <a:pt x="36845" y="330199"/>
                </a:lnTo>
                <a:lnTo>
                  <a:pt x="44882" y="380999"/>
                </a:lnTo>
                <a:lnTo>
                  <a:pt x="53732" y="431799"/>
                </a:lnTo>
                <a:lnTo>
                  <a:pt x="64080" y="482599"/>
                </a:lnTo>
                <a:lnTo>
                  <a:pt x="75114" y="533399"/>
                </a:lnTo>
                <a:lnTo>
                  <a:pt x="86833" y="584199"/>
                </a:lnTo>
                <a:lnTo>
                  <a:pt x="99238" y="634999"/>
                </a:lnTo>
                <a:lnTo>
                  <a:pt x="112329" y="673099"/>
                </a:lnTo>
                <a:lnTo>
                  <a:pt x="126106" y="723899"/>
                </a:lnTo>
                <a:lnTo>
                  <a:pt x="140569" y="774699"/>
                </a:lnTo>
                <a:lnTo>
                  <a:pt x="155718" y="825499"/>
                </a:lnTo>
                <a:lnTo>
                  <a:pt x="171554" y="876299"/>
                </a:lnTo>
                <a:lnTo>
                  <a:pt x="188077" y="927099"/>
                </a:lnTo>
                <a:lnTo>
                  <a:pt x="205286" y="965199"/>
                </a:lnTo>
                <a:lnTo>
                  <a:pt x="223183" y="1015999"/>
                </a:lnTo>
                <a:lnTo>
                  <a:pt x="241767" y="1066799"/>
                </a:lnTo>
                <a:lnTo>
                  <a:pt x="261038" y="1117599"/>
                </a:lnTo>
                <a:lnTo>
                  <a:pt x="280996" y="1155699"/>
                </a:lnTo>
                <a:lnTo>
                  <a:pt x="301642" y="1206499"/>
                </a:lnTo>
                <a:lnTo>
                  <a:pt x="322976" y="1257299"/>
                </a:lnTo>
                <a:lnTo>
                  <a:pt x="344997" y="1295399"/>
                </a:lnTo>
                <a:lnTo>
                  <a:pt x="367707" y="1346199"/>
                </a:lnTo>
                <a:lnTo>
                  <a:pt x="391105" y="1396999"/>
                </a:lnTo>
                <a:lnTo>
                  <a:pt x="415192" y="1435099"/>
                </a:lnTo>
                <a:lnTo>
                  <a:pt x="439967" y="1485899"/>
                </a:lnTo>
                <a:lnTo>
                  <a:pt x="465431" y="1523999"/>
                </a:lnTo>
                <a:lnTo>
                  <a:pt x="491583" y="1574799"/>
                </a:lnTo>
                <a:lnTo>
                  <a:pt x="518425" y="1612899"/>
                </a:lnTo>
                <a:lnTo>
                  <a:pt x="545956" y="1663700"/>
                </a:lnTo>
                <a:lnTo>
                  <a:pt x="574176" y="1701800"/>
                </a:lnTo>
                <a:lnTo>
                  <a:pt x="602841" y="1739900"/>
                </a:lnTo>
                <a:lnTo>
                  <a:pt x="632049" y="1790700"/>
                </a:lnTo>
                <a:lnTo>
                  <a:pt x="661800" y="1828800"/>
                </a:lnTo>
                <a:lnTo>
                  <a:pt x="692091" y="1866900"/>
                </a:lnTo>
                <a:lnTo>
                  <a:pt x="722925" y="1905000"/>
                </a:lnTo>
                <a:lnTo>
                  <a:pt x="754299" y="1955800"/>
                </a:lnTo>
                <a:lnTo>
                  <a:pt x="786214" y="1993900"/>
                </a:lnTo>
                <a:lnTo>
                  <a:pt x="818669" y="2032000"/>
                </a:lnTo>
                <a:lnTo>
                  <a:pt x="851665" y="2070100"/>
                </a:lnTo>
                <a:lnTo>
                  <a:pt x="885200" y="2108200"/>
                </a:lnTo>
                <a:lnTo>
                  <a:pt x="919275" y="2146300"/>
                </a:lnTo>
                <a:lnTo>
                  <a:pt x="953889" y="2184400"/>
                </a:lnTo>
                <a:lnTo>
                  <a:pt x="989042" y="2222500"/>
                </a:lnTo>
                <a:lnTo>
                  <a:pt x="1024734" y="2260600"/>
                </a:lnTo>
                <a:lnTo>
                  <a:pt x="1060963" y="2298700"/>
                </a:lnTo>
                <a:lnTo>
                  <a:pt x="1097731" y="2324100"/>
                </a:lnTo>
                <a:lnTo>
                  <a:pt x="1135036" y="2362200"/>
                </a:lnTo>
                <a:lnTo>
                  <a:pt x="1172878" y="2400300"/>
                </a:lnTo>
                <a:lnTo>
                  <a:pt x="1211257" y="2438400"/>
                </a:lnTo>
                <a:lnTo>
                  <a:pt x="1250172" y="2463800"/>
                </a:lnTo>
                <a:lnTo>
                  <a:pt x="1330047" y="2540000"/>
                </a:lnTo>
                <a:lnTo>
                  <a:pt x="1370578" y="2565400"/>
                </a:lnTo>
                <a:lnTo>
                  <a:pt x="1411504" y="2603500"/>
                </a:lnTo>
                <a:lnTo>
                  <a:pt x="1494535" y="2654300"/>
                </a:lnTo>
                <a:lnTo>
                  <a:pt x="1536639" y="2692400"/>
                </a:lnTo>
                <a:lnTo>
                  <a:pt x="1622019" y="2743200"/>
                </a:lnTo>
                <a:lnTo>
                  <a:pt x="1665294" y="2781300"/>
                </a:lnTo>
                <a:lnTo>
                  <a:pt x="1708958" y="2806700"/>
                </a:lnTo>
                <a:lnTo>
                  <a:pt x="1842274" y="2882900"/>
                </a:lnTo>
                <a:lnTo>
                  <a:pt x="2025420" y="2984500"/>
                </a:lnTo>
                <a:lnTo>
                  <a:pt x="2069890" y="2997200"/>
                </a:lnTo>
                <a:lnTo>
                  <a:pt x="2159521" y="3048000"/>
                </a:lnTo>
                <a:lnTo>
                  <a:pt x="2204683" y="3060700"/>
                </a:lnTo>
                <a:lnTo>
                  <a:pt x="2250077" y="3086100"/>
                </a:lnTo>
                <a:lnTo>
                  <a:pt x="2295703" y="3098800"/>
                </a:lnTo>
                <a:lnTo>
                  <a:pt x="2341561" y="3124200"/>
                </a:lnTo>
                <a:lnTo>
                  <a:pt x="2433975" y="3149600"/>
                </a:lnTo>
                <a:lnTo>
                  <a:pt x="2480531" y="3175000"/>
                </a:lnTo>
                <a:lnTo>
                  <a:pt x="2669090" y="3225800"/>
                </a:lnTo>
                <a:lnTo>
                  <a:pt x="2716814" y="3251200"/>
                </a:lnTo>
                <a:lnTo>
                  <a:pt x="2868130" y="3289300"/>
                </a:lnTo>
                <a:lnTo>
                  <a:pt x="3616777" y="3289300"/>
                </a:lnTo>
                <a:lnTo>
                  <a:pt x="3565692" y="3276600"/>
                </a:lnTo>
                <a:lnTo>
                  <a:pt x="3413270" y="3276600"/>
                </a:lnTo>
                <a:lnTo>
                  <a:pt x="3362736" y="3263900"/>
                </a:lnTo>
                <a:lnTo>
                  <a:pt x="3312336" y="3263900"/>
                </a:lnTo>
                <a:lnTo>
                  <a:pt x="3262071" y="3251200"/>
                </a:lnTo>
                <a:lnTo>
                  <a:pt x="3211939" y="3251200"/>
                </a:lnTo>
                <a:lnTo>
                  <a:pt x="3161938" y="3238500"/>
                </a:lnTo>
                <a:lnTo>
                  <a:pt x="3112069" y="3238500"/>
                </a:lnTo>
                <a:lnTo>
                  <a:pt x="2913882" y="3187700"/>
                </a:lnTo>
                <a:lnTo>
                  <a:pt x="2864653" y="3187700"/>
                </a:lnTo>
                <a:lnTo>
                  <a:pt x="2766568" y="3162300"/>
                </a:lnTo>
                <a:lnTo>
                  <a:pt x="2717711" y="3136900"/>
                </a:lnTo>
                <a:lnTo>
                  <a:pt x="2523494" y="3086100"/>
                </a:lnTo>
                <a:lnTo>
                  <a:pt x="2475237" y="3060700"/>
                </a:lnTo>
                <a:lnTo>
                  <a:pt x="2379074" y="3035300"/>
                </a:lnTo>
                <a:lnTo>
                  <a:pt x="2332292" y="3009900"/>
                </a:lnTo>
                <a:lnTo>
                  <a:pt x="2285853" y="2997200"/>
                </a:lnTo>
                <a:lnTo>
                  <a:pt x="2239758" y="2971800"/>
                </a:lnTo>
                <a:lnTo>
                  <a:pt x="2194007" y="2959100"/>
                </a:lnTo>
                <a:lnTo>
                  <a:pt x="2058817" y="2882900"/>
                </a:lnTo>
                <a:lnTo>
                  <a:pt x="2014443" y="2870200"/>
                </a:lnTo>
                <a:lnTo>
                  <a:pt x="1840402" y="2768600"/>
                </a:lnTo>
                <a:lnTo>
                  <a:pt x="1713506" y="2692400"/>
                </a:lnTo>
                <a:lnTo>
                  <a:pt x="1630644" y="2641600"/>
                </a:lnTo>
                <a:lnTo>
                  <a:pt x="1589735" y="2603500"/>
                </a:lnTo>
                <a:lnTo>
                  <a:pt x="1508960" y="2552700"/>
                </a:lnTo>
                <a:lnTo>
                  <a:pt x="1469096" y="2514600"/>
                </a:lnTo>
                <a:lnTo>
                  <a:pt x="1429580" y="2489200"/>
                </a:lnTo>
                <a:lnTo>
                  <a:pt x="1390413" y="2451100"/>
                </a:lnTo>
                <a:lnTo>
                  <a:pt x="1351055" y="2425700"/>
                </a:lnTo>
                <a:lnTo>
                  <a:pt x="1312222" y="2387600"/>
                </a:lnTo>
                <a:lnTo>
                  <a:pt x="1273914" y="2362200"/>
                </a:lnTo>
                <a:lnTo>
                  <a:pt x="1236134" y="2324100"/>
                </a:lnTo>
                <a:lnTo>
                  <a:pt x="1198884" y="2286000"/>
                </a:lnTo>
                <a:lnTo>
                  <a:pt x="1162164" y="2260600"/>
                </a:lnTo>
                <a:lnTo>
                  <a:pt x="1125976" y="2222500"/>
                </a:lnTo>
                <a:lnTo>
                  <a:pt x="1090322" y="2184400"/>
                </a:lnTo>
                <a:lnTo>
                  <a:pt x="1055204" y="2146300"/>
                </a:lnTo>
                <a:lnTo>
                  <a:pt x="1020622" y="2108200"/>
                </a:lnTo>
                <a:lnTo>
                  <a:pt x="986578" y="2070100"/>
                </a:lnTo>
                <a:lnTo>
                  <a:pt x="953075" y="2032000"/>
                </a:lnTo>
                <a:lnTo>
                  <a:pt x="920112" y="1993900"/>
                </a:lnTo>
                <a:lnTo>
                  <a:pt x="887693" y="1955800"/>
                </a:lnTo>
                <a:lnTo>
                  <a:pt x="855818" y="1917700"/>
                </a:lnTo>
                <a:lnTo>
                  <a:pt x="824490" y="1879600"/>
                </a:lnTo>
                <a:lnTo>
                  <a:pt x="793708" y="1841500"/>
                </a:lnTo>
                <a:lnTo>
                  <a:pt x="763476" y="1803400"/>
                </a:lnTo>
                <a:lnTo>
                  <a:pt x="733795" y="1765300"/>
                </a:lnTo>
                <a:lnTo>
                  <a:pt x="704666" y="1714500"/>
                </a:lnTo>
                <a:lnTo>
                  <a:pt x="676090" y="1676400"/>
                </a:lnTo>
                <a:lnTo>
                  <a:pt x="648069" y="1638300"/>
                </a:lnTo>
                <a:lnTo>
                  <a:pt x="620606" y="1587500"/>
                </a:lnTo>
                <a:lnTo>
                  <a:pt x="593700" y="1549400"/>
                </a:lnTo>
                <a:lnTo>
                  <a:pt x="567429" y="1498600"/>
                </a:lnTo>
                <a:lnTo>
                  <a:pt x="541843" y="1460500"/>
                </a:lnTo>
                <a:lnTo>
                  <a:pt x="516942" y="1409700"/>
                </a:lnTo>
                <a:lnTo>
                  <a:pt x="492728" y="1371600"/>
                </a:lnTo>
                <a:lnTo>
                  <a:pt x="469201" y="1320800"/>
                </a:lnTo>
                <a:lnTo>
                  <a:pt x="446361" y="1282700"/>
                </a:lnTo>
                <a:lnTo>
                  <a:pt x="424210" y="1231900"/>
                </a:lnTo>
                <a:lnTo>
                  <a:pt x="402748" y="1193800"/>
                </a:lnTo>
                <a:lnTo>
                  <a:pt x="381976" y="1143000"/>
                </a:lnTo>
                <a:lnTo>
                  <a:pt x="361895" y="1092200"/>
                </a:lnTo>
                <a:lnTo>
                  <a:pt x="342504" y="1054100"/>
                </a:lnTo>
                <a:lnTo>
                  <a:pt x="323805" y="1003300"/>
                </a:lnTo>
                <a:lnTo>
                  <a:pt x="305799" y="952499"/>
                </a:lnTo>
                <a:lnTo>
                  <a:pt x="288486" y="901699"/>
                </a:lnTo>
                <a:lnTo>
                  <a:pt x="271867" y="863599"/>
                </a:lnTo>
                <a:lnTo>
                  <a:pt x="255943" y="812799"/>
                </a:lnTo>
                <a:lnTo>
                  <a:pt x="240713" y="761999"/>
                </a:lnTo>
                <a:lnTo>
                  <a:pt x="226180" y="711199"/>
                </a:lnTo>
                <a:lnTo>
                  <a:pt x="212343" y="660399"/>
                </a:lnTo>
                <a:lnTo>
                  <a:pt x="199204" y="622299"/>
                </a:lnTo>
                <a:lnTo>
                  <a:pt x="186762" y="571500"/>
                </a:lnTo>
                <a:lnTo>
                  <a:pt x="175533" y="520700"/>
                </a:lnTo>
                <a:lnTo>
                  <a:pt x="165026" y="469900"/>
                </a:lnTo>
                <a:lnTo>
                  <a:pt x="155236" y="419100"/>
                </a:lnTo>
                <a:lnTo>
                  <a:pt x="146155" y="381000"/>
                </a:lnTo>
                <a:lnTo>
                  <a:pt x="137779" y="330200"/>
                </a:lnTo>
                <a:lnTo>
                  <a:pt x="130098" y="279400"/>
                </a:lnTo>
                <a:lnTo>
                  <a:pt x="123108" y="228600"/>
                </a:lnTo>
                <a:lnTo>
                  <a:pt x="116802" y="177800"/>
                </a:lnTo>
                <a:lnTo>
                  <a:pt x="111172" y="139700"/>
                </a:lnTo>
                <a:lnTo>
                  <a:pt x="106213" y="88900"/>
                </a:lnTo>
                <a:lnTo>
                  <a:pt x="101918" y="38100"/>
                </a:lnTo>
                <a:lnTo>
                  <a:pt x="98851" y="0"/>
                </a:lnTo>
                <a:close/>
              </a:path>
              <a:path w="4803775" h="3378200">
                <a:moveTo>
                  <a:pt x="3545255" y="2971800"/>
                </a:moveTo>
                <a:lnTo>
                  <a:pt x="3289985" y="2971800"/>
                </a:lnTo>
                <a:lnTo>
                  <a:pt x="3341335" y="2984500"/>
                </a:lnTo>
                <a:lnTo>
                  <a:pt x="3494495" y="2984500"/>
                </a:lnTo>
                <a:lnTo>
                  <a:pt x="3545255" y="2971800"/>
                </a:lnTo>
                <a:close/>
              </a:path>
              <a:path w="4803775" h="3378200">
                <a:moveTo>
                  <a:pt x="3746861" y="2959100"/>
                </a:moveTo>
                <a:lnTo>
                  <a:pt x="3034583" y="2959100"/>
                </a:lnTo>
                <a:lnTo>
                  <a:pt x="3085458" y="2971800"/>
                </a:lnTo>
                <a:lnTo>
                  <a:pt x="3696672" y="2971800"/>
                </a:lnTo>
                <a:lnTo>
                  <a:pt x="3746861" y="2959100"/>
                </a:lnTo>
                <a:close/>
              </a:path>
              <a:path w="4803775" h="3378200">
                <a:moveTo>
                  <a:pt x="3846822" y="2946400"/>
                </a:moveTo>
                <a:lnTo>
                  <a:pt x="2933160" y="2946400"/>
                </a:lnTo>
                <a:lnTo>
                  <a:pt x="2983816" y="2959100"/>
                </a:lnTo>
                <a:lnTo>
                  <a:pt x="3796910" y="2959100"/>
                </a:lnTo>
                <a:lnTo>
                  <a:pt x="3846822" y="2946400"/>
                </a:lnTo>
                <a:close/>
              </a:path>
              <a:path w="4803775" h="3378200">
                <a:moveTo>
                  <a:pt x="4803584" y="0"/>
                </a:moveTo>
                <a:lnTo>
                  <a:pt x="418790" y="0"/>
                </a:lnTo>
                <a:lnTo>
                  <a:pt x="419087" y="25400"/>
                </a:lnTo>
                <a:lnTo>
                  <a:pt x="420366" y="76200"/>
                </a:lnTo>
                <a:lnTo>
                  <a:pt x="422266" y="127000"/>
                </a:lnTo>
                <a:lnTo>
                  <a:pt x="424670" y="177800"/>
                </a:lnTo>
                <a:lnTo>
                  <a:pt x="427619" y="228600"/>
                </a:lnTo>
                <a:lnTo>
                  <a:pt x="431344" y="279400"/>
                </a:lnTo>
                <a:lnTo>
                  <a:pt x="435843" y="330200"/>
                </a:lnTo>
                <a:lnTo>
                  <a:pt x="441118" y="381000"/>
                </a:lnTo>
                <a:lnTo>
                  <a:pt x="447169" y="431800"/>
                </a:lnTo>
                <a:lnTo>
                  <a:pt x="453997" y="482600"/>
                </a:lnTo>
                <a:lnTo>
                  <a:pt x="461601" y="533400"/>
                </a:lnTo>
                <a:lnTo>
                  <a:pt x="469983" y="571500"/>
                </a:lnTo>
                <a:lnTo>
                  <a:pt x="479143" y="622300"/>
                </a:lnTo>
                <a:lnTo>
                  <a:pt x="489082" y="673100"/>
                </a:lnTo>
                <a:lnTo>
                  <a:pt x="499799" y="723900"/>
                </a:lnTo>
                <a:lnTo>
                  <a:pt x="511296" y="774700"/>
                </a:lnTo>
                <a:lnTo>
                  <a:pt x="523572" y="825500"/>
                </a:lnTo>
                <a:lnTo>
                  <a:pt x="536628" y="876300"/>
                </a:lnTo>
                <a:lnTo>
                  <a:pt x="550465" y="927100"/>
                </a:lnTo>
                <a:lnTo>
                  <a:pt x="565440" y="965200"/>
                </a:lnTo>
                <a:lnTo>
                  <a:pt x="581221" y="1016000"/>
                </a:lnTo>
                <a:lnTo>
                  <a:pt x="597811" y="1066800"/>
                </a:lnTo>
                <a:lnTo>
                  <a:pt x="615213" y="1117600"/>
                </a:lnTo>
                <a:lnTo>
                  <a:pt x="633430" y="1168400"/>
                </a:lnTo>
                <a:lnTo>
                  <a:pt x="652465" y="1219200"/>
                </a:lnTo>
                <a:lnTo>
                  <a:pt x="672321" y="1257300"/>
                </a:lnTo>
                <a:lnTo>
                  <a:pt x="693001" y="1308100"/>
                </a:lnTo>
                <a:lnTo>
                  <a:pt x="714508" y="1358900"/>
                </a:lnTo>
                <a:lnTo>
                  <a:pt x="736845" y="1397000"/>
                </a:lnTo>
                <a:lnTo>
                  <a:pt x="760016" y="1447800"/>
                </a:lnTo>
                <a:lnTo>
                  <a:pt x="784022" y="1485900"/>
                </a:lnTo>
                <a:lnTo>
                  <a:pt x="808867" y="1536700"/>
                </a:lnTo>
                <a:lnTo>
                  <a:pt x="834555" y="1587500"/>
                </a:lnTo>
                <a:lnTo>
                  <a:pt x="861087" y="1625600"/>
                </a:lnTo>
                <a:lnTo>
                  <a:pt x="888468" y="1663700"/>
                </a:lnTo>
                <a:lnTo>
                  <a:pt x="916699" y="1714500"/>
                </a:lnTo>
                <a:lnTo>
                  <a:pt x="945785" y="1752600"/>
                </a:lnTo>
                <a:lnTo>
                  <a:pt x="975049" y="1803400"/>
                </a:lnTo>
                <a:lnTo>
                  <a:pt x="1004925" y="1841500"/>
                </a:lnTo>
                <a:lnTo>
                  <a:pt x="1035412" y="1879600"/>
                </a:lnTo>
                <a:lnTo>
                  <a:pt x="1066509" y="1917700"/>
                </a:lnTo>
                <a:lnTo>
                  <a:pt x="1098217" y="1955800"/>
                </a:lnTo>
                <a:lnTo>
                  <a:pt x="1130534" y="1993900"/>
                </a:lnTo>
                <a:lnTo>
                  <a:pt x="1163460" y="2032000"/>
                </a:lnTo>
                <a:lnTo>
                  <a:pt x="1196996" y="2070100"/>
                </a:lnTo>
                <a:lnTo>
                  <a:pt x="1231140" y="2108200"/>
                </a:lnTo>
                <a:lnTo>
                  <a:pt x="1265894" y="2146300"/>
                </a:lnTo>
                <a:lnTo>
                  <a:pt x="1301255" y="2171700"/>
                </a:lnTo>
                <a:lnTo>
                  <a:pt x="1337224" y="2209800"/>
                </a:lnTo>
                <a:lnTo>
                  <a:pt x="1373800" y="2247900"/>
                </a:lnTo>
                <a:lnTo>
                  <a:pt x="1410984" y="2273300"/>
                </a:lnTo>
                <a:lnTo>
                  <a:pt x="1448775" y="2311400"/>
                </a:lnTo>
                <a:lnTo>
                  <a:pt x="1487172" y="2336800"/>
                </a:lnTo>
                <a:lnTo>
                  <a:pt x="1526176" y="2374900"/>
                </a:lnTo>
                <a:lnTo>
                  <a:pt x="1606000" y="2425700"/>
                </a:lnTo>
                <a:lnTo>
                  <a:pt x="1646821" y="2463800"/>
                </a:lnTo>
                <a:lnTo>
                  <a:pt x="1730276" y="2514600"/>
                </a:lnTo>
                <a:lnTo>
                  <a:pt x="1816148" y="2565400"/>
                </a:lnTo>
                <a:lnTo>
                  <a:pt x="1904435" y="2616200"/>
                </a:lnTo>
                <a:lnTo>
                  <a:pt x="2043955" y="2692400"/>
                </a:lnTo>
                <a:lnTo>
                  <a:pt x="2091101" y="2705100"/>
                </a:lnTo>
                <a:lnTo>
                  <a:pt x="2186335" y="2755900"/>
                </a:lnTo>
                <a:lnTo>
                  <a:pt x="2234419" y="2768600"/>
                </a:lnTo>
                <a:lnTo>
                  <a:pt x="2282809" y="2794000"/>
                </a:lnTo>
                <a:lnTo>
                  <a:pt x="2380501" y="2819400"/>
                </a:lnTo>
                <a:lnTo>
                  <a:pt x="2429798" y="2844800"/>
                </a:lnTo>
                <a:lnTo>
                  <a:pt x="2731710" y="2921000"/>
                </a:lnTo>
                <a:lnTo>
                  <a:pt x="2781891" y="2921000"/>
                </a:lnTo>
                <a:lnTo>
                  <a:pt x="2882619" y="2946400"/>
                </a:lnTo>
                <a:lnTo>
                  <a:pt x="3896596" y="2946400"/>
                </a:lnTo>
                <a:lnTo>
                  <a:pt x="3946235" y="2933700"/>
                </a:lnTo>
                <a:lnTo>
                  <a:pt x="3995740" y="2933700"/>
                </a:lnTo>
                <a:lnTo>
                  <a:pt x="4143460" y="2895600"/>
                </a:lnTo>
                <a:lnTo>
                  <a:pt x="4192440" y="2895600"/>
                </a:lnTo>
                <a:lnTo>
                  <a:pt x="4483675" y="2819400"/>
                </a:lnTo>
                <a:lnTo>
                  <a:pt x="4531786" y="2794000"/>
                </a:lnTo>
                <a:lnTo>
                  <a:pt x="4675408" y="2755900"/>
                </a:lnTo>
                <a:lnTo>
                  <a:pt x="4723050" y="2730500"/>
                </a:lnTo>
                <a:lnTo>
                  <a:pt x="4770578" y="2717800"/>
                </a:lnTo>
                <a:lnTo>
                  <a:pt x="4803584" y="2705100"/>
                </a:lnTo>
                <a:lnTo>
                  <a:pt x="4803584" y="0"/>
                </a:lnTo>
                <a:close/>
              </a:path>
            </a:pathLst>
          </a:custGeom>
          <a:solidFill>
            <a:srgbClr val="F5F6F7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" name="object 7"/>
          <p:cNvGrpSpPr/>
          <p:nvPr/>
        </p:nvGrpSpPr>
        <p:grpSpPr>
          <a:xfrm>
            <a:off x="10472925" y="3454911"/>
            <a:ext cx="5201920" cy="648335"/>
            <a:chOff x="10472925" y="3454911"/>
            <a:chExt cx="5201920" cy="64833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72925" y="3454911"/>
              <a:ext cx="5201417" cy="64771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0515599" y="3474719"/>
              <a:ext cx="5120640" cy="567055"/>
            </a:xfrm>
            <a:custGeom>
              <a:avLst/>
              <a:gdLst/>
              <a:ahLst/>
              <a:cxnLst/>
              <a:rect l="l" t="t" r="r" b="b"/>
              <a:pathLst>
                <a:path w="5120640" h="567054">
                  <a:moveTo>
                    <a:pt x="5026152" y="0"/>
                  </a:moveTo>
                  <a:lnTo>
                    <a:pt x="94488" y="0"/>
                  </a:lnTo>
                  <a:lnTo>
                    <a:pt x="57703" y="7423"/>
                  </a:lnTo>
                  <a:lnTo>
                    <a:pt x="27670" y="27670"/>
                  </a:lnTo>
                  <a:lnTo>
                    <a:pt x="7423" y="57703"/>
                  </a:lnTo>
                  <a:lnTo>
                    <a:pt x="0" y="94487"/>
                  </a:lnTo>
                  <a:lnTo>
                    <a:pt x="0" y="472439"/>
                  </a:lnTo>
                  <a:lnTo>
                    <a:pt x="7423" y="509224"/>
                  </a:lnTo>
                  <a:lnTo>
                    <a:pt x="27670" y="539257"/>
                  </a:lnTo>
                  <a:lnTo>
                    <a:pt x="57703" y="559504"/>
                  </a:lnTo>
                  <a:lnTo>
                    <a:pt x="94488" y="566927"/>
                  </a:lnTo>
                  <a:lnTo>
                    <a:pt x="5026152" y="566927"/>
                  </a:lnTo>
                  <a:lnTo>
                    <a:pt x="5062936" y="559504"/>
                  </a:lnTo>
                  <a:lnTo>
                    <a:pt x="5092969" y="539257"/>
                  </a:lnTo>
                  <a:lnTo>
                    <a:pt x="5113216" y="509224"/>
                  </a:lnTo>
                  <a:lnTo>
                    <a:pt x="5120640" y="472439"/>
                  </a:lnTo>
                  <a:lnTo>
                    <a:pt x="5120640" y="94487"/>
                  </a:lnTo>
                  <a:lnTo>
                    <a:pt x="5113216" y="57703"/>
                  </a:lnTo>
                  <a:lnTo>
                    <a:pt x="5092969" y="27670"/>
                  </a:lnTo>
                  <a:lnTo>
                    <a:pt x="5062936" y="7423"/>
                  </a:lnTo>
                  <a:lnTo>
                    <a:pt x="5026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0515599" y="3474719"/>
              <a:ext cx="5120640" cy="567055"/>
            </a:xfrm>
            <a:custGeom>
              <a:avLst/>
              <a:gdLst/>
              <a:ahLst/>
              <a:cxnLst/>
              <a:rect l="l" t="t" r="r" b="b"/>
              <a:pathLst>
                <a:path w="5120640" h="567054">
                  <a:moveTo>
                    <a:pt x="0" y="94487"/>
                  </a:moveTo>
                  <a:lnTo>
                    <a:pt x="7423" y="57703"/>
                  </a:lnTo>
                  <a:lnTo>
                    <a:pt x="27670" y="27670"/>
                  </a:lnTo>
                  <a:lnTo>
                    <a:pt x="57703" y="7423"/>
                  </a:lnTo>
                  <a:lnTo>
                    <a:pt x="94488" y="0"/>
                  </a:lnTo>
                  <a:lnTo>
                    <a:pt x="5026152" y="0"/>
                  </a:lnTo>
                  <a:lnTo>
                    <a:pt x="5062936" y="7423"/>
                  </a:lnTo>
                  <a:lnTo>
                    <a:pt x="5092969" y="27670"/>
                  </a:lnTo>
                  <a:lnTo>
                    <a:pt x="5113216" y="57703"/>
                  </a:lnTo>
                  <a:lnTo>
                    <a:pt x="5120640" y="94487"/>
                  </a:lnTo>
                  <a:lnTo>
                    <a:pt x="5120640" y="472439"/>
                  </a:lnTo>
                  <a:lnTo>
                    <a:pt x="5113216" y="509224"/>
                  </a:lnTo>
                  <a:lnTo>
                    <a:pt x="5092969" y="539257"/>
                  </a:lnTo>
                  <a:lnTo>
                    <a:pt x="5062936" y="559504"/>
                  </a:lnTo>
                  <a:lnTo>
                    <a:pt x="5026152" y="566927"/>
                  </a:lnTo>
                  <a:lnTo>
                    <a:pt x="94488" y="566927"/>
                  </a:lnTo>
                  <a:lnTo>
                    <a:pt x="57703" y="559504"/>
                  </a:lnTo>
                  <a:lnTo>
                    <a:pt x="27670" y="539257"/>
                  </a:lnTo>
                  <a:lnTo>
                    <a:pt x="7423" y="509224"/>
                  </a:lnTo>
                  <a:lnTo>
                    <a:pt x="0" y="472439"/>
                  </a:lnTo>
                  <a:lnTo>
                    <a:pt x="0" y="94487"/>
                  </a:lnTo>
                  <a:close/>
                </a:path>
              </a:pathLst>
            </a:custGeom>
            <a:ln w="19050">
              <a:solidFill>
                <a:srgbClr val="5B6FE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12088114" y="2894202"/>
            <a:ext cx="1891030" cy="97599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20">
                <a:latin typeface="Arial Black"/>
                <a:cs typeface="Arial Black"/>
              </a:rPr>
              <a:t>ALARM</a:t>
            </a:r>
            <a:r>
              <a:rPr dirty="0" sz="2000" spc="-114">
                <a:latin typeface="Arial Black"/>
                <a:cs typeface="Arial Black"/>
              </a:rPr>
              <a:t> </a:t>
            </a:r>
            <a:r>
              <a:rPr dirty="0" sz="2000" spc="-20">
                <a:latin typeface="Arial Black"/>
                <a:cs typeface="Arial Black"/>
              </a:rPr>
              <a:t>FLOW</a:t>
            </a:r>
            <a:endParaRPr sz="20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sz="2000">
              <a:latin typeface="Arial Black"/>
              <a:cs typeface="Arial Black"/>
            </a:endParaRPr>
          </a:p>
          <a:p>
            <a:pPr marL="573405">
              <a:lnSpc>
                <a:spcPct val="100000"/>
              </a:lnSpc>
              <a:spcBef>
                <a:spcPts val="5"/>
              </a:spcBef>
            </a:pPr>
            <a:r>
              <a:rPr dirty="0" sz="1400" b="1">
                <a:latin typeface="Roboto"/>
                <a:cs typeface="Roboto"/>
              </a:rPr>
              <a:t>User</a:t>
            </a:r>
            <a:r>
              <a:rPr dirty="0" sz="1400" spc="-20" b="1">
                <a:latin typeface="Roboto"/>
                <a:cs typeface="Roboto"/>
              </a:rPr>
              <a:t> </a:t>
            </a:r>
            <a:r>
              <a:rPr dirty="0" sz="1400" spc="-10" b="1">
                <a:latin typeface="Roboto"/>
                <a:cs typeface="Roboto"/>
              </a:rPr>
              <a:t>Input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7867215"/>
            <a:ext cx="4073525" cy="2419985"/>
          </a:xfrm>
          <a:custGeom>
            <a:avLst/>
            <a:gdLst/>
            <a:ahLst/>
            <a:cxnLst/>
            <a:rect l="l" t="t" r="r" b="b"/>
            <a:pathLst>
              <a:path w="4073525" h="2419984">
                <a:moveTo>
                  <a:pt x="0" y="0"/>
                </a:moveTo>
                <a:lnTo>
                  <a:pt x="104792" y="0"/>
                </a:lnTo>
                <a:lnTo>
                  <a:pt x="225579" y="1327"/>
                </a:lnTo>
                <a:lnTo>
                  <a:pt x="353548" y="4599"/>
                </a:lnTo>
                <a:lnTo>
                  <a:pt x="467072" y="9506"/>
                </a:lnTo>
                <a:lnTo>
                  <a:pt x="517252" y="12516"/>
                </a:lnTo>
                <a:lnTo>
                  <a:pt x="562423" y="15865"/>
                </a:lnTo>
                <a:lnTo>
                  <a:pt x="602117" y="19530"/>
                </a:lnTo>
                <a:lnTo>
                  <a:pt x="663213" y="27718"/>
                </a:lnTo>
                <a:lnTo>
                  <a:pt x="730177" y="64969"/>
                </a:lnTo>
                <a:lnTo>
                  <a:pt x="746602" y="102115"/>
                </a:lnTo>
                <a:lnTo>
                  <a:pt x="746169" y="141775"/>
                </a:lnTo>
                <a:lnTo>
                  <a:pt x="728963" y="177394"/>
                </a:lnTo>
                <a:lnTo>
                  <a:pt x="695067" y="202414"/>
                </a:lnTo>
                <a:lnTo>
                  <a:pt x="645429" y="208568"/>
                </a:lnTo>
                <a:lnTo>
                  <a:pt x="572946" y="211429"/>
                </a:lnTo>
                <a:lnTo>
                  <a:pt x="523711" y="212515"/>
                </a:lnTo>
                <a:lnTo>
                  <a:pt x="204489" y="214850"/>
                </a:lnTo>
                <a:lnTo>
                  <a:pt x="0" y="214850"/>
                </a:lnTo>
                <a:lnTo>
                  <a:pt x="0" y="0"/>
                </a:lnTo>
                <a:close/>
              </a:path>
              <a:path w="4073525" h="2419984">
                <a:moveTo>
                  <a:pt x="1141326" y="89269"/>
                </a:moveTo>
                <a:lnTo>
                  <a:pt x="1190687" y="94600"/>
                </a:lnTo>
                <a:lnTo>
                  <a:pt x="1270403" y="115190"/>
                </a:lnTo>
                <a:lnTo>
                  <a:pt x="1326638" y="132338"/>
                </a:lnTo>
                <a:lnTo>
                  <a:pt x="1396263" y="154614"/>
                </a:lnTo>
                <a:lnTo>
                  <a:pt x="1561355" y="209348"/>
                </a:lnTo>
                <a:lnTo>
                  <a:pt x="1632402" y="234235"/>
                </a:lnTo>
                <a:lnTo>
                  <a:pt x="1694775" y="257299"/>
                </a:lnTo>
                <a:lnTo>
                  <a:pt x="1748929" y="278734"/>
                </a:lnTo>
                <a:lnTo>
                  <a:pt x="1795318" y="298733"/>
                </a:lnTo>
                <a:lnTo>
                  <a:pt x="1834397" y="317488"/>
                </a:lnTo>
                <a:lnTo>
                  <a:pt x="1892444" y="352042"/>
                </a:lnTo>
                <a:lnTo>
                  <a:pt x="1936344" y="401704"/>
                </a:lnTo>
                <a:lnTo>
                  <a:pt x="1944166" y="439031"/>
                </a:lnTo>
                <a:lnTo>
                  <a:pt x="1936749" y="475650"/>
                </a:lnTo>
                <a:lnTo>
                  <a:pt x="1915057" y="507004"/>
                </a:lnTo>
                <a:lnTo>
                  <a:pt x="1880051" y="528538"/>
                </a:lnTo>
                <a:lnTo>
                  <a:pt x="1856285" y="534203"/>
                </a:lnTo>
                <a:lnTo>
                  <a:pt x="1831646" y="533059"/>
                </a:lnTo>
                <a:lnTo>
                  <a:pt x="1803519" y="524591"/>
                </a:lnTo>
                <a:lnTo>
                  <a:pt x="1769286" y="508282"/>
                </a:lnTo>
                <a:lnTo>
                  <a:pt x="1746256" y="496874"/>
                </a:lnTo>
                <a:lnTo>
                  <a:pt x="1718993" y="484883"/>
                </a:lnTo>
                <a:lnTo>
                  <a:pt x="1649223" y="458273"/>
                </a:lnTo>
                <a:lnTo>
                  <a:pt x="1605443" y="443216"/>
                </a:lnTo>
                <a:lnTo>
                  <a:pt x="1554884" y="426700"/>
                </a:lnTo>
                <a:lnTo>
                  <a:pt x="1430884" y="388411"/>
                </a:lnTo>
                <a:lnTo>
                  <a:pt x="1265378" y="338855"/>
                </a:lnTo>
                <a:lnTo>
                  <a:pt x="1193688" y="315482"/>
                </a:lnTo>
                <a:lnTo>
                  <a:pt x="1138944" y="294870"/>
                </a:lnTo>
                <a:lnTo>
                  <a:pt x="1098990" y="275806"/>
                </a:lnTo>
                <a:lnTo>
                  <a:pt x="1054823" y="237487"/>
                </a:lnTo>
                <a:lnTo>
                  <a:pt x="1043934" y="190839"/>
                </a:lnTo>
                <a:lnTo>
                  <a:pt x="1047173" y="158136"/>
                </a:lnTo>
                <a:lnTo>
                  <a:pt x="1075455" y="112912"/>
                </a:lnTo>
                <a:lnTo>
                  <a:pt x="1111195" y="94600"/>
                </a:lnTo>
                <a:lnTo>
                  <a:pt x="1130240" y="90209"/>
                </a:lnTo>
                <a:lnTo>
                  <a:pt x="1130038" y="90209"/>
                </a:lnTo>
                <a:lnTo>
                  <a:pt x="1141326" y="89269"/>
                </a:lnTo>
                <a:close/>
              </a:path>
              <a:path w="4073525" h="2419984">
                <a:moveTo>
                  <a:pt x="3443432" y="1568881"/>
                </a:moveTo>
                <a:lnTo>
                  <a:pt x="3500690" y="1568881"/>
                </a:lnTo>
                <a:lnTo>
                  <a:pt x="3521807" y="1581581"/>
                </a:lnTo>
                <a:lnTo>
                  <a:pt x="3565767" y="1606981"/>
                </a:lnTo>
                <a:lnTo>
                  <a:pt x="3590649" y="1632381"/>
                </a:lnTo>
                <a:lnTo>
                  <a:pt x="3618111" y="1657781"/>
                </a:lnTo>
                <a:lnTo>
                  <a:pt x="3647732" y="1695881"/>
                </a:lnTo>
                <a:lnTo>
                  <a:pt x="3679091" y="1733981"/>
                </a:lnTo>
                <a:lnTo>
                  <a:pt x="3711768" y="1772081"/>
                </a:lnTo>
                <a:lnTo>
                  <a:pt x="3745344" y="1822881"/>
                </a:lnTo>
                <a:lnTo>
                  <a:pt x="3813510" y="1924481"/>
                </a:lnTo>
                <a:lnTo>
                  <a:pt x="3847259" y="1975281"/>
                </a:lnTo>
                <a:lnTo>
                  <a:pt x="3880225" y="2026081"/>
                </a:lnTo>
                <a:lnTo>
                  <a:pt x="3911989" y="2076881"/>
                </a:lnTo>
                <a:lnTo>
                  <a:pt x="3942129" y="2127681"/>
                </a:lnTo>
                <a:lnTo>
                  <a:pt x="3970226" y="2178481"/>
                </a:lnTo>
                <a:lnTo>
                  <a:pt x="3995859" y="2229281"/>
                </a:lnTo>
                <a:lnTo>
                  <a:pt x="4018609" y="2267381"/>
                </a:lnTo>
                <a:lnTo>
                  <a:pt x="4038054" y="2318181"/>
                </a:lnTo>
                <a:lnTo>
                  <a:pt x="4053775" y="2356281"/>
                </a:lnTo>
                <a:lnTo>
                  <a:pt x="4065352" y="2394381"/>
                </a:lnTo>
                <a:lnTo>
                  <a:pt x="4073382" y="2419781"/>
                </a:lnTo>
                <a:lnTo>
                  <a:pt x="3864393" y="2419781"/>
                </a:lnTo>
                <a:lnTo>
                  <a:pt x="3854523" y="2407081"/>
                </a:lnTo>
                <a:lnTo>
                  <a:pt x="3837068" y="2368981"/>
                </a:lnTo>
                <a:lnTo>
                  <a:pt x="3816843" y="2330881"/>
                </a:lnTo>
                <a:lnTo>
                  <a:pt x="3794119" y="2292781"/>
                </a:lnTo>
                <a:lnTo>
                  <a:pt x="3769163" y="2241981"/>
                </a:lnTo>
                <a:lnTo>
                  <a:pt x="3742244" y="2203881"/>
                </a:lnTo>
                <a:lnTo>
                  <a:pt x="3713633" y="2153081"/>
                </a:lnTo>
                <a:lnTo>
                  <a:pt x="3683597" y="2114981"/>
                </a:lnTo>
                <a:lnTo>
                  <a:pt x="3652405" y="2064181"/>
                </a:lnTo>
                <a:lnTo>
                  <a:pt x="3620327" y="2013381"/>
                </a:lnTo>
                <a:lnTo>
                  <a:pt x="3587632" y="1975281"/>
                </a:lnTo>
                <a:lnTo>
                  <a:pt x="3554588" y="1937181"/>
                </a:lnTo>
                <a:lnTo>
                  <a:pt x="3521464" y="1886381"/>
                </a:lnTo>
                <a:lnTo>
                  <a:pt x="3488530" y="1848281"/>
                </a:lnTo>
                <a:lnTo>
                  <a:pt x="3435015" y="1784781"/>
                </a:lnTo>
                <a:lnTo>
                  <a:pt x="3398299" y="1733981"/>
                </a:lnTo>
                <a:lnTo>
                  <a:pt x="3377216" y="1695881"/>
                </a:lnTo>
                <a:lnTo>
                  <a:pt x="3370605" y="1657781"/>
                </a:lnTo>
                <a:lnTo>
                  <a:pt x="3377300" y="1632381"/>
                </a:lnTo>
                <a:lnTo>
                  <a:pt x="3396139" y="1606981"/>
                </a:lnTo>
                <a:lnTo>
                  <a:pt x="3410737" y="1581581"/>
                </a:lnTo>
                <a:lnTo>
                  <a:pt x="3426512" y="1581581"/>
                </a:lnTo>
                <a:lnTo>
                  <a:pt x="3443432" y="1568881"/>
                </a:lnTo>
                <a:close/>
              </a:path>
              <a:path w="4073525" h="2419984">
                <a:moveTo>
                  <a:pt x="2625413" y="1759381"/>
                </a:moveTo>
                <a:lnTo>
                  <a:pt x="2702097" y="1759381"/>
                </a:lnTo>
                <a:lnTo>
                  <a:pt x="2730972" y="1772081"/>
                </a:lnTo>
                <a:lnTo>
                  <a:pt x="2760794" y="1797481"/>
                </a:lnTo>
                <a:lnTo>
                  <a:pt x="2785954" y="1810181"/>
                </a:lnTo>
                <a:lnTo>
                  <a:pt x="2813831" y="1835581"/>
                </a:lnTo>
                <a:lnTo>
                  <a:pt x="2844156" y="1860981"/>
                </a:lnTo>
                <a:lnTo>
                  <a:pt x="2876661" y="1886381"/>
                </a:lnTo>
                <a:lnTo>
                  <a:pt x="2911076" y="1924481"/>
                </a:lnTo>
                <a:lnTo>
                  <a:pt x="2947132" y="1949881"/>
                </a:lnTo>
                <a:lnTo>
                  <a:pt x="2984560" y="1987981"/>
                </a:lnTo>
                <a:lnTo>
                  <a:pt x="3023092" y="2026081"/>
                </a:lnTo>
                <a:lnTo>
                  <a:pt x="3062459" y="2064181"/>
                </a:lnTo>
                <a:lnTo>
                  <a:pt x="3102391" y="2102281"/>
                </a:lnTo>
                <a:lnTo>
                  <a:pt x="3142620" y="2153081"/>
                </a:lnTo>
                <a:lnTo>
                  <a:pt x="3182876" y="2191181"/>
                </a:lnTo>
                <a:lnTo>
                  <a:pt x="3222891" y="2241981"/>
                </a:lnTo>
                <a:lnTo>
                  <a:pt x="3262396" y="2280081"/>
                </a:lnTo>
                <a:lnTo>
                  <a:pt x="3301122" y="2318181"/>
                </a:lnTo>
                <a:lnTo>
                  <a:pt x="3338799" y="2368981"/>
                </a:lnTo>
                <a:lnTo>
                  <a:pt x="3375159" y="2407081"/>
                </a:lnTo>
                <a:lnTo>
                  <a:pt x="3388878" y="2419781"/>
                </a:lnTo>
                <a:lnTo>
                  <a:pt x="3100561" y="2419781"/>
                </a:lnTo>
                <a:lnTo>
                  <a:pt x="3061353" y="2381681"/>
                </a:lnTo>
                <a:lnTo>
                  <a:pt x="3021328" y="2343581"/>
                </a:lnTo>
                <a:lnTo>
                  <a:pt x="2980748" y="2292781"/>
                </a:lnTo>
                <a:lnTo>
                  <a:pt x="2858299" y="2178481"/>
                </a:lnTo>
                <a:lnTo>
                  <a:pt x="2818117" y="2140381"/>
                </a:lnTo>
                <a:lnTo>
                  <a:pt x="2778690" y="2102281"/>
                </a:lnTo>
                <a:lnTo>
                  <a:pt x="2740279" y="2064181"/>
                </a:lnTo>
                <a:lnTo>
                  <a:pt x="2703144" y="2026081"/>
                </a:lnTo>
                <a:lnTo>
                  <a:pt x="2642172" y="1975281"/>
                </a:lnTo>
                <a:lnTo>
                  <a:pt x="2599345" y="1937181"/>
                </a:lnTo>
                <a:lnTo>
                  <a:pt x="2572817" y="1899081"/>
                </a:lnTo>
                <a:lnTo>
                  <a:pt x="2560740" y="1860981"/>
                </a:lnTo>
                <a:lnTo>
                  <a:pt x="2561267" y="1835581"/>
                </a:lnTo>
                <a:lnTo>
                  <a:pt x="2572552" y="1810181"/>
                </a:lnTo>
                <a:lnTo>
                  <a:pt x="2586811" y="1784781"/>
                </a:lnTo>
                <a:lnTo>
                  <a:pt x="2604575" y="1772081"/>
                </a:lnTo>
                <a:lnTo>
                  <a:pt x="2625413" y="1759381"/>
                </a:lnTo>
                <a:close/>
              </a:path>
              <a:path w="4073525" h="2419984">
                <a:moveTo>
                  <a:pt x="1849962" y="1949881"/>
                </a:moveTo>
                <a:lnTo>
                  <a:pt x="1919131" y="1949881"/>
                </a:lnTo>
                <a:lnTo>
                  <a:pt x="1951459" y="1962581"/>
                </a:lnTo>
                <a:lnTo>
                  <a:pt x="1989214" y="1975281"/>
                </a:lnTo>
                <a:lnTo>
                  <a:pt x="2033236" y="2000681"/>
                </a:lnTo>
                <a:lnTo>
                  <a:pt x="2084366" y="2038781"/>
                </a:lnTo>
                <a:lnTo>
                  <a:pt x="2143446" y="2076881"/>
                </a:lnTo>
                <a:lnTo>
                  <a:pt x="2179229" y="2102281"/>
                </a:lnTo>
                <a:lnTo>
                  <a:pt x="2218165" y="2127681"/>
                </a:lnTo>
                <a:lnTo>
                  <a:pt x="2259748" y="2165781"/>
                </a:lnTo>
                <a:lnTo>
                  <a:pt x="2303472" y="2191181"/>
                </a:lnTo>
                <a:lnTo>
                  <a:pt x="2348832" y="2229281"/>
                </a:lnTo>
                <a:lnTo>
                  <a:pt x="2395321" y="2254681"/>
                </a:lnTo>
                <a:lnTo>
                  <a:pt x="2536509" y="2368981"/>
                </a:lnTo>
                <a:lnTo>
                  <a:pt x="2582460" y="2407081"/>
                </a:lnTo>
                <a:lnTo>
                  <a:pt x="2612382" y="2419781"/>
                </a:lnTo>
                <a:lnTo>
                  <a:pt x="2259498" y="2419781"/>
                </a:lnTo>
                <a:lnTo>
                  <a:pt x="2242192" y="2407081"/>
                </a:lnTo>
                <a:lnTo>
                  <a:pt x="2193089" y="2368981"/>
                </a:lnTo>
                <a:lnTo>
                  <a:pt x="2147596" y="2343581"/>
                </a:lnTo>
                <a:lnTo>
                  <a:pt x="2105561" y="2305481"/>
                </a:lnTo>
                <a:lnTo>
                  <a:pt x="2066829" y="2280081"/>
                </a:lnTo>
                <a:lnTo>
                  <a:pt x="2031246" y="2254681"/>
                </a:lnTo>
                <a:lnTo>
                  <a:pt x="1998657" y="2229281"/>
                </a:lnTo>
                <a:lnTo>
                  <a:pt x="1968910" y="2203881"/>
                </a:lnTo>
                <a:lnTo>
                  <a:pt x="1941848" y="2191181"/>
                </a:lnTo>
                <a:lnTo>
                  <a:pt x="1895169" y="2165781"/>
                </a:lnTo>
                <a:lnTo>
                  <a:pt x="1844873" y="2127681"/>
                </a:lnTo>
                <a:lnTo>
                  <a:pt x="1809589" y="2089581"/>
                </a:lnTo>
                <a:lnTo>
                  <a:pt x="1783445" y="2038781"/>
                </a:lnTo>
                <a:lnTo>
                  <a:pt x="1792279" y="2000681"/>
                </a:lnTo>
                <a:lnTo>
                  <a:pt x="1815511" y="1975281"/>
                </a:lnTo>
                <a:lnTo>
                  <a:pt x="1832191" y="1962581"/>
                </a:lnTo>
                <a:lnTo>
                  <a:pt x="1849962" y="1949881"/>
                </a:lnTo>
                <a:close/>
              </a:path>
              <a:path w="4073525" h="2419984">
                <a:moveTo>
                  <a:pt x="1262848" y="1733981"/>
                </a:moveTo>
                <a:lnTo>
                  <a:pt x="1295657" y="1733981"/>
                </a:lnTo>
                <a:lnTo>
                  <a:pt x="1347685" y="1746681"/>
                </a:lnTo>
                <a:lnTo>
                  <a:pt x="1471737" y="1797481"/>
                </a:lnTo>
                <a:lnTo>
                  <a:pt x="1524929" y="1810181"/>
                </a:lnTo>
                <a:lnTo>
                  <a:pt x="1559675" y="1835581"/>
                </a:lnTo>
                <a:lnTo>
                  <a:pt x="1594680" y="1873681"/>
                </a:lnTo>
                <a:lnTo>
                  <a:pt x="1609680" y="1911781"/>
                </a:lnTo>
                <a:lnTo>
                  <a:pt x="1603747" y="1962581"/>
                </a:lnTo>
                <a:lnTo>
                  <a:pt x="1575956" y="2000681"/>
                </a:lnTo>
                <a:lnTo>
                  <a:pt x="1545507" y="2013381"/>
                </a:lnTo>
                <a:lnTo>
                  <a:pt x="1507890" y="2013381"/>
                </a:lnTo>
                <a:lnTo>
                  <a:pt x="1459317" y="2000681"/>
                </a:lnTo>
                <a:lnTo>
                  <a:pt x="1395999" y="1987981"/>
                </a:lnTo>
                <a:lnTo>
                  <a:pt x="1248991" y="1924481"/>
                </a:lnTo>
                <a:lnTo>
                  <a:pt x="1211525" y="1899081"/>
                </a:lnTo>
                <a:lnTo>
                  <a:pt x="1189507" y="1886381"/>
                </a:lnTo>
                <a:lnTo>
                  <a:pt x="1176503" y="1860981"/>
                </a:lnTo>
                <a:lnTo>
                  <a:pt x="1166201" y="1810181"/>
                </a:lnTo>
                <a:lnTo>
                  <a:pt x="1179992" y="1772081"/>
                </a:lnTo>
                <a:lnTo>
                  <a:pt x="1213625" y="1746681"/>
                </a:lnTo>
                <a:lnTo>
                  <a:pt x="1262848" y="1733981"/>
                </a:lnTo>
                <a:close/>
              </a:path>
              <a:path w="4073525" h="2419984">
                <a:moveTo>
                  <a:pt x="117230" y="1581581"/>
                </a:moveTo>
                <a:lnTo>
                  <a:pt x="588473" y="1581581"/>
                </a:lnTo>
                <a:lnTo>
                  <a:pt x="649792" y="1594281"/>
                </a:lnTo>
                <a:lnTo>
                  <a:pt x="708039" y="1594281"/>
                </a:lnTo>
                <a:lnTo>
                  <a:pt x="762438" y="1606981"/>
                </a:lnTo>
                <a:lnTo>
                  <a:pt x="812209" y="1619681"/>
                </a:lnTo>
                <a:lnTo>
                  <a:pt x="856574" y="1632381"/>
                </a:lnTo>
                <a:lnTo>
                  <a:pt x="894755" y="1645081"/>
                </a:lnTo>
                <a:lnTo>
                  <a:pt x="925973" y="1645081"/>
                </a:lnTo>
                <a:lnTo>
                  <a:pt x="949449" y="1657781"/>
                </a:lnTo>
                <a:lnTo>
                  <a:pt x="980607" y="1695881"/>
                </a:lnTo>
                <a:lnTo>
                  <a:pt x="1004214" y="1721281"/>
                </a:lnTo>
                <a:lnTo>
                  <a:pt x="1017519" y="1759381"/>
                </a:lnTo>
                <a:lnTo>
                  <a:pt x="1017603" y="1772081"/>
                </a:lnTo>
                <a:lnTo>
                  <a:pt x="1017686" y="1784781"/>
                </a:lnTo>
                <a:lnTo>
                  <a:pt x="1005341" y="1822881"/>
                </a:lnTo>
                <a:lnTo>
                  <a:pt x="959302" y="1860981"/>
                </a:lnTo>
                <a:lnTo>
                  <a:pt x="923757" y="1873681"/>
                </a:lnTo>
                <a:lnTo>
                  <a:pt x="868642" y="1860981"/>
                </a:lnTo>
                <a:lnTo>
                  <a:pt x="784610" y="1835581"/>
                </a:lnTo>
                <a:lnTo>
                  <a:pt x="734981" y="1822881"/>
                </a:lnTo>
                <a:lnTo>
                  <a:pt x="682516" y="1822881"/>
                </a:lnTo>
                <a:lnTo>
                  <a:pt x="571964" y="1797481"/>
                </a:lnTo>
                <a:lnTo>
                  <a:pt x="515324" y="1797481"/>
                </a:lnTo>
                <a:lnTo>
                  <a:pt x="458737" y="1784781"/>
                </a:lnTo>
                <a:lnTo>
                  <a:pt x="0" y="1784781"/>
                </a:lnTo>
                <a:lnTo>
                  <a:pt x="0" y="1619681"/>
                </a:lnTo>
                <a:lnTo>
                  <a:pt x="48792" y="1606981"/>
                </a:lnTo>
                <a:lnTo>
                  <a:pt x="82265" y="1594281"/>
                </a:lnTo>
                <a:lnTo>
                  <a:pt x="117230" y="1581581"/>
                </a:lnTo>
                <a:close/>
              </a:path>
              <a:path w="4073525" h="2419984">
                <a:moveTo>
                  <a:pt x="0" y="1784781"/>
                </a:moveTo>
                <a:lnTo>
                  <a:pt x="160830" y="1784781"/>
                </a:lnTo>
                <a:lnTo>
                  <a:pt x="124860" y="1797481"/>
                </a:lnTo>
                <a:lnTo>
                  <a:pt x="94726" y="1797481"/>
                </a:lnTo>
                <a:lnTo>
                  <a:pt x="38608" y="1810181"/>
                </a:lnTo>
                <a:lnTo>
                  <a:pt x="0" y="1810181"/>
                </a:lnTo>
                <a:lnTo>
                  <a:pt x="0" y="1784781"/>
                </a:lnTo>
                <a:close/>
              </a:path>
              <a:path w="4073525" h="2419984">
                <a:moveTo>
                  <a:pt x="1014280" y="984681"/>
                </a:moveTo>
                <a:lnTo>
                  <a:pt x="1036158" y="984681"/>
                </a:lnTo>
                <a:lnTo>
                  <a:pt x="1068641" y="997381"/>
                </a:lnTo>
                <a:lnTo>
                  <a:pt x="1110051" y="997381"/>
                </a:lnTo>
                <a:lnTo>
                  <a:pt x="1158711" y="1010081"/>
                </a:lnTo>
                <a:lnTo>
                  <a:pt x="1212944" y="1022781"/>
                </a:lnTo>
                <a:lnTo>
                  <a:pt x="1271071" y="1035481"/>
                </a:lnTo>
                <a:lnTo>
                  <a:pt x="1331416" y="1060881"/>
                </a:lnTo>
                <a:lnTo>
                  <a:pt x="1452048" y="1086281"/>
                </a:lnTo>
                <a:lnTo>
                  <a:pt x="1508980" y="1111681"/>
                </a:lnTo>
                <a:lnTo>
                  <a:pt x="1561420" y="1124381"/>
                </a:lnTo>
                <a:lnTo>
                  <a:pt x="1677758" y="1175181"/>
                </a:lnTo>
                <a:lnTo>
                  <a:pt x="1734241" y="1187881"/>
                </a:lnTo>
                <a:lnTo>
                  <a:pt x="1789082" y="1213281"/>
                </a:lnTo>
                <a:lnTo>
                  <a:pt x="1841893" y="1238681"/>
                </a:lnTo>
                <a:lnTo>
                  <a:pt x="1892285" y="1264081"/>
                </a:lnTo>
                <a:lnTo>
                  <a:pt x="1939871" y="1289481"/>
                </a:lnTo>
                <a:lnTo>
                  <a:pt x="1984262" y="1314881"/>
                </a:lnTo>
                <a:lnTo>
                  <a:pt x="2025069" y="1327581"/>
                </a:lnTo>
                <a:lnTo>
                  <a:pt x="2061904" y="1352981"/>
                </a:lnTo>
                <a:lnTo>
                  <a:pt x="2094379" y="1378381"/>
                </a:lnTo>
                <a:lnTo>
                  <a:pt x="2122106" y="1391081"/>
                </a:lnTo>
                <a:lnTo>
                  <a:pt x="2144696" y="1416481"/>
                </a:lnTo>
                <a:lnTo>
                  <a:pt x="2175135" y="1454581"/>
                </a:lnTo>
                <a:lnTo>
                  <a:pt x="2187723" y="1492681"/>
                </a:lnTo>
                <a:lnTo>
                  <a:pt x="2182496" y="1530781"/>
                </a:lnTo>
                <a:lnTo>
                  <a:pt x="2159493" y="1568881"/>
                </a:lnTo>
                <a:lnTo>
                  <a:pt x="2126084" y="1594281"/>
                </a:lnTo>
                <a:lnTo>
                  <a:pt x="2087151" y="1594281"/>
                </a:lnTo>
                <a:lnTo>
                  <a:pt x="2042532" y="1581581"/>
                </a:lnTo>
                <a:lnTo>
                  <a:pt x="1992067" y="1556181"/>
                </a:lnTo>
                <a:lnTo>
                  <a:pt x="1967864" y="1543481"/>
                </a:lnTo>
                <a:lnTo>
                  <a:pt x="1940658" y="1518081"/>
                </a:lnTo>
                <a:lnTo>
                  <a:pt x="1910482" y="1505381"/>
                </a:lnTo>
                <a:lnTo>
                  <a:pt x="1877368" y="1479981"/>
                </a:lnTo>
                <a:lnTo>
                  <a:pt x="1841348" y="1467281"/>
                </a:lnTo>
                <a:lnTo>
                  <a:pt x="1802454" y="1454581"/>
                </a:lnTo>
                <a:lnTo>
                  <a:pt x="1760719" y="1429181"/>
                </a:lnTo>
                <a:lnTo>
                  <a:pt x="1716174" y="1416481"/>
                </a:lnTo>
                <a:lnTo>
                  <a:pt x="1668852" y="1391081"/>
                </a:lnTo>
                <a:lnTo>
                  <a:pt x="1618786" y="1378381"/>
                </a:lnTo>
                <a:lnTo>
                  <a:pt x="1566006" y="1352981"/>
                </a:lnTo>
                <a:lnTo>
                  <a:pt x="1510547" y="1340281"/>
                </a:lnTo>
                <a:lnTo>
                  <a:pt x="1452438" y="1327581"/>
                </a:lnTo>
                <a:lnTo>
                  <a:pt x="1391714" y="1302181"/>
                </a:lnTo>
                <a:lnTo>
                  <a:pt x="1328406" y="1289481"/>
                </a:lnTo>
                <a:lnTo>
                  <a:pt x="1262547" y="1264081"/>
                </a:lnTo>
                <a:lnTo>
                  <a:pt x="1194168" y="1251381"/>
                </a:lnTo>
                <a:lnTo>
                  <a:pt x="1123301" y="1225981"/>
                </a:lnTo>
                <a:lnTo>
                  <a:pt x="1035852" y="1213281"/>
                </a:lnTo>
                <a:lnTo>
                  <a:pt x="974498" y="1187881"/>
                </a:lnTo>
                <a:lnTo>
                  <a:pt x="934076" y="1162481"/>
                </a:lnTo>
                <a:lnTo>
                  <a:pt x="909423" y="1149781"/>
                </a:lnTo>
                <a:lnTo>
                  <a:pt x="895375" y="1111681"/>
                </a:lnTo>
                <a:lnTo>
                  <a:pt x="889433" y="1073581"/>
                </a:lnTo>
                <a:lnTo>
                  <a:pt x="900096" y="1035481"/>
                </a:lnTo>
                <a:lnTo>
                  <a:pt x="925622" y="1010081"/>
                </a:lnTo>
                <a:lnTo>
                  <a:pt x="964265" y="997381"/>
                </a:lnTo>
                <a:lnTo>
                  <a:pt x="1014280" y="984681"/>
                </a:lnTo>
                <a:close/>
              </a:path>
              <a:path w="4073525" h="2419984">
                <a:moveTo>
                  <a:pt x="3013955" y="1187881"/>
                </a:moveTo>
                <a:lnTo>
                  <a:pt x="3020625" y="1187881"/>
                </a:lnTo>
                <a:lnTo>
                  <a:pt x="3027416" y="1200581"/>
                </a:lnTo>
                <a:lnTo>
                  <a:pt x="3041312" y="1200581"/>
                </a:lnTo>
                <a:lnTo>
                  <a:pt x="3070773" y="1213281"/>
                </a:lnTo>
                <a:lnTo>
                  <a:pt x="3113693" y="1251381"/>
                </a:lnTo>
                <a:lnTo>
                  <a:pt x="3162710" y="1289481"/>
                </a:lnTo>
                <a:lnTo>
                  <a:pt x="3210463" y="1340281"/>
                </a:lnTo>
                <a:lnTo>
                  <a:pt x="3249589" y="1378381"/>
                </a:lnTo>
                <a:lnTo>
                  <a:pt x="3272727" y="1403781"/>
                </a:lnTo>
                <a:lnTo>
                  <a:pt x="3285494" y="1454581"/>
                </a:lnTo>
                <a:lnTo>
                  <a:pt x="3282590" y="1492681"/>
                </a:lnTo>
                <a:lnTo>
                  <a:pt x="3265196" y="1530781"/>
                </a:lnTo>
                <a:lnTo>
                  <a:pt x="3234497" y="1556181"/>
                </a:lnTo>
                <a:lnTo>
                  <a:pt x="3172911" y="1556181"/>
                </a:lnTo>
                <a:lnTo>
                  <a:pt x="3136418" y="1543481"/>
                </a:lnTo>
                <a:lnTo>
                  <a:pt x="3088669" y="1505381"/>
                </a:lnTo>
                <a:lnTo>
                  <a:pt x="3024072" y="1441881"/>
                </a:lnTo>
                <a:lnTo>
                  <a:pt x="2963039" y="1378381"/>
                </a:lnTo>
                <a:lnTo>
                  <a:pt x="2927407" y="1340281"/>
                </a:lnTo>
                <a:lnTo>
                  <a:pt x="2910745" y="1302181"/>
                </a:lnTo>
                <a:lnTo>
                  <a:pt x="2906621" y="1289481"/>
                </a:lnTo>
                <a:lnTo>
                  <a:pt x="2914712" y="1238681"/>
                </a:lnTo>
                <a:lnTo>
                  <a:pt x="2937143" y="1213281"/>
                </a:lnTo>
                <a:lnTo>
                  <a:pt x="2971146" y="1200581"/>
                </a:lnTo>
                <a:lnTo>
                  <a:pt x="3013955" y="1187881"/>
                </a:lnTo>
                <a:close/>
              </a:path>
              <a:path w="4073525" h="2419984">
                <a:moveTo>
                  <a:pt x="412086" y="895781"/>
                </a:moveTo>
                <a:lnTo>
                  <a:pt x="514170" y="895781"/>
                </a:lnTo>
                <a:lnTo>
                  <a:pt x="541275" y="908481"/>
                </a:lnTo>
                <a:lnTo>
                  <a:pt x="606501" y="921181"/>
                </a:lnTo>
                <a:lnTo>
                  <a:pt x="660428" y="946581"/>
                </a:lnTo>
                <a:lnTo>
                  <a:pt x="702808" y="971981"/>
                </a:lnTo>
                <a:lnTo>
                  <a:pt x="733389" y="997381"/>
                </a:lnTo>
                <a:lnTo>
                  <a:pt x="758154" y="1048181"/>
                </a:lnTo>
                <a:lnTo>
                  <a:pt x="753444" y="1073581"/>
                </a:lnTo>
                <a:lnTo>
                  <a:pt x="740747" y="1098981"/>
                </a:lnTo>
                <a:lnTo>
                  <a:pt x="722218" y="1124381"/>
                </a:lnTo>
                <a:lnTo>
                  <a:pt x="700010" y="1137081"/>
                </a:lnTo>
                <a:lnTo>
                  <a:pt x="675666" y="1149781"/>
                </a:lnTo>
                <a:lnTo>
                  <a:pt x="625235" y="1149781"/>
                </a:lnTo>
                <a:lnTo>
                  <a:pt x="570638" y="1124381"/>
                </a:lnTo>
                <a:lnTo>
                  <a:pt x="535288" y="1111681"/>
                </a:lnTo>
                <a:lnTo>
                  <a:pt x="499993" y="1111681"/>
                </a:lnTo>
                <a:lnTo>
                  <a:pt x="468840" y="1098981"/>
                </a:lnTo>
                <a:lnTo>
                  <a:pt x="445918" y="1098981"/>
                </a:lnTo>
                <a:lnTo>
                  <a:pt x="404738" y="1086281"/>
                </a:lnTo>
                <a:lnTo>
                  <a:pt x="373679" y="1060881"/>
                </a:lnTo>
                <a:lnTo>
                  <a:pt x="353532" y="1022781"/>
                </a:lnTo>
                <a:lnTo>
                  <a:pt x="345093" y="997381"/>
                </a:lnTo>
                <a:lnTo>
                  <a:pt x="349154" y="959281"/>
                </a:lnTo>
                <a:lnTo>
                  <a:pt x="366508" y="933881"/>
                </a:lnTo>
                <a:lnTo>
                  <a:pt x="397949" y="908481"/>
                </a:lnTo>
                <a:lnTo>
                  <a:pt x="412086" y="895781"/>
                </a:lnTo>
                <a:close/>
              </a:path>
              <a:path w="4073525" h="2419984">
                <a:moveTo>
                  <a:pt x="2189374" y="565581"/>
                </a:moveTo>
                <a:lnTo>
                  <a:pt x="2231159" y="565581"/>
                </a:lnTo>
                <a:lnTo>
                  <a:pt x="2263954" y="578281"/>
                </a:lnTo>
                <a:lnTo>
                  <a:pt x="2303840" y="590981"/>
                </a:lnTo>
                <a:lnTo>
                  <a:pt x="2352446" y="629081"/>
                </a:lnTo>
                <a:lnTo>
                  <a:pt x="2394958" y="654481"/>
                </a:lnTo>
                <a:lnTo>
                  <a:pt x="2441574" y="692581"/>
                </a:lnTo>
                <a:lnTo>
                  <a:pt x="2490201" y="717981"/>
                </a:lnTo>
                <a:lnTo>
                  <a:pt x="2538742" y="756081"/>
                </a:lnTo>
                <a:lnTo>
                  <a:pt x="2585102" y="794181"/>
                </a:lnTo>
                <a:lnTo>
                  <a:pt x="2627187" y="832281"/>
                </a:lnTo>
                <a:lnTo>
                  <a:pt x="2662901" y="870381"/>
                </a:lnTo>
                <a:lnTo>
                  <a:pt x="2690149" y="895781"/>
                </a:lnTo>
                <a:lnTo>
                  <a:pt x="2706836" y="908481"/>
                </a:lnTo>
                <a:lnTo>
                  <a:pt x="2725455" y="946581"/>
                </a:lnTo>
                <a:lnTo>
                  <a:pt x="2731522" y="984681"/>
                </a:lnTo>
                <a:lnTo>
                  <a:pt x="2725058" y="1022781"/>
                </a:lnTo>
                <a:lnTo>
                  <a:pt x="2706080" y="1048181"/>
                </a:lnTo>
                <a:lnTo>
                  <a:pt x="2672983" y="1073581"/>
                </a:lnTo>
                <a:lnTo>
                  <a:pt x="2635707" y="1086281"/>
                </a:lnTo>
                <a:lnTo>
                  <a:pt x="2594196" y="1060881"/>
                </a:lnTo>
                <a:lnTo>
                  <a:pt x="2548393" y="1035481"/>
                </a:lnTo>
                <a:lnTo>
                  <a:pt x="2515958" y="1010081"/>
                </a:lnTo>
                <a:lnTo>
                  <a:pt x="2477437" y="971981"/>
                </a:lnTo>
                <a:lnTo>
                  <a:pt x="2434363" y="946581"/>
                </a:lnTo>
                <a:lnTo>
                  <a:pt x="2388267" y="908481"/>
                </a:lnTo>
                <a:lnTo>
                  <a:pt x="2293141" y="832281"/>
                </a:lnTo>
                <a:lnTo>
                  <a:pt x="2247175" y="806881"/>
                </a:lnTo>
                <a:lnTo>
                  <a:pt x="2193474" y="768781"/>
                </a:lnTo>
                <a:lnTo>
                  <a:pt x="2155194" y="730681"/>
                </a:lnTo>
                <a:lnTo>
                  <a:pt x="2132060" y="692581"/>
                </a:lnTo>
                <a:lnTo>
                  <a:pt x="2123799" y="667181"/>
                </a:lnTo>
                <a:lnTo>
                  <a:pt x="2130137" y="629081"/>
                </a:lnTo>
                <a:lnTo>
                  <a:pt x="2150801" y="590981"/>
                </a:lnTo>
                <a:lnTo>
                  <a:pt x="2163212" y="578281"/>
                </a:lnTo>
                <a:lnTo>
                  <a:pt x="2175952" y="578281"/>
                </a:lnTo>
                <a:lnTo>
                  <a:pt x="2189374" y="565581"/>
                </a:lnTo>
                <a:close/>
              </a:path>
              <a:path w="4073525" h="2419984">
                <a:moveTo>
                  <a:pt x="0" y="857681"/>
                </a:moveTo>
                <a:lnTo>
                  <a:pt x="17685" y="857681"/>
                </a:lnTo>
                <a:lnTo>
                  <a:pt x="33965" y="870381"/>
                </a:lnTo>
                <a:lnTo>
                  <a:pt x="51118" y="883081"/>
                </a:lnTo>
                <a:lnTo>
                  <a:pt x="73294" y="921181"/>
                </a:lnTo>
                <a:lnTo>
                  <a:pt x="80481" y="959281"/>
                </a:lnTo>
                <a:lnTo>
                  <a:pt x="72622" y="984681"/>
                </a:lnTo>
                <a:lnTo>
                  <a:pt x="49664" y="1022781"/>
                </a:lnTo>
                <a:lnTo>
                  <a:pt x="36354" y="1035481"/>
                </a:lnTo>
                <a:lnTo>
                  <a:pt x="22772" y="1035481"/>
                </a:lnTo>
                <a:lnTo>
                  <a:pt x="10498" y="1048181"/>
                </a:lnTo>
                <a:lnTo>
                  <a:pt x="0" y="1048181"/>
                </a:lnTo>
                <a:lnTo>
                  <a:pt x="0" y="857681"/>
                </a:lnTo>
                <a:close/>
              </a:path>
            </a:pathLst>
          </a:custGeom>
          <a:solidFill>
            <a:srgbClr val="F5F6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49225" indent="-146050">
              <a:lnSpc>
                <a:spcPct val="100000"/>
              </a:lnSpc>
              <a:spcBef>
                <a:spcPts val="105"/>
              </a:spcBef>
              <a:buSzPct val="96875"/>
              <a:buChar char="•"/>
              <a:tabLst>
                <a:tab pos="149225" algn="l"/>
              </a:tabLst>
            </a:pPr>
            <a:r>
              <a:rPr dirty="0" spc="-20"/>
              <a:t>Linux</a:t>
            </a:r>
            <a:r>
              <a:rPr dirty="0" spc="-120"/>
              <a:t> </a:t>
            </a:r>
            <a:r>
              <a:rPr dirty="0" spc="-100"/>
              <a:t>terminal-</a:t>
            </a:r>
            <a:r>
              <a:rPr dirty="0"/>
              <a:t>based</a:t>
            </a:r>
            <a:r>
              <a:rPr dirty="0" spc="-120"/>
              <a:t> </a:t>
            </a:r>
            <a:r>
              <a:rPr dirty="0"/>
              <a:t>Alarm</a:t>
            </a:r>
            <a:r>
              <a:rPr dirty="0" spc="-114"/>
              <a:t> </a:t>
            </a:r>
            <a:r>
              <a:rPr dirty="0"/>
              <a:t>Clock</a:t>
            </a:r>
            <a:r>
              <a:rPr dirty="0" spc="-110"/>
              <a:t> </a:t>
            </a:r>
            <a:r>
              <a:rPr dirty="0"/>
              <a:t>developed</a:t>
            </a:r>
            <a:r>
              <a:rPr dirty="0" spc="-135"/>
              <a:t> </a:t>
            </a:r>
            <a:r>
              <a:rPr dirty="0" spc="-10"/>
              <a:t>using</a:t>
            </a:r>
            <a:r>
              <a:rPr dirty="0" spc="-105"/>
              <a:t> </a:t>
            </a:r>
            <a:r>
              <a:rPr dirty="0" spc="-25"/>
              <a:t>C.</a:t>
            </a:r>
          </a:p>
          <a:p>
            <a:pPr marL="252095" indent="-239395">
              <a:lnSpc>
                <a:spcPct val="100000"/>
              </a:lnSpc>
              <a:buSzPct val="96875"/>
              <a:buChar char="•"/>
              <a:tabLst>
                <a:tab pos="252095" algn="l"/>
              </a:tabLst>
            </a:pPr>
            <a:r>
              <a:rPr dirty="0" spc="-10"/>
              <a:t>Provides:</a:t>
            </a:r>
          </a:p>
          <a:p>
            <a:pPr marL="149225" indent="-146050">
              <a:lnSpc>
                <a:spcPct val="100000"/>
              </a:lnSpc>
              <a:buSzPct val="96875"/>
              <a:buChar char="•"/>
              <a:tabLst>
                <a:tab pos="149225" algn="l"/>
              </a:tabLst>
            </a:pPr>
            <a:r>
              <a:rPr dirty="0"/>
              <a:t>Set</a:t>
            </a:r>
            <a:r>
              <a:rPr dirty="0" spc="-75"/>
              <a:t> </a:t>
            </a:r>
            <a:r>
              <a:rPr dirty="0" spc="-10"/>
              <a:t>Time,</a:t>
            </a:r>
          </a:p>
          <a:p>
            <a:pPr marL="252095" indent="-239395">
              <a:lnSpc>
                <a:spcPct val="100000"/>
              </a:lnSpc>
              <a:buSzPct val="96875"/>
              <a:buChar char="•"/>
              <a:tabLst>
                <a:tab pos="252095" algn="l"/>
              </a:tabLst>
            </a:pPr>
            <a:r>
              <a:rPr dirty="0"/>
              <a:t>View</a:t>
            </a:r>
            <a:r>
              <a:rPr dirty="0" spc="-110"/>
              <a:t> </a:t>
            </a:r>
            <a:r>
              <a:rPr dirty="0" spc="-10"/>
              <a:t>Time,</a:t>
            </a:r>
          </a:p>
          <a:p>
            <a:pPr marL="149225" indent="-146050">
              <a:lnSpc>
                <a:spcPct val="100000"/>
              </a:lnSpc>
              <a:buSzPct val="96875"/>
              <a:buChar char="•"/>
              <a:tabLst>
                <a:tab pos="149225" algn="l"/>
              </a:tabLst>
            </a:pPr>
            <a:r>
              <a:rPr dirty="0"/>
              <a:t>Cancel</a:t>
            </a:r>
            <a:r>
              <a:rPr dirty="0" spc="-90"/>
              <a:t> </a:t>
            </a:r>
            <a:r>
              <a:rPr dirty="0"/>
              <a:t>Time</a:t>
            </a:r>
            <a:r>
              <a:rPr dirty="0" spc="-75"/>
              <a:t> </a:t>
            </a:r>
            <a:r>
              <a:rPr dirty="0" spc="-25"/>
              <a:t>and</a:t>
            </a:r>
          </a:p>
          <a:p>
            <a:pPr marL="149225" indent="-146050">
              <a:lnSpc>
                <a:spcPct val="100000"/>
              </a:lnSpc>
              <a:buSzPct val="96875"/>
              <a:buChar char="•"/>
              <a:tabLst>
                <a:tab pos="149225" algn="l"/>
              </a:tabLst>
            </a:pPr>
            <a:r>
              <a:rPr dirty="0" spc="-10"/>
              <a:t>Exit.</a:t>
            </a:r>
          </a:p>
          <a:p>
            <a:pPr marL="149225" indent="-146050">
              <a:lnSpc>
                <a:spcPct val="100000"/>
              </a:lnSpc>
              <a:buSzPct val="96875"/>
              <a:buChar char="•"/>
              <a:tabLst>
                <a:tab pos="149225" algn="l"/>
              </a:tabLst>
            </a:pPr>
            <a:r>
              <a:rPr dirty="0" spc="-20"/>
              <a:t>Obtains</a:t>
            </a:r>
            <a:r>
              <a:rPr dirty="0" spc="-155"/>
              <a:t> </a:t>
            </a:r>
            <a:r>
              <a:rPr dirty="0"/>
              <a:t>the</a:t>
            </a:r>
            <a:r>
              <a:rPr dirty="0" spc="-135"/>
              <a:t> </a:t>
            </a:r>
            <a:r>
              <a:rPr dirty="0" spc="-10"/>
              <a:t>current</a:t>
            </a:r>
            <a:r>
              <a:rPr dirty="0" spc="-145"/>
              <a:t> </a:t>
            </a:r>
            <a:r>
              <a:rPr dirty="0" spc="-10"/>
              <a:t>system</a:t>
            </a:r>
            <a:r>
              <a:rPr dirty="0" spc="-140"/>
              <a:t> </a:t>
            </a:r>
            <a:r>
              <a:rPr dirty="0" spc="-10"/>
              <a:t>time.</a:t>
            </a:r>
          </a:p>
          <a:p>
            <a:pPr marL="149225" indent="-146050">
              <a:lnSpc>
                <a:spcPct val="100000"/>
              </a:lnSpc>
              <a:buSzPct val="96875"/>
              <a:buChar char="•"/>
              <a:tabLst>
                <a:tab pos="149225" algn="l"/>
              </a:tabLst>
            </a:pPr>
            <a:r>
              <a:rPr dirty="0" spc="-10"/>
              <a:t>Calculates</a:t>
            </a:r>
            <a:r>
              <a:rPr dirty="0" spc="-125"/>
              <a:t> </a:t>
            </a:r>
            <a:r>
              <a:rPr dirty="0"/>
              <a:t>the</a:t>
            </a:r>
            <a:r>
              <a:rPr dirty="0" spc="-125"/>
              <a:t> </a:t>
            </a:r>
            <a:r>
              <a:rPr dirty="0" spc="-25"/>
              <a:t>waiting</a:t>
            </a:r>
            <a:r>
              <a:rPr dirty="0" spc="-140"/>
              <a:t> </a:t>
            </a:r>
            <a:r>
              <a:rPr dirty="0" spc="-25"/>
              <a:t>duration</a:t>
            </a:r>
            <a:r>
              <a:rPr dirty="0" spc="-120"/>
              <a:t> </a:t>
            </a:r>
            <a:r>
              <a:rPr dirty="0" spc="-25"/>
              <a:t>until</a:t>
            </a:r>
            <a:r>
              <a:rPr dirty="0" spc="-125"/>
              <a:t> </a:t>
            </a:r>
            <a:r>
              <a:rPr dirty="0"/>
              <a:t>the</a:t>
            </a:r>
            <a:r>
              <a:rPr dirty="0" spc="-125"/>
              <a:t> </a:t>
            </a:r>
            <a:r>
              <a:rPr dirty="0"/>
              <a:t>selected</a:t>
            </a:r>
            <a:r>
              <a:rPr dirty="0" spc="-140"/>
              <a:t> </a:t>
            </a:r>
            <a:r>
              <a:rPr dirty="0" spc="-10"/>
              <a:t>time.</a:t>
            </a:r>
          </a:p>
          <a:p>
            <a:pPr marL="252095" indent="-239395">
              <a:lnSpc>
                <a:spcPct val="100000"/>
              </a:lnSpc>
              <a:buSzPct val="96875"/>
              <a:buChar char="•"/>
              <a:tabLst>
                <a:tab pos="252095" algn="l"/>
              </a:tabLst>
            </a:pPr>
            <a:r>
              <a:rPr dirty="0"/>
              <a:t>Uses</a:t>
            </a:r>
            <a:r>
              <a:rPr dirty="0" spc="-120"/>
              <a:t> </a:t>
            </a:r>
            <a:r>
              <a:rPr dirty="0" spc="-125"/>
              <a:t>signal-</a:t>
            </a:r>
            <a:r>
              <a:rPr dirty="0"/>
              <a:t>based</a:t>
            </a:r>
            <a:r>
              <a:rPr dirty="0" spc="-130"/>
              <a:t> </a:t>
            </a:r>
            <a:r>
              <a:rPr dirty="0"/>
              <a:t>alarm</a:t>
            </a:r>
            <a:r>
              <a:rPr dirty="0" spc="-130"/>
              <a:t> </a:t>
            </a:r>
            <a:r>
              <a:rPr dirty="0" spc="-10"/>
              <a:t>handling.</a:t>
            </a:r>
          </a:p>
          <a:p>
            <a:pPr marL="252095" indent="-239395">
              <a:lnSpc>
                <a:spcPct val="100000"/>
              </a:lnSpc>
              <a:spcBef>
                <a:spcPts val="25"/>
              </a:spcBef>
              <a:buSzPct val="96875"/>
              <a:buChar char="•"/>
              <a:tabLst>
                <a:tab pos="252095" algn="l"/>
              </a:tabLst>
            </a:pPr>
            <a:r>
              <a:rPr dirty="0"/>
              <a:t>Uses</a:t>
            </a:r>
            <a:r>
              <a:rPr dirty="0" spc="-135"/>
              <a:t> </a:t>
            </a:r>
            <a:r>
              <a:rPr dirty="0"/>
              <a:t>process</a:t>
            </a:r>
            <a:r>
              <a:rPr dirty="0" spc="-125"/>
              <a:t> </a:t>
            </a:r>
            <a:r>
              <a:rPr dirty="0" spc="-20"/>
              <a:t>control</a:t>
            </a:r>
            <a:r>
              <a:rPr dirty="0" spc="-114"/>
              <a:t> </a:t>
            </a:r>
            <a:r>
              <a:rPr dirty="0"/>
              <a:t>for</a:t>
            </a:r>
            <a:r>
              <a:rPr dirty="0" spc="-125"/>
              <a:t> </a:t>
            </a:r>
            <a:r>
              <a:rPr dirty="0"/>
              <a:t>alarm</a:t>
            </a:r>
            <a:r>
              <a:rPr dirty="0" spc="-135"/>
              <a:t> </a:t>
            </a:r>
            <a:r>
              <a:rPr dirty="0" spc="-10"/>
              <a:t>notification</a:t>
            </a:r>
            <a:r>
              <a:rPr dirty="0" spc="-10">
                <a:latin typeface="Arial MT"/>
                <a:cs typeface="Arial MT"/>
              </a:rPr>
              <a:t>.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10463783" y="4040174"/>
            <a:ext cx="5219700" cy="848994"/>
            <a:chOff x="10463783" y="4040174"/>
            <a:chExt cx="5219700" cy="848994"/>
          </a:xfrm>
        </p:grpSpPr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713207" y="4040174"/>
              <a:ext cx="720826" cy="263601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2755879" y="4059935"/>
              <a:ext cx="640080" cy="182880"/>
            </a:xfrm>
            <a:custGeom>
              <a:avLst/>
              <a:gdLst/>
              <a:ahLst/>
              <a:cxnLst/>
              <a:rect l="l" t="t" r="r" b="b"/>
              <a:pathLst>
                <a:path w="640080" h="182879">
                  <a:moveTo>
                    <a:pt x="480060" y="0"/>
                  </a:moveTo>
                  <a:lnTo>
                    <a:pt x="160020" y="0"/>
                  </a:lnTo>
                  <a:lnTo>
                    <a:pt x="160020" y="91439"/>
                  </a:lnTo>
                  <a:lnTo>
                    <a:pt x="0" y="91439"/>
                  </a:lnTo>
                  <a:lnTo>
                    <a:pt x="320039" y="182879"/>
                  </a:lnTo>
                  <a:lnTo>
                    <a:pt x="640079" y="91439"/>
                  </a:lnTo>
                  <a:lnTo>
                    <a:pt x="480060" y="91439"/>
                  </a:lnTo>
                  <a:lnTo>
                    <a:pt x="480060" y="0"/>
                  </a:lnTo>
                  <a:close/>
                </a:path>
              </a:pathLst>
            </a:custGeom>
            <a:solidFill>
              <a:srgbClr val="5B6FE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463783" y="4223029"/>
              <a:ext cx="5219700" cy="66596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0515599" y="4251959"/>
              <a:ext cx="5120640" cy="567055"/>
            </a:xfrm>
            <a:custGeom>
              <a:avLst/>
              <a:gdLst/>
              <a:ahLst/>
              <a:cxnLst/>
              <a:rect l="l" t="t" r="r" b="b"/>
              <a:pathLst>
                <a:path w="5120640" h="567054">
                  <a:moveTo>
                    <a:pt x="5026152" y="0"/>
                  </a:moveTo>
                  <a:lnTo>
                    <a:pt x="94488" y="0"/>
                  </a:lnTo>
                  <a:lnTo>
                    <a:pt x="57703" y="7423"/>
                  </a:lnTo>
                  <a:lnTo>
                    <a:pt x="27670" y="27670"/>
                  </a:lnTo>
                  <a:lnTo>
                    <a:pt x="7423" y="57703"/>
                  </a:lnTo>
                  <a:lnTo>
                    <a:pt x="0" y="94487"/>
                  </a:lnTo>
                  <a:lnTo>
                    <a:pt x="0" y="472439"/>
                  </a:lnTo>
                  <a:lnTo>
                    <a:pt x="7423" y="509224"/>
                  </a:lnTo>
                  <a:lnTo>
                    <a:pt x="27670" y="539257"/>
                  </a:lnTo>
                  <a:lnTo>
                    <a:pt x="57703" y="559504"/>
                  </a:lnTo>
                  <a:lnTo>
                    <a:pt x="94488" y="566927"/>
                  </a:lnTo>
                  <a:lnTo>
                    <a:pt x="5026152" y="566927"/>
                  </a:lnTo>
                  <a:lnTo>
                    <a:pt x="5062936" y="559504"/>
                  </a:lnTo>
                  <a:lnTo>
                    <a:pt x="5092969" y="539257"/>
                  </a:lnTo>
                  <a:lnTo>
                    <a:pt x="5113216" y="509224"/>
                  </a:lnTo>
                  <a:lnTo>
                    <a:pt x="5120640" y="472439"/>
                  </a:lnTo>
                  <a:lnTo>
                    <a:pt x="5120640" y="94487"/>
                  </a:lnTo>
                  <a:lnTo>
                    <a:pt x="5113216" y="57703"/>
                  </a:lnTo>
                  <a:lnTo>
                    <a:pt x="5092969" y="27670"/>
                  </a:lnTo>
                  <a:lnTo>
                    <a:pt x="5062936" y="7423"/>
                  </a:lnTo>
                  <a:lnTo>
                    <a:pt x="5026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0515599" y="4251959"/>
              <a:ext cx="5120640" cy="567055"/>
            </a:xfrm>
            <a:custGeom>
              <a:avLst/>
              <a:gdLst/>
              <a:ahLst/>
              <a:cxnLst/>
              <a:rect l="l" t="t" r="r" b="b"/>
              <a:pathLst>
                <a:path w="5120640" h="567054">
                  <a:moveTo>
                    <a:pt x="0" y="94487"/>
                  </a:moveTo>
                  <a:lnTo>
                    <a:pt x="7423" y="57703"/>
                  </a:lnTo>
                  <a:lnTo>
                    <a:pt x="27670" y="27670"/>
                  </a:lnTo>
                  <a:lnTo>
                    <a:pt x="57703" y="7423"/>
                  </a:lnTo>
                  <a:lnTo>
                    <a:pt x="94488" y="0"/>
                  </a:lnTo>
                  <a:lnTo>
                    <a:pt x="5026152" y="0"/>
                  </a:lnTo>
                  <a:lnTo>
                    <a:pt x="5062936" y="7423"/>
                  </a:lnTo>
                  <a:lnTo>
                    <a:pt x="5092969" y="27670"/>
                  </a:lnTo>
                  <a:lnTo>
                    <a:pt x="5113216" y="57703"/>
                  </a:lnTo>
                  <a:lnTo>
                    <a:pt x="5120640" y="94487"/>
                  </a:lnTo>
                  <a:lnTo>
                    <a:pt x="5120640" y="472439"/>
                  </a:lnTo>
                  <a:lnTo>
                    <a:pt x="5113216" y="509224"/>
                  </a:lnTo>
                  <a:lnTo>
                    <a:pt x="5092969" y="539257"/>
                  </a:lnTo>
                  <a:lnTo>
                    <a:pt x="5062936" y="559504"/>
                  </a:lnTo>
                  <a:lnTo>
                    <a:pt x="5026152" y="566927"/>
                  </a:lnTo>
                  <a:lnTo>
                    <a:pt x="94488" y="566927"/>
                  </a:lnTo>
                  <a:lnTo>
                    <a:pt x="57703" y="559504"/>
                  </a:lnTo>
                  <a:lnTo>
                    <a:pt x="27670" y="539257"/>
                  </a:lnTo>
                  <a:lnTo>
                    <a:pt x="7423" y="509224"/>
                  </a:lnTo>
                  <a:lnTo>
                    <a:pt x="0" y="472439"/>
                  </a:lnTo>
                  <a:lnTo>
                    <a:pt x="0" y="94487"/>
                  </a:lnTo>
                  <a:close/>
                </a:path>
              </a:pathLst>
            </a:custGeom>
            <a:ln w="19050">
              <a:solidFill>
                <a:srgbClr val="5B6FE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12508738" y="4407534"/>
            <a:ext cx="113474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latin typeface="Roboto"/>
                <a:cs typeface="Roboto"/>
              </a:rPr>
              <a:t>Validate</a:t>
            </a:r>
            <a:r>
              <a:rPr dirty="0" sz="1400" spc="-50" b="1">
                <a:latin typeface="Roboto"/>
                <a:cs typeface="Roboto"/>
              </a:rPr>
              <a:t> </a:t>
            </a:r>
            <a:r>
              <a:rPr dirty="0" sz="1400" spc="-20" b="1">
                <a:latin typeface="Roboto"/>
                <a:cs typeface="Roboto"/>
              </a:rPr>
              <a:t>Time</a:t>
            </a:r>
            <a:endParaRPr sz="1400">
              <a:latin typeface="Roboto"/>
              <a:cs typeface="Roboto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0463783" y="4817414"/>
            <a:ext cx="5219700" cy="848994"/>
            <a:chOff x="10463783" y="4817414"/>
            <a:chExt cx="5219700" cy="848994"/>
          </a:xfrm>
        </p:grpSpPr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713207" y="4817414"/>
              <a:ext cx="720826" cy="263601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2755879" y="4837176"/>
              <a:ext cx="640080" cy="182880"/>
            </a:xfrm>
            <a:custGeom>
              <a:avLst/>
              <a:gdLst/>
              <a:ahLst/>
              <a:cxnLst/>
              <a:rect l="l" t="t" r="r" b="b"/>
              <a:pathLst>
                <a:path w="640080" h="182879">
                  <a:moveTo>
                    <a:pt x="480060" y="0"/>
                  </a:moveTo>
                  <a:lnTo>
                    <a:pt x="160020" y="0"/>
                  </a:lnTo>
                  <a:lnTo>
                    <a:pt x="160020" y="91439"/>
                  </a:lnTo>
                  <a:lnTo>
                    <a:pt x="0" y="91439"/>
                  </a:lnTo>
                  <a:lnTo>
                    <a:pt x="320039" y="182879"/>
                  </a:lnTo>
                  <a:lnTo>
                    <a:pt x="640079" y="91439"/>
                  </a:lnTo>
                  <a:lnTo>
                    <a:pt x="480060" y="91439"/>
                  </a:lnTo>
                  <a:lnTo>
                    <a:pt x="480060" y="0"/>
                  </a:lnTo>
                  <a:close/>
                </a:path>
              </a:pathLst>
            </a:custGeom>
            <a:solidFill>
              <a:srgbClr val="5B6FE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463783" y="5000269"/>
              <a:ext cx="5219700" cy="665962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10515599" y="5029200"/>
              <a:ext cx="5120640" cy="567055"/>
            </a:xfrm>
            <a:custGeom>
              <a:avLst/>
              <a:gdLst/>
              <a:ahLst/>
              <a:cxnLst/>
              <a:rect l="l" t="t" r="r" b="b"/>
              <a:pathLst>
                <a:path w="5120640" h="567054">
                  <a:moveTo>
                    <a:pt x="5026152" y="0"/>
                  </a:moveTo>
                  <a:lnTo>
                    <a:pt x="94488" y="0"/>
                  </a:lnTo>
                  <a:lnTo>
                    <a:pt x="57703" y="7423"/>
                  </a:lnTo>
                  <a:lnTo>
                    <a:pt x="27670" y="27670"/>
                  </a:lnTo>
                  <a:lnTo>
                    <a:pt x="7423" y="57703"/>
                  </a:lnTo>
                  <a:lnTo>
                    <a:pt x="0" y="94487"/>
                  </a:lnTo>
                  <a:lnTo>
                    <a:pt x="0" y="472439"/>
                  </a:lnTo>
                  <a:lnTo>
                    <a:pt x="7423" y="509224"/>
                  </a:lnTo>
                  <a:lnTo>
                    <a:pt x="27670" y="539257"/>
                  </a:lnTo>
                  <a:lnTo>
                    <a:pt x="57703" y="559504"/>
                  </a:lnTo>
                  <a:lnTo>
                    <a:pt x="94488" y="566927"/>
                  </a:lnTo>
                  <a:lnTo>
                    <a:pt x="5026152" y="566927"/>
                  </a:lnTo>
                  <a:lnTo>
                    <a:pt x="5062936" y="559504"/>
                  </a:lnTo>
                  <a:lnTo>
                    <a:pt x="5092969" y="539257"/>
                  </a:lnTo>
                  <a:lnTo>
                    <a:pt x="5113216" y="509224"/>
                  </a:lnTo>
                  <a:lnTo>
                    <a:pt x="5120640" y="472439"/>
                  </a:lnTo>
                  <a:lnTo>
                    <a:pt x="5120640" y="94487"/>
                  </a:lnTo>
                  <a:lnTo>
                    <a:pt x="5113216" y="57703"/>
                  </a:lnTo>
                  <a:lnTo>
                    <a:pt x="5092969" y="27670"/>
                  </a:lnTo>
                  <a:lnTo>
                    <a:pt x="5062936" y="7423"/>
                  </a:lnTo>
                  <a:lnTo>
                    <a:pt x="5026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0515599" y="5029200"/>
              <a:ext cx="5120640" cy="567055"/>
            </a:xfrm>
            <a:custGeom>
              <a:avLst/>
              <a:gdLst/>
              <a:ahLst/>
              <a:cxnLst/>
              <a:rect l="l" t="t" r="r" b="b"/>
              <a:pathLst>
                <a:path w="5120640" h="567054">
                  <a:moveTo>
                    <a:pt x="0" y="94487"/>
                  </a:moveTo>
                  <a:lnTo>
                    <a:pt x="7423" y="57703"/>
                  </a:lnTo>
                  <a:lnTo>
                    <a:pt x="27670" y="27670"/>
                  </a:lnTo>
                  <a:lnTo>
                    <a:pt x="57703" y="7423"/>
                  </a:lnTo>
                  <a:lnTo>
                    <a:pt x="94488" y="0"/>
                  </a:lnTo>
                  <a:lnTo>
                    <a:pt x="5026152" y="0"/>
                  </a:lnTo>
                  <a:lnTo>
                    <a:pt x="5062936" y="7423"/>
                  </a:lnTo>
                  <a:lnTo>
                    <a:pt x="5092969" y="27670"/>
                  </a:lnTo>
                  <a:lnTo>
                    <a:pt x="5113216" y="57703"/>
                  </a:lnTo>
                  <a:lnTo>
                    <a:pt x="5120640" y="94487"/>
                  </a:lnTo>
                  <a:lnTo>
                    <a:pt x="5120640" y="472439"/>
                  </a:lnTo>
                  <a:lnTo>
                    <a:pt x="5113216" y="509224"/>
                  </a:lnTo>
                  <a:lnTo>
                    <a:pt x="5092969" y="539257"/>
                  </a:lnTo>
                  <a:lnTo>
                    <a:pt x="5062936" y="559504"/>
                  </a:lnTo>
                  <a:lnTo>
                    <a:pt x="5026152" y="566927"/>
                  </a:lnTo>
                  <a:lnTo>
                    <a:pt x="94488" y="566927"/>
                  </a:lnTo>
                  <a:lnTo>
                    <a:pt x="57703" y="559504"/>
                  </a:lnTo>
                  <a:lnTo>
                    <a:pt x="27670" y="539257"/>
                  </a:lnTo>
                  <a:lnTo>
                    <a:pt x="7423" y="509224"/>
                  </a:lnTo>
                  <a:lnTo>
                    <a:pt x="0" y="472439"/>
                  </a:lnTo>
                  <a:lnTo>
                    <a:pt x="0" y="94487"/>
                  </a:lnTo>
                  <a:close/>
                </a:path>
              </a:pathLst>
            </a:custGeom>
            <a:ln w="19050">
              <a:solidFill>
                <a:srgbClr val="5B6FE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12376150" y="5185028"/>
            <a:ext cx="139954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latin typeface="Roboto"/>
                <a:cs typeface="Roboto"/>
              </a:rPr>
              <a:t>Get</a:t>
            </a:r>
            <a:r>
              <a:rPr dirty="0" sz="1400" spc="5" b="1">
                <a:latin typeface="Roboto"/>
                <a:cs typeface="Roboto"/>
              </a:rPr>
              <a:t> </a:t>
            </a:r>
            <a:r>
              <a:rPr dirty="0" sz="1400" b="1">
                <a:latin typeface="Roboto"/>
                <a:cs typeface="Roboto"/>
              </a:rPr>
              <a:t>Current</a:t>
            </a:r>
            <a:r>
              <a:rPr dirty="0" sz="1400" spc="-5" b="1">
                <a:latin typeface="Roboto"/>
                <a:cs typeface="Roboto"/>
              </a:rPr>
              <a:t> </a:t>
            </a:r>
            <a:r>
              <a:rPr dirty="0" sz="1400" spc="-20" b="1">
                <a:latin typeface="Roboto"/>
                <a:cs typeface="Roboto"/>
              </a:rPr>
              <a:t>Time</a:t>
            </a:r>
            <a:endParaRPr sz="1400">
              <a:latin typeface="Roboto"/>
              <a:cs typeface="Roboto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10463783" y="5594654"/>
            <a:ext cx="5219700" cy="848994"/>
            <a:chOff x="10463783" y="5594654"/>
            <a:chExt cx="5219700" cy="848994"/>
          </a:xfrm>
        </p:grpSpPr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713207" y="5594654"/>
              <a:ext cx="720826" cy="263601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12755879" y="5614415"/>
              <a:ext cx="640080" cy="182880"/>
            </a:xfrm>
            <a:custGeom>
              <a:avLst/>
              <a:gdLst/>
              <a:ahLst/>
              <a:cxnLst/>
              <a:rect l="l" t="t" r="r" b="b"/>
              <a:pathLst>
                <a:path w="640080" h="182879">
                  <a:moveTo>
                    <a:pt x="480060" y="0"/>
                  </a:moveTo>
                  <a:lnTo>
                    <a:pt x="160020" y="0"/>
                  </a:lnTo>
                  <a:lnTo>
                    <a:pt x="160020" y="91439"/>
                  </a:lnTo>
                  <a:lnTo>
                    <a:pt x="0" y="91439"/>
                  </a:lnTo>
                  <a:lnTo>
                    <a:pt x="320039" y="182880"/>
                  </a:lnTo>
                  <a:lnTo>
                    <a:pt x="640079" y="91439"/>
                  </a:lnTo>
                  <a:lnTo>
                    <a:pt x="480060" y="91439"/>
                  </a:lnTo>
                  <a:lnTo>
                    <a:pt x="480060" y="0"/>
                  </a:lnTo>
                  <a:close/>
                </a:path>
              </a:pathLst>
            </a:custGeom>
            <a:solidFill>
              <a:srgbClr val="5B6FE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463783" y="5777509"/>
              <a:ext cx="5219700" cy="665962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0515599" y="5806439"/>
              <a:ext cx="5120640" cy="567055"/>
            </a:xfrm>
            <a:custGeom>
              <a:avLst/>
              <a:gdLst/>
              <a:ahLst/>
              <a:cxnLst/>
              <a:rect l="l" t="t" r="r" b="b"/>
              <a:pathLst>
                <a:path w="5120640" h="567054">
                  <a:moveTo>
                    <a:pt x="5026152" y="0"/>
                  </a:moveTo>
                  <a:lnTo>
                    <a:pt x="94488" y="0"/>
                  </a:lnTo>
                  <a:lnTo>
                    <a:pt x="57703" y="7423"/>
                  </a:lnTo>
                  <a:lnTo>
                    <a:pt x="27670" y="27670"/>
                  </a:lnTo>
                  <a:lnTo>
                    <a:pt x="7423" y="57703"/>
                  </a:lnTo>
                  <a:lnTo>
                    <a:pt x="0" y="94487"/>
                  </a:lnTo>
                  <a:lnTo>
                    <a:pt x="0" y="472439"/>
                  </a:lnTo>
                  <a:lnTo>
                    <a:pt x="7423" y="509224"/>
                  </a:lnTo>
                  <a:lnTo>
                    <a:pt x="27670" y="539257"/>
                  </a:lnTo>
                  <a:lnTo>
                    <a:pt x="57703" y="559504"/>
                  </a:lnTo>
                  <a:lnTo>
                    <a:pt x="94488" y="566927"/>
                  </a:lnTo>
                  <a:lnTo>
                    <a:pt x="5026152" y="566927"/>
                  </a:lnTo>
                  <a:lnTo>
                    <a:pt x="5062936" y="559504"/>
                  </a:lnTo>
                  <a:lnTo>
                    <a:pt x="5092969" y="539257"/>
                  </a:lnTo>
                  <a:lnTo>
                    <a:pt x="5113216" y="509224"/>
                  </a:lnTo>
                  <a:lnTo>
                    <a:pt x="5120640" y="472439"/>
                  </a:lnTo>
                  <a:lnTo>
                    <a:pt x="5120640" y="94487"/>
                  </a:lnTo>
                  <a:lnTo>
                    <a:pt x="5113216" y="57703"/>
                  </a:lnTo>
                  <a:lnTo>
                    <a:pt x="5092969" y="27670"/>
                  </a:lnTo>
                  <a:lnTo>
                    <a:pt x="5062936" y="7423"/>
                  </a:lnTo>
                  <a:lnTo>
                    <a:pt x="5026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10515599" y="5806439"/>
              <a:ext cx="5120640" cy="567055"/>
            </a:xfrm>
            <a:custGeom>
              <a:avLst/>
              <a:gdLst/>
              <a:ahLst/>
              <a:cxnLst/>
              <a:rect l="l" t="t" r="r" b="b"/>
              <a:pathLst>
                <a:path w="5120640" h="567054">
                  <a:moveTo>
                    <a:pt x="0" y="94487"/>
                  </a:moveTo>
                  <a:lnTo>
                    <a:pt x="7423" y="57703"/>
                  </a:lnTo>
                  <a:lnTo>
                    <a:pt x="27670" y="27670"/>
                  </a:lnTo>
                  <a:lnTo>
                    <a:pt x="57703" y="7423"/>
                  </a:lnTo>
                  <a:lnTo>
                    <a:pt x="94488" y="0"/>
                  </a:lnTo>
                  <a:lnTo>
                    <a:pt x="5026152" y="0"/>
                  </a:lnTo>
                  <a:lnTo>
                    <a:pt x="5062936" y="7423"/>
                  </a:lnTo>
                  <a:lnTo>
                    <a:pt x="5092969" y="27670"/>
                  </a:lnTo>
                  <a:lnTo>
                    <a:pt x="5113216" y="57703"/>
                  </a:lnTo>
                  <a:lnTo>
                    <a:pt x="5120640" y="94487"/>
                  </a:lnTo>
                  <a:lnTo>
                    <a:pt x="5120640" y="472439"/>
                  </a:lnTo>
                  <a:lnTo>
                    <a:pt x="5113216" y="509224"/>
                  </a:lnTo>
                  <a:lnTo>
                    <a:pt x="5092969" y="539257"/>
                  </a:lnTo>
                  <a:lnTo>
                    <a:pt x="5062936" y="559504"/>
                  </a:lnTo>
                  <a:lnTo>
                    <a:pt x="5026152" y="566927"/>
                  </a:lnTo>
                  <a:lnTo>
                    <a:pt x="94488" y="566927"/>
                  </a:lnTo>
                  <a:lnTo>
                    <a:pt x="57703" y="559504"/>
                  </a:lnTo>
                  <a:lnTo>
                    <a:pt x="27670" y="539257"/>
                  </a:lnTo>
                  <a:lnTo>
                    <a:pt x="7423" y="509224"/>
                  </a:lnTo>
                  <a:lnTo>
                    <a:pt x="0" y="472439"/>
                  </a:lnTo>
                  <a:lnTo>
                    <a:pt x="0" y="94487"/>
                  </a:lnTo>
                  <a:close/>
                </a:path>
              </a:pathLst>
            </a:custGeom>
            <a:ln w="19050">
              <a:solidFill>
                <a:srgbClr val="5B6FE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11996673" y="5962269"/>
            <a:ext cx="215646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latin typeface="Roboto"/>
                <a:cs typeface="Roboto"/>
              </a:rPr>
              <a:t>Calculate</a:t>
            </a:r>
            <a:r>
              <a:rPr dirty="0" sz="1400" spc="-65" b="1">
                <a:latin typeface="Roboto"/>
                <a:cs typeface="Roboto"/>
              </a:rPr>
              <a:t> </a:t>
            </a:r>
            <a:r>
              <a:rPr dirty="0" sz="1400" b="1">
                <a:latin typeface="Roboto"/>
                <a:cs typeface="Roboto"/>
              </a:rPr>
              <a:t>Waiting</a:t>
            </a:r>
            <a:r>
              <a:rPr dirty="0" sz="1400" spc="-35" b="1">
                <a:latin typeface="Roboto"/>
                <a:cs typeface="Roboto"/>
              </a:rPr>
              <a:t> </a:t>
            </a:r>
            <a:r>
              <a:rPr dirty="0" sz="1400" spc="-10" b="1">
                <a:latin typeface="Roboto"/>
                <a:cs typeface="Roboto"/>
              </a:rPr>
              <a:t>Duration</a:t>
            </a:r>
            <a:endParaRPr sz="1400">
              <a:latin typeface="Roboto"/>
              <a:cs typeface="Roboto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10463783" y="6371894"/>
            <a:ext cx="5219700" cy="848994"/>
            <a:chOff x="10463783" y="6371894"/>
            <a:chExt cx="5219700" cy="848994"/>
          </a:xfrm>
        </p:grpSpPr>
        <p:pic>
          <p:nvPicPr>
            <p:cNvPr id="34" name="object 3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713207" y="6371894"/>
              <a:ext cx="720826" cy="263601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12755879" y="6391655"/>
              <a:ext cx="640080" cy="182880"/>
            </a:xfrm>
            <a:custGeom>
              <a:avLst/>
              <a:gdLst/>
              <a:ahLst/>
              <a:cxnLst/>
              <a:rect l="l" t="t" r="r" b="b"/>
              <a:pathLst>
                <a:path w="640080" h="182879">
                  <a:moveTo>
                    <a:pt x="480060" y="0"/>
                  </a:moveTo>
                  <a:lnTo>
                    <a:pt x="160020" y="0"/>
                  </a:lnTo>
                  <a:lnTo>
                    <a:pt x="160020" y="91440"/>
                  </a:lnTo>
                  <a:lnTo>
                    <a:pt x="0" y="91440"/>
                  </a:lnTo>
                  <a:lnTo>
                    <a:pt x="320039" y="182880"/>
                  </a:lnTo>
                  <a:lnTo>
                    <a:pt x="640079" y="91440"/>
                  </a:lnTo>
                  <a:lnTo>
                    <a:pt x="480060" y="91440"/>
                  </a:lnTo>
                  <a:lnTo>
                    <a:pt x="480060" y="0"/>
                  </a:lnTo>
                  <a:close/>
                </a:path>
              </a:pathLst>
            </a:custGeom>
            <a:solidFill>
              <a:srgbClr val="5B6FE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463783" y="6554749"/>
              <a:ext cx="5219700" cy="665962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10515599" y="6583679"/>
              <a:ext cx="5120640" cy="567055"/>
            </a:xfrm>
            <a:custGeom>
              <a:avLst/>
              <a:gdLst/>
              <a:ahLst/>
              <a:cxnLst/>
              <a:rect l="l" t="t" r="r" b="b"/>
              <a:pathLst>
                <a:path w="5120640" h="567054">
                  <a:moveTo>
                    <a:pt x="5026152" y="0"/>
                  </a:moveTo>
                  <a:lnTo>
                    <a:pt x="94488" y="0"/>
                  </a:lnTo>
                  <a:lnTo>
                    <a:pt x="57703" y="7423"/>
                  </a:lnTo>
                  <a:lnTo>
                    <a:pt x="27670" y="27670"/>
                  </a:lnTo>
                  <a:lnTo>
                    <a:pt x="7423" y="57703"/>
                  </a:lnTo>
                  <a:lnTo>
                    <a:pt x="0" y="94487"/>
                  </a:lnTo>
                  <a:lnTo>
                    <a:pt x="0" y="472440"/>
                  </a:lnTo>
                  <a:lnTo>
                    <a:pt x="7423" y="509224"/>
                  </a:lnTo>
                  <a:lnTo>
                    <a:pt x="27670" y="539257"/>
                  </a:lnTo>
                  <a:lnTo>
                    <a:pt x="57703" y="559504"/>
                  </a:lnTo>
                  <a:lnTo>
                    <a:pt x="94488" y="566928"/>
                  </a:lnTo>
                  <a:lnTo>
                    <a:pt x="5026152" y="566928"/>
                  </a:lnTo>
                  <a:lnTo>
                    <a:pt x="5062936" y="559504"/>
                  </a:lnTo>
                  <a:lnTo>
                    <a:pt x="5092969" y="539257"/>
                  </a:lnTo>
                  <a:lnTo>
                    <a:pt x="5113216" y="509224"/>
                  </a:lnTo>
                  <a:lnTo>
                    <a:pt x="5120640" y="472440"/>
                  </a:lnTo>
                  <a:lnTo>
                    <a:pt x="5120640" y="94487"/>
                  </a:lnTo>
                  <a:lnTo>
                    <a:pt x="5113216" y="57703"/>
                  </a:lnTo>
                  <a:lnTo>
                    <a:pt x="5092969" y="27670"/>
                  </a:lnTo>
                  <a:lnTo>
                    <a:pt x="5062936" y="7423"/>
                  </a:lnTo>
                  <a:lnTo>
                    <a:pt x="5026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10515599" y="6583679"/>
              <a:ext cx="5120640" cy="567055"/>
            </a:xfrm>
            <a:custGeom>
              <a:avLst/>
              <a:gdLst/>
              <a:ahLst/>
              <a:cxnLst/>
              <a:rect l="l" t="t" r="r" b="b"/>
              <a:pathLst>
                <a:path w="5120640" h="567054">
                  <a:moveTo>
                    <a:pt x="0" y="94487"/>
                  </a:moveTo>
                  <a:lnTo>
                    <a:pt x="7423" y="57703"/>
                  </a:lnTo>
                  <a:lnTo>
                    <a:pt x="27670" y="27670"/>
                  </a:lnTo>
                  <a:lnTo>
                    <a:pt x="57703" y="7423"/>
                  </a:lnTo>
                  <a:lnTo>
                    <a:pt x="94488" y="0"/>
                  </a:lnTo>
                  <a:lnTo>
                    <a:pt x="5026152" y="0"/>
                  </a:lnTo>
                  <a:lnTo>
                    <a:pt x="5062936" y="7423"/>
                  </a:lnTo>
                  <a:lnTo>
                    <a:pt x="5092969" y="27670"/>
                  </a:lnTo>
                  <a:lnTo>
                    <a:pt x="5113216" y="57703"/>
                  </a:lnTo>
                  <a:lnTo>
                    <a:pt x="5120640" y="94487"/>
                  </a:lnTo>
                  <a:lnTo>
                    <a:pt x="5120640" y="472440"/>
                  </a:lnTo>
                  <a:lnTo>
                    <a:pt x="5113216" y="509224"/>
                  </a:lnTo>
                  <a:lnTo>
                    <a:pt x="5092969" y="539257"/>
                  </a:lnTo>
                  <a:lnTo>
                    <a:pt x="5062936" y="559504"/>
                  </a:lnTo>
                  <a:lnTo>
                    <a:pt x="5026152" y="566928"/>
                  </a:lnTo>
                  <a:lnTo>
                    <a:pt x="94488" y="566928"/>
                  </a:lnTo>
                  <a:lnTo>
                    <a:pt x="57703" y="559504"/>
                  </a:lnTo>
                  <a:lnTo>
                    <a:pt x="27670" y="539257"/>
                  </a:lnTo>
                  <a:lnTo>
                    <a:pt x="7423" y="509224"/>
                  </a:lnTo>
                  <a:lnTo>
                    <a:pt x="0" y="472440"/>
                  </a:lnTo>
                  <a:lnTo>
                    <a:pt x="0" y="94487"/>
                  </a:lnTo>
                  <a:close/>
                </a:path>
              </a:pathLst>
            </a:custGeom>
            <a:ln w="19050">
              <a:solidFill>
                <a:srgbClr val="5B6FE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/>
          <p:cNvSpPr txBox="1"/>
          <p:nvPr/>
        </p:nvSpPr>
        <p:spPr>
          <a:xfrm>
            <a:off x="12429490" y="6739508"/>
            <a:ext cx="129286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latin typeface="Roboto"/>
                <a:cs typeface="Roboto"/>
              </a:rPr>
              <a:t>Schedule</a:t>
            </a:r>
            <a:r>
              <a:rPr dirty="0" sz="1400" spc="-45" b="1">
                <a:latin typeface="Roboto"/>
                <a:cs typeface="Roboto"/>
              </a:rPr>
              <a:t> </a:t>
            </a:r>
            <a:r>
              <a:rPr dirty="0" sz="1400" spc="-20" b="1">
                <a:latin typeface="Roboto"/>
                <a:cs typeface="Roboto"/>
              </a:rPr>
              <a:t>Alarm</a:t>
            </a:r>
            <a:endParaRPr sz="1400">
              <a:latin typeface="Roboto"/>
              <a:cs typeface="Roboto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10463783" y="7149134"/>
            <a:ext cx="5219700" cy="848994"/>
            <a:chOff x="10463783" y="7149134"/>
            <a:chExt cx="5219700" cy="848994"/>
          </a:xfrm>
        </p:grpSpPr>
        <p:pic>
          <p:nvPicPr>
            <p:cNvPr id="41" name="object 4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713207" y="7149134"/>
              <a:ext cx="720826" cy="263601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12755879" y="7168896"/>
              <a:ext cx="640080" cy="182880"/>
            </a:xfrm>
            <a:custGeom>
              <a:avLst/>
              <a:gdLst/>
              <a:ahLst/>
              <a:cxnLst/>
              <a:rect l="l" t="t" r="r" b="b"/>
              <a:pathLst>
                <a:path w="640080" h="182879">
                  <a:moveTo>
                    <a:pt x="480060" y="0"/>
                  </a:moveTo>
                  <a:lnTo>
                    <a:pt x="160020" y="0"/>
                  </a:lnTo>
                  <a:lnTo>
                    <a:pt x="160020" y="91439"/>
                  </a:lnTo>
                  <a:lnTo>
                    <a:pt x="0" y="91439"/>
                  </a:lnTo>
                  <a:lnTo>
                    <a:pt x="320039" y="182879"/>
                  </a:lnTo>
                  <a:lnTo>
                    <a:pt x="640079" y="91439"/>
                  </a:lnTo>
                  <a:lnTo>
                    <a:pt x="480060" y="91439"/>
                  </a:lnTo>
                  <a:lnTo>
                    <a:pt x="480060" y="0"/>
                  </a:lnTo>
                  <a:close/>
                </a:path>
              </a:pathLst>
            </a:custGeom>
            <a:solidFill>
              <a:srgbClr val="5B6FE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463783" y="7331989"/>
              <a:ext cx="5219700" cy="665962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10515599" y="7360920"/>
              <a:ext cx="5120640" cy="567055"/>
            </a:xfrm>
            <a:custGeom>
              <a:avLst/>
              <a:gdLst/>
              <a:ahLst/>
              <a:cxnLst/>
              <a:rect l="l" t="t" r="r" b="b"/>
              <a:pathLst>
                <a:path w="5120640" h="567054">
                  <a:moveTo>
                    <a:pt x="5026152" y="0"/>
                  </a:moveTo>
                  <a:lnTo>
                    <a:pt x="94488" y="0"/>
                  </a:lnTo>
                  <a:lnTo>
                    <a:pt x="57703" y="7423"/>
                  </a:lnTo>
                  <a:lnTo>
                    <a:pt x="27670" y="27670"/>
                  </a:lnTo>
                  <a:lnTo>
                    <a:pt x="7423" y="57703"/>
                  </a:lnTo>
                  <a:lnTo>
                    <a:pt x="0" y="94487"/>
                  </a:lnTo>
                  <a:lnTo>
                    <a:pt x="0" y="472439"/>
                  </a:lnTo>
                  <a:lnTo>
                    <a:pt x="7423" y="509224"/>
                  </a:lnTo>
                  <a:lnTo>
                    <a:pt x="27670" y="539257"/>
                  </a:lnTo>
                  <a:lnTo>
                    <a:pt x="57703" y="559504"/>
                  </a:lnTo>
                  <a:lnTo>
                    <a:pt x="94488" y="566927"/>
                  </a:lnTo>
                  <a:lnTo>
                    <a:pt x="5026152" y="566927"/>
                  </a:lnTo>
                  <a:lnTo>
                    <a:pt x="5062936" y="559504"/>
                  </a:lnTo>
                  <a:lnTo>
                    <a:pt x="5092969" y="539257"/>
                  </a:lnTo>
                  <a:lnTo>
                    <a:pt x="5113216" y="509224"/>
                  </a:lnTo>
                  <a:lnTo>
                    <a:pt x="5120640" y="472439"/>
                  </a:lnTo>
                  <a:lnTo>
                    <a:pt x="5120640" y="94487"/>
                  </a:lnTo>
                  <a:lnTo>
                    <a:pt x="5113216" y="57703"/>
                  </a:lnTo>
                  <a:lnTo>
                    <a:pt x="5092969" y="27670"/>
                  </a:lnTo>
                  <a:lnTo>
                    <a:pt x="5062936" y="7423"/>
                  </a:lnTo>
                  <a:lnTo>
                    <a:pt x="5026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10515599" y="7360920"/>
              <a:ext cx="5120640" cy="567055"/>
            </a:xfrm>
            <a:custGeom>
              <a:avLst/>
              <a:gdLst/>
              <a:ahLst/>
              <a:cxnLst/>
              <a:rect l="l" t="t" r="r" b="b"/>
              <a:pathLst>
                <a:path w="5120640" h="567054">
                  <a:moveTo>
                    <a:pt x="0" y="94487"/>
                  </a:moveTo>
                  <a:lnTo>
                    <a:pt x="7423" y="57703"/>
                  </a:lnTo>
                  <a:lnTo>
                    <a:pt x="27670" y="27670"/>
                  </a:lnTo>
                  <a:lnTo>
                    <a:pt x="57703" y="7423"/>
                  </a:lnTo>
                  <a:lnTo>
                    <a:pt x="94488" y="0"/>
                  </a:lnTo>
                  <a:lnTo>
                    <a:pt x="5026152" y="0"/>
                  </a:lnTo>
                  <a:lnTo>
                    <a:pt x="5062936" y="7423"/>
                  </a:lnTo>
                  <a:lnTo>
                    <a:pt x="5092969" y="27670"/>
                  </a:lnTo>
                  <a:lnTo>
                    <a:pt x="5113216" y="57703"/>
                  </a:lnTo>
                  <a:lnTo>
                    <a:pt x="5120640" y="94487"/>
                  </a:lnTo>
                  <a:lnTo>
                    <a:pt x="5120640" y="472439"/>
                  </a:lnTo>
                  <a:lnTo>
                    <a:pt x="5113216" y="509224"/>
                  </a:lnTo>
                  <a:lnTo>
                    <a:pt x="5092969" y="539257"/>
                  </a:lnTo>
                  <a:lnTo>
                    <a:pt x="5062936" y="559504"/>
                  </a:lnTo>
                  <a:lnTo>
                    <a:pt x="5026152" y="566927"/>
                  </a:lnTo>
                  <a:lnTo>
                    <a:pt x="94488" y="566927"/>
                  </a:lnTo>
                  <a:lnTo>
                    <a:pt x="57703" y="559504"/>
                  </a:lnTo>
                  <a:lnTo>
                    <a:pt x="27670" y="539257"/>
                  </a:lnTo>
                  <a:lnTo>
                    <a:pt x="7423" y="509224"/>
                  </a:lnTo>
                  <a:lnTo>
                    <a:pt x="0" y="472439"/>
                  </a:lnTo>
                  <a:lnTo>
                    <a:pt x="0" y="94487"/>
                  </a:lnTo>
                  <a:close/>
                </a:path>
              </a:pathLst>
            </a:custGeom>
            <a:ln w="19050">
              <a:solidFill>
                <a:srgbClr val="5B6FE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" name="object 46"/>
          <p:cNvSpPr txBox="1"/>
          <p:nvPr/>
        </p:nvSpPr>
        <p:spPr>
          <a:xfrm>
            <a:off x="12679426" y="7517130"/>
            <a:ext cx="79502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latin typeface="Roboto"/>
                <a:cs typeface="Roboto"/>
              </a:rPr>
              <a:t>SIGALRM</a:t>
            </a:r>
            <a:endParaRPr sz="1400">
              <a:latin typeface="Roboto"/>
              <a:cs typeface="Roboto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10463783" y="7926375"/>
            <a:ext cx="5219700" cy="848994"/>
            <a:chOff x="10463783" y="7926375"/>
            <a:chExt cx="5219700" cy="848994"/>
          </a:xfrm>
        </p:grpSpPr>
        <p:pic>
          <p:nvPicPr>
            <p:cNvPr id="48" name="object 4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713207" y="7926375"/>
              <a:ext cx="720826" cy="263601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12755879" y="7946136"/>
              <a:ext cx="640080" cy="182880"/>
            </a:xfrm>
            <a:custGeom>
              <a:avLst/>
              <a:gdLst/>
              <a:ahLst/>
              <a:cxnLst/>
              <a:rect l="l" t="t" r="r" b="b"/>
              <a:pathLst>
                <a:path w="640080" h="182879">
                  <a:moveTo>
                    <a:pt x="480060" y="0"/>
                  </a:moveTo>
                  <a:lnTo>
                    <a:pt x="160020" y="0"/>
                  </a:lnTo>
                  <a:lnTo>
                    <a:pt x="160020" y="91439"/>
                  </a:lnTo>
                  <a:lnTo>
                    <a:pt x="0" y="91439"/>
                  </a:lnTo>
                  <a:lnTo>
                    <a:pt x="320039" y="182879"/>
                  </a:lnTo>
                  <a:lnTo>
                    <a:pt x="640079" y="91439"/>
                  </a:lnTo>
                  <a:lnTo>
                    <a:pt x="480060" y="91439"/>
                  </a:lnTo>
                  <a:lnTo>
                    <a:pt x="480060" y="0"/>
                  </a:lnTo>
                  <a:close/>
                </a:path>
              </a:pathLst>
            </a:custGeom>
            <a:solidFill>
              <a:srgbClr val="5B6FE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0" name="object 5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463783" y="8109229"/>
              <a:ext cx="5219700" cy="665962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10515599" y="8138160"/>
              <a:ext cx="5120640" cy="567055"/>
            </a:xfrm>
            <a:custGeom>
              <a:avLst/>
              <a:gdLst/>
              <a:ahLst/>
              <a:cxnLst/>
              <a:rect l="l" t="t" r="r" b="b"/>
              <a:pathLst>
                <a:path w="5120640" h="567054">
                  <a:moveTo>
                    <a:pt x="5026152" y="0"/>
                  </a:moveTo>
                  <a:lnTo>
                    <a:pt x="94488" y="0"/>
                  </a:lnTo>
                  <a:lnTo>
                    <a:pt x="57703" y="7423"/>
                  </a:lnTo>
                  <a:lnTo>
                    <a:pt x="27670" y="27670"/>
                  </a:lnTo>
                  <a:lnTo>
                    <a:pt x="7423" y="57703"/>
                  </a:lnTo>
                  <a:lnTo>
                    <a:pt x="0" y="94488"/>
                  </a:lnTo>
                  <a:lnTo>
                    <a:pt x="0" y="472440"/>
                  </a:lnTo>
                  <a:lnTo>
                    <a:pt x="7423" y="509224"/>
                  </a:lnTo>
                  <a:lnTo>
                    <a:pt x="27670" y="539257"/>
                  </a:lnTo>
                  <a:lnTo>
                    <a:pt x="57703" y="559504"/>
                  </a:lnTo>
                  <a:lnTo>
                    <a:pt x="94488" y="566928"/>
                  </a:lnTo>
                  <a:lnTo>
                    <a:pt x="5026152" y="566928"/>
                  </a:lnTo>
                  <a:lnTo>
                    <a:pt x="5062936" y="559504"/>
                  </a:lnTo>
                  <a:lnTo>
                    <a:pt x="5092969" y="539257"/>
                  </a:lnTo>
                  <a:lnTo>
                    <a:pt x="5113216" y="509224"/>
                  </a:lnTo>
                  <a:lnTo>
                    <a:pt x="5120640" y="472440"/>
                  </a:lnTo>
                  <a:lnTo>
                    <a:pt x="5120640" y="94488"/>
                  </a:lnTo>
                  <a:lnTo>
                    <a:pt x="5113216" y="57703"/>
                  </a:lnTo>
                  <a:lnTo>
                    <a:pt x="5092969" y="27670"/>
                  </a:lnTo>
                  <a:lnTo>
                    <a:pt x="5062936" y="7423"/>
                  </a:lnTo>
                  <a:lnTo>
                    <a:pt x="5026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10515599" y="8138160"/>
              <a:ext cx="5120640" cy="567055"/>
            </a:xfrm>
            <a:custGeom>
              <a:avLst/>
              <a:gdLst/>
              <a:ahLst/>
              <a:cxnLst/>
              <a:rect l="l" t="t" r="r" b="b"/>
              <a:pathLst>
                <a:path w="5120640" h="567054">
                  <a:moveTo>
                    <a:pt x="0" y="94488"/>
                  </a:moveTo>
                  <a:lnTo>
                    <a:pt x="7423" y="57703"/>
                  </a:lnTo>
                  <a:lnTo>
                    <a:pt x="27670" y="27670"/>
                  </a:lnTo>
                  <a:lnTo>
                    <a:pt x="57703" y="7423"/>
                  </a:lnTo>
                  <a:lnTo>
                    <a:pt x="94488" y="0"/>
                  </a:lnTo>
                  <a:lnTo>
                    <a:pt x="5026152" y="0"/>
                  </a:lnTo>
                  <a:lnTo>
                    <a:pt x="5062936" y="7423"/>
                  </a:lnTo>
                  <a:lnTo>
                    <a:pt x="5092969" y="27670"/>
                  </a:lnTo>
                  <a:lnTo>
                    <a:pt x="5113216" y="57703"/>
                  </a:lnTo>
                  <a:lnTo>
                    <a:pt x="5120640" y="94488"/>
                  </a:lnTo>
                  <a:lnTo>
                    <a:pt x="5120640" y="472440"/>
                  </a:lnTo>
                  <a:lnTo>
                    <a:pt x="5113216" y="509224"/>
                  </a:lnTo>
                  <a:lnTo>
                    <a:pt x="5092969" y="539257"/>
                  </a:lnTo>
                  <a:lnTo>
                    <a:pt x="5062936" y="559504"/>
                  </a:lnTo>
                  <a:lnTo>
                    <a:pt x="5026152" y="566928"/>
                  </a:lnTo>
                  <a:lnTo>
                    <a:pt x="94488" y="566928"/>
                  </a:lnTo>
                  <a:lnTo>
                    <a:pt x="57703" y="559504"/>
                  </a:lnTo>
                  <a:lnTo>
                    <a:pt x="27670" y="539257"/>
                  </a:lnTo>
                  <a:lnTo>
                    <a:pt x="7423" y="509224"/>
                  </a:lnTo>
                  <a:lnTo>
                    <a:pt x="0" y="472440"/>
                  </a:lnTo>
                  <a:lnTo>
                    <a:pt x="0" y="94488"/>
                  </a:lnTo>
                  <a:close/>
                </a:path>
              </a:pathLst>
            </a:custGeom>
            <a:ln w="19050">
              <a:solidFill>
                <a:srgbClr val="5B6FE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3" name="object 53"/>
          <p:cNvSpPr txBox="1"/>
          <p:nvPr/>
        </p:nvSpPr>
        <p:spPr>
          <a:xfrm>
            <a:off x="12328906" y="8294369"/>
            <a:ext cx="149415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Roboto"/>
                <a:cs typeface="Roboto"/>
              </a:rPr>
              <a:t>Alarm</a:t>
            </a:r>
            <a:r>
              <a:rPr dirty="0" sz="1400" spc="30" b="1">
                <a:latin typeface="Roboto"/>
                <a:cs typeface="Roboto"/>
              </a:rPr>
              <a:t> </a:t>
            </a:r>
            <a:r>
              <a:rPr dirty="0" sz="1400" spc="-10" b="1">
                <a:latin typeface="Roboto"/>
                <a:cs typeface="Roboto"/>
              </a:rPr>
              <a:t>Notification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566285" cy="2674620"/>
          </a:xfrm>
          <a:custGeom>
            <a:avLst/>
            <a:gdLst/>
            <a:ahLst/>
            <a:cxnLst/>
            <a:rect l="l" t="t" r="r" b="b"/>
            <a:pathLst>
              <a:path w="4566285" h="2674620">
                <a:moveTo>
                  <a:pt x="558011" y="2674110"/>
                </a:moveTo>
                <a:lnTo>
                  <a:pt x="646812" y="2674110"/>
                </a:lnTo>
                <a:lnTo>
                  <a:pt x="786408" y="2672183"/>
                </a:lnTo>
                <a:lnTo>
                  <a:pt x="912004" y="2668173"/>
                </a:lnTo>
                <a:lnTo>
                  <a:pt x="967966" y="2665466"/>
                </a:lnTo>
                <a:lnTo>
                  <a:pt x="1018524" y="2662334"/>
                </a:lnTo>
                <a:lnTo>
                  <a:pt x="1063043" y="2658807"/>
                </a:lnTo>
                <a:lnTo>
                  <a:pt x="1131424" y="2650696"/>
                </a:lnTo>
                <a:lnTo>
                  <a:pt x="1202652" y="2608795"/>
                </a:lnTo>
                <a:lnTo>
                  <a:pt x="1213837" y="2565912"/>
                </a:lnTo>
                <a:lnTo>
                  <a:pt x="1201734" y="2524088"/>
                </a:lnTo>
                <a:lnTo>
                  <a:pt x="1166487" y="2494671"/>
                </a:lnTo>
                <a:lnTo>
                  <a:pt x="1114729" y="2488782"/>
                </a:lnTo>
                <a:lnTo>
                  <a:pt x="984531" y="2485234"/>
                </a:lnTo>
                <a:lnTo>
                  <a:pt x="735439" y="2483640"/>
                </a:lnTo>
                <a:lnTo>
                  <a:pt x="469010" y="2483640"/>
                </a:lnTo>
                <a:lnTo>
                  <a:pt x="364397" y="2484367"/>
                </a:lnTo>
                <a:lnTo>
                  <a:pt x="299368" y="2485589"/>
                </a:lnTo>
                <a:lnTo>
                  <a:pt x="248935" y="2487713"/>
                </a:lnTo>
                <a:lnTo>
                  <a:pt x="183739" y="2495650"/>
                </a:lnTo>
                <a:lnTo>
                  <a:pt x="144700" y="2520483"/>
                </a:lnTo>
                <a:lnTo>
                  <a:pt x="129267" y="2577010"/>
                </a:lnTo>
                <a:lnTo>
                  <a:pt x="134308" y="2603393"/>
                </a:lnTo>
                <a:lnTo>
                  <a:pt x="174637" y="2651133"/>
                </a:lnTo>
                <a:lnTo>
                  <a:pt x="239203" y="2668173"/>
                </a:lnTo>
                <a:lnTo>
                  <a:pt x="238978" y="2668173"/>
                </a:lnTo>
                <a:lnTo>
                  <a:pt x="293670" y="2670588"/>
                </a:lnTo>
                <a:lnTo>
                  <a:pt x="374190" y="2672183"/>
                </a:lnTo>
                <a:lnTo>
                  <a:pt x="372139" y="2672183"/>
                </a:lnTo>
                <a:lnTo>
                  <a:pt x="558011" y="2674110"/>
                </a:lnTo>
                <a:close/>
              </a:path>
              <a:path w="4566285" h="2674620">
                <a:moveTo>
                  <a:pt x="1562041" y="2594960"/>
                </a:moveTo>
                <a:lnTo>
                  <a:pt x="1615173" y="2588253"/>
                </a:lnTo>
                <a:lnTo>
                  <a:pt x="1655454" y="2578000"/>
                </a:lnTo>
                <a:lnTo>
                  <a:pt x="1708448" y="2562338"/>
                </a:lnTo>
                <a:lnTo>
                  <a:pt x="1776831" y="2540663"/>
                </a:lnTo>
                <a:lnTo>
                  <a:pt x="1942653" y="2485673"/>
                </a:lnTo>
                <a:lnTo>
                  <a:pt x="2011848" y="2461211"/>
                </a:lnTo>
                <a:lnTo>
                  <a:pt x="2071440" y="2438738"/>
                </a:lnTo>
                <a:lnTo>
                  <a:pt x="2122002" y="2418011"/>
                </a:lnTo>
                <a:lnTo>
                  <a:pt x="2164110" y="2398788"/>
                </a:lnTo>
                <a:lnTo>
                  <a:pt x="2198335" y="2380824"/>
                </a:lnTo>
                <a:lnTo>
                  <a:pt x="2245436" y="2347700"/>
                </a:lnTo>
                <a:lnTo>
                  <a:pt x="2269776" y="2309915"/>
                </a:lnTo>
                <a:lnTo>
                  <a:pt x="2272010" y="2268379"/>
                </a:lnTo>
                <a:lnTo>
                  <a:pt x="2253807" y="2230979"/>
                </a:lnTo>
                <a:lnTo>
                  <a:pt x="2216833" y="2205602"/>
                </a:lnTo>
                <a:lnTo>
                  <a:pt x="2195766" y="2200580"/>
                </a:lnTo>
                <a:lnTo>
                  <a:pt x="2173927" y="2201594"/>
                </a:lnTo>
                <a:lnTo>
                  <a:pt x="2148996" y="2209101"/>
                </a:lnTo>
                <a:lnTo>
                  <a:pt x="2118653" y="2223557"/>
                </a:lnTo>
                <a:lnTo>
                  <a:pt x="2095435" y="2234965"/>
                </a:lnTo>
                <a:lnTo>
                  <a:pt x="2067380" y="2247058"/>
                </a:lnTo>
                <a:lnTo>
                  <a:pt x="1993544" y="2274407"/>
                </a:lnTo>
                <a:lnTo>
                  <a:pt x="1946156" y="2290215"/>
                </a:lnTo>
                <a:lnTo>
                  <a:pt x="1890717" y="2307815"/>
                </a:lnTo>
                <a:lnTo>
                  <a:pt x="1661928" y="2376883"/>
                </a:lnTo>
                <a:lnTo>
                  <a:pt x="1593141" y="2399873"/>
                </a:lnTo>
                <a:lnTo>
                  <a:pt x="1543259" y="2420068"/>
                </a:lnTo>
                <a:lnTo>
                  <a:pt x="1509428" y="2439069"/>
                </a:lnTo>
                <a:lnTo>
                  <a:pt x="1478510" y="2479899"/>
                </a:lnTo>
                <a:lnTo>
                  <a:pt x="1475715" y="2504931"/>
                </a:lnTo>
                <a:lnTo>
                  <a:pt x="1478586" y="2533919"/>
                </a:lnTo>
                <a:lnTo>
                  <a:pt x="1503654" y="2574004"/>
                </a:lnTo>
                <a:lnTo>
                  <a:pt x="1543584" y="2592556"/>
                </a:lnTo>
                <a:lnTo>
                  <a:pt x="1552366" y="2594155"/>
                </a:lnTo>
                <a:lnTo>
                  <a:pt x="1562041" y="2594960"/>
                </a:lnTo>
                <a:close/>
              </a:path>
              <a:path w="4566285" h="2674620">
                <a:moveTo>
                  <a:pt x="2877506" y="1111244"/>
                </a:moveTo>
                <a:lnTo>
                  <a:pt x="2945478" y="1111244"/>
                </a:lnTo>
                <a:lnTo>
                  <a:pt x="2971071" y="1098544"/>
                </a:lnTo>
                <a:lnTo>
                  <a:pt x="2997505" y="1085844"/>
                </a:lnTo>
                <a:lnTo>
                  <a:pt x="3023365" y="1060444"/>
                </a:lnTo>
                <a:lnTo>
                  <a:pt x="3052363" y="1035044"/>
                </a:lnTo>
                <a:lnTo>
                  <a:pt x="3084136" y="1009644"/>
                </a:lnTo>
                <a:lnTo>
                  <a:pt x="3118322" y="984244"/>
                </a:lnTo>
                <a:lnTo>
                  <a:pt x="3154558" y="946144"/>
                </a:lnTo>
                <a:lnTo>
                  <a:pt x="3192482" y="908044"/>
                </a:lnTo>
                <a:lnTo>
                  <a:pt x="3231730" y="869944"/>
                </a:lnTo>
                <a:lnTo>
                  <a:pt x="3271942" y="831844"/>
                </a:lnTo>
                <a:lnTo>
                  <a:pt x="3312753" y="793744"/>
                </a:lnTo>
                <a:lnTo>
                  <a:pt x="3353801" y="742944"/>
                </a:lnTo>
                <a:lnTo>
                  <a:pt x="3394724" y="704844"/>
                </a:lnTo>
                <a:lnTo>
                  <a:pt x="3435160" y="654044"/>
                </a:lnTo>
                <a:lnTo>
                  <a:pt x="3474745" y="615944"/>
                </a:lnTo>
                <a:lnTo>
                  <a:pt x="3513117" y="577844"/>
                </a:lnTo>
                <a:lnTo>
                  <a:pt x="3549913" y="527044"/>
                </a:lnTo>
                <a:lnTo>
                  <a:pt x="3584771" y="488944"/>
                </a:lnTo>
                <a:lnTo>
                  <a:pt x="3617329" y="450844"/>
                </a:lnTo>
                <a:lnTo>
                  <a:pt x="3647224" y="400044"/>
                </a:lnTo>
                <a:lnTo>
                  <a:pt x="3674092" y="374644"/>
                </a:lnTo>
                <a:lnTo>
                  <a:pt x="3697573" y="336544"/>
                </a:lnTo>
                <a:lnTo>
                  <a:pt x="3733241" y="273044"/>
                </a:lnTo>
                <a:lnTo>
                  <a:pt x="3748892" y="234944"/>
                </a:lnTo>
                <a:lnTo>
                  <a:pt x="3745196" y="196844"/>
                </a:lnTo>
                <a:lnTo>
                  <a:pt x="3722827" y="171444"/>
                </a:lnTo>
                <a:lnTo>
                  <a:pt x="3697537" y="158744"/>
                </a:lnTo>
                <a:lnTo>
                  <a:pt x="3667977" y="146044"/>
                </a:lnTo>
                <a:lnTo>
                  <a:pt x="3637798" y="146044"/>
                </a:lnTo>
                <a:lnTo>
                  <a:pt x="3610654" y="158744"/>
                </a:lnTo>
                <a:lnTo>
                  <a:pt x="3599481" y="171444"/>
                </a:lnTo>
                <a:lnTo>
                  <a:pt x="3585336" y="184144"/>
                </a:lnTo>
                <a:lnTo>
                  <a:pt x="3570031" y="209544"/>
                </a:lnTo>
                <a:lnTo>
                  <a:pt x="3555379" y="222244"/>
                </a:lnTo>
                <a:lnTo>
                  <a:pt x="3538787" y="247644"/>
                </a:lnTo>
                <a:lnTo>
                  <a:pt x="3518469" y="273044"/>
                </a:lnTo>
                <a:lnTo>
                  <a:pt x="3494744" y="311144"/>
                </a:lnTo>
                <a:lnTo>
                  <a:pt x="3467931" y="336544"/>
                </a:lnTo>
                <a:lnTo>
                  <a:pt x="3438347" y="374644"/>
                </a:lnTo>
                <a:lnTo>
                  <a:pt x="3406310" y="412744"/>
                </a:lnTo>
                <a:lnTo>
                  <a:pt x="3372140" y="450844"/>
                </a:lnTo>
                <a:lnTo>
                  <a:pt x="3336153" y="488944"/>
                </a:lnTo>
                <a:lnTo>
                  <a:pt x="3298668" y="527044"/>
                </a:lnTo>
                <a:lnTo>
                  <a:pt x="3260004" y="565144"/>
                </a:lnTo>
                <a:lnTo>
                  <a:pt x="3220478" y="603244"/>
                </a:lnTo>
                <a:lnTo>
                  <a:pt x="3180409" y="654044"/>
                </a:lnTo>
                <a:lnTo>
                  <a:pt x="3099914" y="730244"/>
                </a:lnTo>
                <a:lnTo>
                  <a:pt x="3060125" y="768344"/>
                </a:lnTo>
                <a:lnTo>
                  <a:pt x="3021065" y="806444"/>
                </a:lnTo>
                <a:lnTo>
                  <a:pt x="2983052" y="844544"/>
                </a:lnTo>
                <a:lnTo>
                  <a:pt x="2946405" y="869944"/>
                </a:lnTo>
                <a:lnTo>
                  <a:pt x="2883535" y="933444"/>
                </a:lnTo>
                <a:lnTo>
                  <a:pt x="2843353" y="971544"/>
                </a:lnTo>
                <a:lnTo>
                  <a:pt x="2823031" y="1009644"/>
                </a:lnTo>
                <a:lnTo>
                  <a:pt x="2819740" y="1035044"/>
                </a:lnTo>
                <a:lnTo>
                  <a:pt x="2830651" y="1073144"/>
                </a:lnTo>
                <a:lnTo>
                  <a:pt x="2843290" y="1085844"/>
                </a:lnTo>
                <a:lnTo>
                  <a:pt x="2859036" y="1098544"/>
                </a:lnTo>
                <a:lnTo>
                  <a:pt x="2877506" y="1111244"/>
                </a:lnTo>
                <a:close/>
              </a:path>
              <a:path w="4566285" h="2674620">
                <a:moveTo>
                  <a:pt x="2190162" y="946144"/>
                </a:moveTo>
                <a:lnTo>
                  <a:pt x="2256854" y="946144"/>
                </a:lnTo>
                <a:lnTo>
                  <a:pt x="2292894" y="933444"/>
                </a:lnTo>
                <a:lnTo>
                  <a:pt x="2336290" y="908044"/>
                </a:lnTo>
                <a:lnTo>
                  <a:pt x="2388329" y="869944"/>
                </a:lnTo>
                <a:lnTo>
                  <a:pt x="2450300" y="831844"/>
                </a:lnTo>
                <a:lnTo>
                  <a:pt x="2486188" y="806444"/>
                </a:lnTo>
                <a:lnTo>
                  <a:pt x="2525542" y="781044"/>
                </a:lnTo>
                <a:lnTo>
                  <a:pt x="2567724" y="742944"/>
                </a:lnTo>
                <a:lnTo>
                  <a:pt x="2612094" y="717544"/>
                </a:lnTo>
                <a:lnTo>
                  <a:pt x="2658016" y="679444"/>
                </a:lnTo>
                <a:lnTo>
                  <a:pt x="2704850" y="641344"/>
                </a:lnTo>
                <a:lnTo>
                  <a:pt x="2751959" y="615944"/>
                </a:lnTo>
                <a:lnTo>
                  <a:pt x="2798704" y="577844"/>
                </a:lnTo>
                <a:lnTo>
                  <a:pt x="2844447" y="539744"/>
                </a:lnTo>
                <a:lnTo>
                  <a:pt x="2888550" y="501644"/>
                </a:lnTo>
                <a:lnTo>
                  <a:pt x="2930374" y="476244"/>
                </a:lnTo>
                <a:lnTo>
                  <a:pt x="2969282" y="438144"/>
                </a:lnTo>
                <a:lnTo>
                  <a:pt x="3004635" y="412744"/>
                </a:lnTo>
                <a:lnTo>
                  <a:pt x="3035794" y="387344"/>
                </a:lnTo>
                <a:lnTo>
                  <a:pt x="3062123" y="361944"/>
                </a:lnTo>
                <a:lnTo>
                  <a:pt x="3082981" y="349244"/>
                </a:lnTo>
                <a:lnTo>
                  <a:pt x="3109863" y="311144"/>
                </a:lnTo>
                <a:lnTo>
                  <a:pt x="3132848" y="285744"/>
                </a:lnTo>
                <a:lnTo>
                  <a:pt x="3148880" y="247644"/>
                </a:lnTo>
                <a:lnTo>
                  <a:pt x="3154903" y="222244"/>
                </a:lnTo>
                <a:lnTo>
                  <a:pt x="3150154" y="209544"/>
                </a:lnTo>
                <a:lnTo>
                  <a:pt x="3138095" y="184144"/>
                </a:lnTo>
                <a:lnTo>
                  <a:pt x="3122006" y="158744"/>
                </a:lnTo>
                <a:lnTo>
                  <a:pt x="3105169" y="146044"/>
                </a:lnTo>
                <a:lnTo>
                  <a:pt x="3039966" y="146044"/>
                </a:lnTo>
                <a:lnTo>
                  <a:pt x="3017038" y="158744"/>
                </a:lnTo>
                <a:lnTo>
                  <a:pt x="3003864" y="158744"/>
                </a:lnTo>
                <a:lnTo>
                  <a:pt x="2979449" y="184144"/>
                </a:lnTo>
                <a:lnTo>
                  <a:pt x="2945447" y="209544"/>
                </a:lnTo>
                <a:lnTo>
                  <a:pt x="2903513" y="234944"/>
                </a:lnTo>
                <a:lnTo>
                  <a:pt x="2855303" y="273044"/>
                </a:lnTo>
                <a:lnTo>
                  <a:pt x="2802470" y="323844"/>
                </a:lnTo>
                <a:lnTo>
                  <a:pt x="2746670" y="361944"/>
                </a:lnTo>
                <a:lnTo>
                  <a:pt x="2684693" y="412744"/>
                </a:lnTo>
                <a:lnTo>
                  <a:pt x="2627051" y="463544"/>
                </a:lnTo>
                <a:lnTo>
                  <a:pt x="2573572" y="501644"/>
                </a:lnTo>
                <a:lnTo>
                  <a:pt x="2524086" y="539744"/>
                </a:lnTo>
                <a:lnTo>
                  <a:pt x="2478422" y="577844"/>
                </a:lnTo>
                <a:lnTo>
                  <a:pt x="2436410" y="615944"/>
                </a:lnTo>
                <a:lnTo>
                  <a:pt x="2397879" y="641344"/>
                </a:lnTo>
                <a:lnTo>
                  <a:pt x="2362658" y="666744"/>
                </a:lnTo>
                <a:lnTo>
                  <a:pt x="2330576" y="692144"/>
                </a:lnTo>
                <a:lnTo>
                  <a:pt x="2301463" y="717544"/>
                </a:lnTo>
                <a:lnTo>
                  <a:pt x="2275149" y="730244"/>
                </a:lnTo>
                <a:lnTo>
                  <a:pt x="2230233" y="755644"/>
                </a:lnTo>
                <a:lnTo>
                  <a:pt x="2178336" y="793744"/>
                </a:lnTo>
                <a:lnTo>
                  <a:pt x="2145562" y="831844"/>
                </a:lnTo>
                <a:lnTo>
                  <a:pt x="2131675" y="857244"/>
                </a:lnTo>
                <a:lnTo>
                  <a:pt x="2136442" y="895344"/>
                </a:lnTo>
                <a:lnTo>
                  <a:pt x="2159625" y="920744"/>
                </a:lnTo>
                <a:lnTo>
                  <a:pt x="2174410" y="933444"/>
                </a:lnTo>
                <a:lnTo>
                  <a:pt x="2190162" y="946144"/>
                </a:lnTo>
                <a:close/>
              </a:path>
              <a:path w="4566285" h="2674620">
                <a:moveTo>
                  <a:pt x="3587584" y="1276344"/>
                </a:moveTo>
                <a:lnTo>
                  <a:pt x="3672052" y="1276344"/>
                </a:lnTo>
                <a:lnTo>
                  <a:pt x="3691620" y="1263644"/>
                </a:lnTo>
                <a:lnTo>
                  <a:pt x="3713481" y="1238244"/>
                </a:lnTo>
                <a:lnTo>
                  <a:pt x="3738608" y="1225544"/>
                </a:lnTo>
                <a:lnTo>
                  <a:pt x="3766481" y="1187444"/>
                </a:lnTo>
                <a:lnTo>
                  <a:pt x="3796580" y="1149344"/>
                </a:lnTo>
                <a:lnTo>
                  <a:pt x="3828385" y="1111244"/>
                </a:lnTo>
                <a:lnTo>
                  <a:pt x="3861377" y="1073144"/>
                </a:lnTo>
                <a:lnTo>
                  <a:pt x="3928838" y="971544"/>
                </a:lnTo>
                <a:lnTo>
                  <a:pt x="3962267" y="920744"/>
                </a:lnTo>
                <a:lnTo>
                  <a:pt x="3994803" y="869944"/>
                </a:lnTo>
                <a:lnTo>
                  <a:pt x="4025925" y="819144"/>
                </a:lnTo>
                <a:lnTo>
                  <a:pt x="4055112" y="768344"/>
                </a:lnTo>
                <a:lnTo>
                  <a:pt x="4081846" y="717544"/>
                </a:lnTo>
                <a:lnTo>
                  <a:pt x="4105605" y="679444"/>
                </a:lnTo>
                <a:lnTo>
                  <a:pt x="4125871" y="628644"/>
                </a:lnTo>
                <a:lnTo>
                  <a:pt x="4142122" y="590544"/>
                </a:lnTo>
                <a:lnTo>
                  <a:pt x="4153839" y="552444"/>
                </a:lnTo>
                <a:lnTo>
                  <a:pt x="4163186" y="514344"/>
                </a:lnTo>
                <a:lnTo>
                  <a:pt x="4163131" y="501644"/>
                </a:lnTo>
                <a:lnTo>
                  <a:pt x="4163020" y="476244"/>
                </a:lnTo>
                <a:lnTo>
                  <a:pt x="4153122" y="450844"/>
                </a:lnTo>
                <a:lnTo>
                  <a:pt x="4133276" y="425444"/>
                </a:lnTo>
                <a:lnTo>
                  <a:pt x="4109735" y="412744"/>
                </a:lnTo>
                <a:lnTo>
                  <a:pt x="4057184" y="412744"/>
                </a:lnTo>
                <a:lnTo>
                  <a:pt x="4032570" y="425444"/>
                </a:lnTo>
                <a:lnTo>
                  <a:pt x="4021196" y="438144"/>
                </a:lnTo>
                <a:lnTo>
                  <a:pt x="4008061" y="450844"/>
                </a:lnTo>
                <a:lnTo>
                  <a:pt x="3993973" y="476244"/>
                </a:lnTo>
                <a:lnTo>
                  <a:pt x="3979744" y="514344"/>
                </a:lnTo>
                <a:lnTo>
                  <a:pt x="3964567" y="552444"/>
                </a:lnTo>
                <a:lnTo>
                  <a:pt x="3945778" y="590544"/>
                </a:lnTo>
                <a:lnTo>
                  <a:pt x="3923757" y="628644"/>
                </a:lnTo>
                <a:lnTo>
                  <a:pt x="3898881" y="666744"/>
                </a:lnTo>
                <a:lnTo>
                  <a:pt x="3871530" y="717544"/>
                </a:lnTo>
                <a:lnTo>
                  <a:pt x="3842082" y="768344"/>
                </a:lnTo>
                <a:lnTo>
                  <a:pt x="3810916" y="806444"/>
                </a:lnTo>
                <a:lnTo>
                  <a:pt x="3778409" y="857244"/>
                </a:lnTo>
                <a:lnTo>
                  <a:pt x="3744942" y="908044"/>
                </a:lnTo>
                <a:lnTo>
                  <a:pt x="3710891" y="946144"/>
                </a:lnTo>
                <a:lnTo>
                  <a:pt x="3676636" y="996944"/>
                </a:lnTo>
                <a:lnTo>
                  <a:pt x="3642556" y="1035044"/>
                </a:lnTo>
                <a:lnTo>
                  <a:pt x="3595121" y="1085844"/>
                </a:lnTo>
                <a:lnTo>
                  <a:pt x="3562576" y="1136644"/>
                </a:lnTo>
                <a:lnTo>
                  <a:pt x="3543889" y="1174744"/>
                </a:lnTo>
                <a:lnTo>
                  <a:pt x="3538029" y="1200144"/>
                </a:lnTo>
                <a:lnTo>
                  <a:pt x="3543964" y="1225544"/>
                </a:lnTo>
                <a:lnTo>
                  <a:pt x="3560662" y="1250944"/>
                </a:lnTo>
                <a:lnTo>
                  <a:pt x="3573601" y="1263644"/>
                </a:lnTo>
                <a:lnTo>
                  <a:pt x="3587584" y="1276344"/>
                </a:lnTo>
                <a:close/>
              </a:path>
              <a:path w="4566285" h="2674620">
                <a:moveTo>
                  <a:pt x="1669756" y="1136645"/>
                </a:moveTo>
                <a:lnTo>
                  <a:pt x="1698837" y="1136645"/>
                </a:lnTo>
                <a:lnTo>
                  <a:pt x="1744954" y="1123945"/>
                </a:lnTo>
                <a:lnTo>
                  <a:pt x="1799761" y="1098544"/>
                </a:lnTo>
                <a:lnTo>
                  <a:pt x="1854911" y="1085844"/>
                </a:lnTo>
                <a:lnTo>
                  <a:pt x="1902059" y="1060444"/>
                </a:lnTo>
                <a:lnTo>
                  <a:pt x="1932858" y="1047744"/>
                </a:lnTo>
                <a:lnTo>
                  <a:pt x="1963885" y="1022344"/>
                </a:lnTo>
                <a:lnTo>
                  <a:pt x="1977181" y="971544"/>
                </a:lnTo>
                <a:lnTo>
                  <a:pt x="1971922" y="933444"/>
                </a:lnTo>
                <a:lnTo>
                  <a:pt x="1947289" y="908044"/>
                </a:lnTo>
                <a:lnTo>
                  <a:pt x="1920300" y="895344"/>
                </a:lnTo>
                <a:lnTo>
                  <a:pt x="1886957" y="882644"/>
                </a:lnTo>
                <a:lnTo>
                  <a:pt x="1843902" y="895344"/>
                </a:lnTo>
                <a:lnTo>
                  <a:pt x="1787778" y="908044"/>
                </a:lnTo>
                <a:lnTo>
                  <a:pt x="1657474" y="971545"/>
                </a:lnTo>
                <a:lnTo>
                  <a:pt x="1624264" y="984245"/>
                </a:lnTo>
                <a:lnTo>
                  <a:pt x="1604748" y="1009645"/>
                </a:lnTo>
                <a:lnTo>
                  <a:pt x="1593222" y="1022345"/>
                </a:lnTo>
                <a:lnTo>
                  <a:pt x="1584090" y="1060445"/>
                </a:lnTo>
                <a:lnTo>
                  <a:pt x="1596314" y="1098545"/>
                </a:lnTo>
                <a:lnTo>
                  <a:pt x="1626126" y="1123945"/>
                </a:lnTo>
                <a:lnTo>
                  <a:pt x="1669756" y="1136645"/>
                </a:lnTo>
                <a:close/>
              </a:path>
              <a:path w="4566285" h="2674620">
                <a:moveTo>
                  <a:pt x="630729" y="1263645"/>
                </a:moveTo>
                <a:lnTo>
                  <a:pt x="1147372" y="1263645"/>
                </a:lnTo>
                <a:lnTo>
                  <a:pt x="1202563" y="1250945"/>
                </a:lnTo>
                <a:lnTo>
                  <a:pt x="1253209" y="1238245"/>
                </a:lnTo>
                <a:lnTo>
                  <a:pt x="1298390" y="1238245"/>
                </a:lnTo>
                <a:lnTo>
                  <a:pt x="1337189" y="1225545"/>
                </a:lnTo>
                <a:lnTo>
                  <a:pt x="1391966" y="1200145"/>
                </a:lnTo>
                <a:lnTo>
                  <a:pt x="1440508" y="1149345"/>
                </a:lnTo>
                <a:lnTo>
                  <a:pt x="1452302" y="1111245"/>
                </a:lnTo>
                <a:lnTo>
                  <a:pt x="1452412" y="1098545"/>
                </a:lnTo>
                <a:lnTo>
                  <a:pt x="1452523" y="1085845"/>
                </a:lnTo>
                <a:lnTo>
                  <a:pt x="1432737" y="1047745"/>
                </a:lnTo>
                <a:lnTo>
                  <a:pt x="1400699" y="1022345"/>
                </a:lnTo>
                <a:lnTo>
                  <a:pt x="1320340" y="1022345"/>
                </a:lnTo>
                <a:lnTo>
                  <a:pt x="1245855" y="1047745"/>
                </a:lnTo>
                <a:lnTo>
                  <a:pt x="1194272" y="1060445"/>
                </a:lnTo>
                <a:lnTo>
                  <a:pt x="1139411" y="1060445"/>
                </a:lnTo>
                <a:lnTo>
                  <a:pt x="1023927" y="1085845"/>
                </a:lnTo>
                <a:lnTo>
                  <a:pt x="907540" y="1085845"/>
                </a:lnTo>
                <a:lnTo>
                  <a:pt x="851552" y="1098545"/>
                </a:lnTo>
                <a:lnTo>
                  <a:pt x="506353" y="1098545"/>
                </a:lnTo>
                <a:lnTo>
                  <a:pt x="495977" y="1111245"/>
                </a:lnTo>
                <a:lnTo>
                  <a:pt x="485109" y="1162045"/>
                </a:lnTo>
                <a:lnTo>
                  <a:pt x="497168" y="1187445"/>
                </a:lnTo>
                <a:lnTo>
                  <a:pt x="533048" y="1225545"/>
                </a:lnTo>
                <a:lnTo>
                  <a:pt x="593641" y="1250945"/>
                </a:lnTo>
                <a:lnTo>
                  <a:pt x="630729" y="1263645"/>
                </a:lnTo>
                <a:close/>
              </a:path>
              <a:path w="4566285" h="2674620">
                <a:moveTo>
                  <a:pt x="114407" y="1276345"/>
                </a:moveTo>
                <a:lnTo>
                  <a:pt x="172165" y="1276345"/>
                </a:lnTo>
                <a:lnTo>
                  <a:pt x="205745" y="1250945"/>
                </a:lnTo>
                <a:lnTo>
                  <a:pt x="231683" y="1212845"/>
                </a:lnTo>
                <a:lnTo>
                  <a:pt x="237256" y="1187445"/>
                </a:lnTo>
                <a:lnTo>
                  <a:pt x="231401" y="1162045"/>
                </a:lnTo>
                <a:lnTo>
                  <a:pt x="212187" y="1123945"/>
                </a:lnTo>
                <a:lnTo>
                  <a:pt x="177142" y="1098545"/>
                </a:lnTo>
                <a:lnTo>
                  <a:pt x="123789" y="1085845"/>
                </a:lnTo>
                <a:lnTo>
                  <a:pt x="49657" y="1060445"/>
                </a:lnTo>
                <a:lnTo>
                  <a:pt x="2589" y="1047745"/>
                </a:lnTo>
                <a:lnTo>
                  <a:pt x="0" y="1047745"/>
                </a:lnTo>
                <a:lnTo>
                  <a:pt x="0" y="1250945"/>
                </a:lnTo>
                <a:lnTo>
                  <a:pt x="17627" y="1250945"/>
                </a:lnTo>
                <a:lnTo>
                  <a:pt x="70544" y="1263645"/>
                </a:lnTo>
                <a:lnTo>
                  <a:pt x="114407" y="1276345"/>
                </a:lnTo>
                <a:close/>
              </a:path>
              <a:path w="4566285" h="2674620">
                <a:moveTo>
                  <a:pt x="506353" y="1098545"/>
                </a:moveTo>
                <a:lnTo>
                  <a:pt x="749073" y="1098545"/>
                </a:lnTo>
                <a:lnTo>
                  <a:pt x="704616" y="1085845"/>
                </a:lnTo>
                <a:lnTo>
                  <a:pt x="666038" y="1085845"/>
                </a:lnTo>
                <a:lnTo>
                  <a:pt x="634356" y="1073145"/>
                </a:lnTo>
                <a:lnTo>
                  <a:pt x="545840" y="1073145"/>
                </a:lnTo>
                <a:lnTo>
                  <a:pt x="516729" y="1085845"/>
                </a:lnTo>
                <a:lnTo>
                  <a:pt x="506353" y="1098545"/>
                </a:lnTo>
                <a:close/>
              </a:path>
              <a:path w="4566285" h="2674620">
                <a:moveTo>
                  <a:pt x="1395529" y="1797045"/>
                </a:moveTo>
                <a:lnTo>
                  <a:pt x="1504370" y="1797045"/>
                </a:lnTo>
                <a:lnTo>
                  <a:pt x="1546652" y="1784345"/>
                </a:lnTo>
                <a:lnTo>
                  <a:pt x="1596170" y="1771645"/>
                </a:lnTo>
                <a:lnTo>
                  <a:pt x="1650945" y="1758945"/>
                </a:lnTo>
                <a:lnTo>
                  <a:pt x="1708997" y="1746245"/>
                </a:lnTo>
                <a:lnTo>
                  <a:pt x="1768348" y="1720845"/>
                </a:lnTo>
                <a:lnTo>
                  <a:pt x="1827019" y="1708144"/>
                </a:lnTo>
                <a:lnTo>
                  <a:pt x="1883031" y="1695444"/>
                </a:lnTo>
                <a:lnTo>
                  <a:pt x="1934404" y="1670044"/>
                </a:lnTo>
                <a:lnTo>
                  <a:pt x="1995719" y="1657344"/>
                </a:lnTo>
                <a:lnTo>
                  <a:pt x="2055876" y="1631944"/>
                </a:lnTo>
                <a:lnTo>
                  <a:pt x="2114306" y="1606544"/>
                </a:lnTo>
                <a:lnTo>
                  <a:pt x="2170441" y="1581144"/>
                </a:lnTo>
                <a:lnTo>
                  <a:pt x="2223714" y="1555744"/>
                </a:lnTo>
                <a:lnTo>
                  <a:pt x="2273555" y="1530344"/>
                </a:lnTo>
                <a:lnTo>
                  <a:pt x="2319397" y="1504944"/>
                </a:lnTo>
                <a:lnTo>
                  <a:pt x="2360671" y="1479544"/>
                </a:lnTo>
                <a:lnTo>
                  <a:pt x="2396810" y="1466844"/>
                </a:lnTo>
                <a:lnTo>
                  <a:pt x="2427245" y="1441444"/>
                </a:lnTo>
                <a:lnTo>
                  <a:pt x="2451408" y="1416044"/>
                </a:lnTo>
                <a:lnTo>
                  <a:pt x="2478389" y="1390644"/>
                </a:lnTo>
                <a:lnTo>
                  <a:pt x="2489546" y="1352544"/>
                </a:lnTo>
                <a:lnTo>
                  <a:pt x="2484913" y="1314444"/>
                </a:lnTo>
                <a:lnTo>
                  <a:pt x="2464525" y="1289044"/>
                </a:lnTo>
                <a:lnTo>
                  <a:pt x="2434912" y="1263644"/>
                </a:lnTo>
                <a:lnTo>
                  <a:pt x="2400402" y="1250944"/>
                </a:lnTo>
                <a:lnTo>
                  <a:pt x="2360852" y="1263644"/>
                </a:lnTo>
                <a:lnTo>
                  <a:pt x="2316121" y="1289044"/>
                </a:lnTo>
                <a:lnTo>
                  <a:pt x="2291798" y="1314444"/>
                </a:lnTo>
                <a:lnTo>
                  <a:pt x="2264112" y="1327144"/>
                </a:lnTo>
                <a:lnTo>
                  <a:pt x="2233103" y="1352544"/>
                </a:lnTo>
                <a:lnTo>
                  <a:pt x="2198811" y="1365244"/>
                </a:lnTo>
                <a:lnTo>
                  <a:pt x="2161277" y="1377944"/>
                </a:lnTo>
                <a:lnTo>
                  <a:pt x="2120542" y="1403344"/>
                </a:lnTo>
                <a:lnTo>
                  <a:pt x="2076646" y="1416044"/>
                </a:lnTo>
                <a:lnTo>
                  <a:pt x="2029630" y="1441444"/>
                </a:lnTo>
                <a:lnTo>
                  <a:pt x="1979535" y="1454144"/>
                </a:lnTo>
                <a:lnTo>
                  <a:pt x="1926402" y="1479544"/>
                </a:lnTo>
                <a:lnTo>
                  <a:pt x="1870270" y="1492244"/>
                </a:lnTo>
                <a:lnTo>
                  <a:pt x="1811181" y="1504944"/>
                </a:lnTo>
                <a:lnTo>
                  <a:pt x="1749175" y="1530345"/>
                </a:lnTo>
                <a:lnTo>
                  <a:pt x="1684294" y="1543045"/>
                </a:lnTo>
                <a:lnTo>
                  <a:pt x="1616576" y="1568445"/>
                </a:lnTo>
                <a:lnTo>
                  <a:pt x="1546065" y="1581145"/>
                </a:lnTo>
                <a:lnTo>
                  <a:pt x="1468551" y="1606545"/>
                </a:lnTo>
                <a:lnTo>
                  <a:pt x="1414168" y="1619245"/>
                </a:lnTo>
                <a:lnTo>
                  <a:pt x="1378339" y="1644645"/>
                </a:lnTo>
                <a:lnTo>
                  <a:pt x="1356487" y="1657345"/>
                </a:lnTo>
                <a:lnTo>
                  <a:pt x="1344035" y="1682745"/>
                </a:lnTo>
                <a:lnTo>
                  <a:pt x="1339812" y="1733545"/>
                </a:lnTo>
                <a:lnTo>
                  <a:pt x="1357983" y="1771645"/>
                </a:lnTo>
                <a:lnTo>
                  <a:pt x="1395529" y="1797045"/>
                </a:lnTo>
                <a:close/>
              </a:path>
              <a:path w="4566285" h="2674620">
                <a:moveTo>
                  <a:pt x="727612" y="1276345"/>
                </a:moveTo>
                <a:lnTo>
                  <a:pt x="1027027" y="1276345"/>
                </a:lnTo>
                <a:lnTo>
                  <a:pt x="1088554" y="1263645"/>
                </a:lnTo>
                <a:lnTo>
                  <a:pt x="671947" y="1263645"/>
                </a:lnTo>
                <a:lnTo>
                  <a:pt x="727612" y="1276345"/>
                </a:lnTo>
                <a:close/>
              </a:path>
              <a:path w="4566285" h="2674620">
                <a:moveTo>
                  <a:pt x="3618565" y="1289044"/>
                </a:moveTo>
                <a:lnTo>
                  <a:pt x="3635495" y="1289044"/>
                </a:lnTo>
                <a:lnTo>
                  <a:pt x="3653334" y="1276344"/>
                </a:lnTo>
                <a:lnTo>
                  <a:pt x="3602582" y="1276344"/>
                </a:lnTo>
                <a:lnTo>
                  <a:pt x="3618565" y="1289044"/>
                </a:lnTo>
                <a:close/>
              </a:path>
              <a:path w="4566285" h="2674620">
                <a:moveTo>
                  <a:pt x="3183957" y="1619244"/>
                </a:moveTo>
                <a:lnTo>
                  <a:pt x="3237827" y="1619244"/>
                </a:lnTo>
                <a:lnTo>
                  <a:pt x="3246151" y="1606544"/>
                </a:lnTo>
                <a:lnTo>
                  <a:pt x="3272265" y="1593844"/>
                </a:lnTo>
                <a:lnTo>
                  <a:pt x="3310308" y="1568444"/>
                </a:lnTo>
                <a:lnTo>
                  <a:pt x="3353756" y="1530344"/>
                </a:lnTo>
                <a:lnTo>
                  <a:pt x="3396083" y="1492244"/>
                </a:lnTo>
                <a:lnTo>
                  <a:pt x="3430763" y="1454144"/>
                </a:lnTo>
                <a:lnTo>
                  <a:pt x="3462589" y="1390644"/>
                </a:lnTo>
                <a:lnTo>
                  <a:pt x="3460014" y="1352544"/>
                </a:lnTo>
                <a:lnTo>
                  <a:pt x="3444597" y="1327144"/>
                </a:lnTo>
                <a:lnTo>
                  <a:pt x="3417386" y="1301744"/>
                </a:lnTo>
                <a:lnTo>
                  <a:pt x="3390124" y="1289044"/>
                </a:lnTo>
                <a:lnTo>
                  <a:pt x="3362798" y="1289044"/>
                </a:lnTo>
                <a:lnTo>
                  <a:pt x="3330451" y="1314444"/>
                </a:lnTo>
                <a:lnTo>
                  <a:pt x="3288127" y="1339844"/>
                </a:lnTo>
                <a:lnTo>
                  <a:pt x="3230870" y="1403344"/>
                </a:lnTo>
                <a:lnTo>
                  <a:pt x="3176771" y="1454144"/>
                </a:lnTo>
                <a:lnTo>
                  <a:pt x="3145188" y="1492244"/>
                </a:lnTo>
                <a:lnTo>
                  <a:pt x="3130419" y="1517644"/>
                </a:lnTo>
                <a:lnTo>
                  <a:pt x="3126763" y="1530344"/>
                </a:lnTo>
                <a:lnTo>
                  <a:pt x="3133935" y="1568444"/>
                </a:lnTo>
                <a:lnTo>
                  <a:pt x="3153817" y="1593844"/>
                </a:lnTo>
                <a:lnTo>
                  <a:pt x="3183957" y="1619244"/>
                </a:lnTo>
                <a:close/>
              </a:path>
              <a:path w="4566285" h="2674620">
                <a:moveTo>
                  <a:pt x="463347" y="1911345"/>
                </a:moveTo>
                <a:lnTo>
                  <a:pt x="566068" y="1911345"/>
                </a:lnTo>
                <a:lnTo>
                  <a:pt x="580499" y="1898645"/>
                </a:lnTo>
                <a:lnTo>
                  <a:pt x="595703" y="1885945"/>
                </a:lnTo>
                <a:lnTo>
                  <a:pt x="615360" y="1860545"/>
                </a:lnTo>
                <a:lnTo>
                  <a:pt x="621729" y="1822445"/>
                </a:lnTo>
                <a:lnTo>
                  <a:pt x="614764" y="1797045"/>
                </a:lnTo>
                <a:lnTo>
                  <a:pt x="594414" y="1771645"/>
                </a:lnTo>
                <a:lnTo>
                  <a:pt x="582617" y="1758945"/>
                </a:lnTo>
                <a:lnTo>
                  <a:pt x="570578" y="1746245"/>
                </a:lnTo>
                <a:lnTo>
                  <a:pt x="535568" y="1746245"/>
                </a:lnTo>
                <a:lnTo>
                  <a:pt x="503933" y="1733545"/>
                </a:lnTo>
                <a:lnTo>
                  <a:pt x="461039" y="1720845"/>
                </a:lnTo>
                <a:lnTo>
                  <a:pt x="411454" y="1708145"/>
                </a:lnTo>
                <a:lnTo>
                  <a:pt x="366571" y="1695445"/>
                </a:lnTo>
                <a:lnTo>
                  <a:pt x="316529" y="1670045"/>
                </a:lnTo>
                <a:lnTo>
                  <a:pt x="265325" y="1657345"/>
                </a:lnTo>
                <a:lnTo>
                  <a:pt x="216954" y="1644645"/>
                </a:lnTo>
                <a:lnTo>
                  <a:pt x="175410" y="1631945"/>
                </a:lnTo>
                <a:lnTo>
                  <a:pt x="112916" y="1619245"/>
                </a:lnTo>
                <a:lnTo>
                  <a:pt x="55674" y="1606545"/>
                </a:lnTo>
                <a:lnTo>
                  <a:pt x="2978" y="1593845"/>
                </a:lnTo>
                <a:lnTo>
                  <a:pt x="0" y="1593845"/>
                </a:lnTo>
                <a:lnTo>
                  <a:pt x="0" y="1797045"/>
                </a:lnTo>
                <a:lnTo>
                  <a:pt x="40380" y="1797045"/>
                </a:lnTo>
                <a:lnTo>
                  <a:pt x="107478" y="1809745"/>
                </a:lnTo>
                <a:lnTo>
                  <a:pt x="163523" y="1822445"/>
                </a:lnTo>
                <a:lnTo>
                  <a:pt x="211630" y="1835145"/>
                </a:lnTo>
                <a:lnTo>
                  <a:pt x="254914" y="1847845"/>
                </a:lnTo>
                <a:lnTo>
                  <a:pt x="339471" y="1873245"/>
                </a:lnTo>
                <a:lnTo>
                  <a:pt x="386974" y="1885945"/>
                </a:lnTo>
                <a:lnTo>
                  <a:pt x="463347" y="1911345"/>
                </a:lnTo>
                <a:close/>
              </a:path>
              <a:path w="4566285" h="2674620">
                <a:moveTo>
                  <a:pt x="903127" y="1873245"/>
                </a:moveTo>
                <a:lnTo>
                  <a:pt x="1030169" y="1873245"/>
                </a:lnTo>
                <a:lnTo>
                  <a:pt x="1098351" y="1847845"/>
                </a:lnTo>
                <a:lnTo>
                  <a:pt x="1152050" y="1822445"/>
                </a:lnTo>
                <a:lnTo>
                  <a:pt x="1190881" y="1797045"/>
                </a:lnTo>
                <a:lnTo>
                  <a:pt x="1222406" y="1746245"/>
                </a:lnTo>
                <a:lnTo>
                  <a:pt x="1218230" y="1720845"/>
                </a:lnTo>
                <a:lnTo>
                  <a:pt x="1206976" y="1695445"/>
                </a:lnTo>
                <a:lnTo>
                  <a:pt x="1190553" y="1682745"/>
                </a:lnTo>
                <a:lnTo>
                  <a:pt x="1170868" y="1670045"/>
                </a:lnTo>
                <a:lnTo>
                  <a:pt x="1149290" y="1657345"/>
                </a:lnTo>
                <a:lnTo>
                  <a:pt x="1104589" y="1657345"/>
                </a:lnTo>
                <a:lnTo>
                  <a:pt x="1056195" y="1670045"/>
                </a:lnTo>
                <a:lnTo>
                  <a:pt x="993577" y="1695445"/>
                </a:lnTo>
                <a:lnTo>
                  <a:pt x="965963" y="1695445"/>
                </a:lnTo>
                <a:lnTo>
                  <a:pt x="945646" y="1708145"/>
                </a:lnTo>
                <a:lnTo>
                  <a:pt x="903915" y="1720845"/>
                </a:lnTo>
                <a:lnTo>
                  <a:pt x="874552" y="1746245"/>
                </a:lnTo>
                <a:lnTo>
                  <a:pt x="858676" y="1771645"/>
                </a:lnTo>
                <a:lnTo>
                  <a:pt x="857402" y="1809745"/>
                </a:lnTo>
                <a:lnTo>
                  <a:pt x="871847" y="1847845"/>
                </a:lnTo>
                <a:lnTo>
                  <a:pt x="903127" y="1873245"/>
                </a:lnTo>
                <a:close/>
              </a:path>
              <a:path w="4566285" h="2674620">
                <a:moveTo>
                  <a:pt x="2491010" y="2178044"/>
                </a:moveTo>
                <a:lnTo>
                  <a:pt x="2528047" y="2178044"/>
                </a:lnTo>
                <a:lnTo>
                  <a:pt x="2557116" y="2165344"/>
                </a:lnTo>
                <a:lnTo>
                  <a:pt x="2592471" y="2139944"/>
                </a:lnTo>
                <a:lnTo>
                  <a:pt x="2678239" y="2089144"/>
                </a:lnTo>
                <a:lnTo>
                  <a:pt x="2725236" y="2051044"/>
                </a:lnTo>
                <a:lnTo>
                  <a:pt x="2773900" y="2012944"/>
                </a:lnTo>
                <a:lnTo>
                  <a:pt x="2821587" y="1974844"/>
                </a:lnTo>
                <a:lnTo>
                  <a:pt x="2865652" y="1949444"/>
                </a:lnTo>
                <a:lnTo>
                  <a:pt x="2903452" y="1911344"/>
                </a:lnTo>
                <a:lnTo>
                  <a:pt x="2932342" y="1885944"/>
                </a:lnTo>
                <a:lnTo>
                  <a:pt x="2949678" y="1860544"/>
                </a:lnTo>
                <a:lnTo>
                  <a:pt x="2966181" y="1835144"/>
                </a:lnTo>
                <a:lnTo>
                  <a:pt x="2971559" y="1797044"/>
                </a:lnTo>
                <a:lnTo>
                  <a:pt x="2965829" y="1771644"/>
                </a:lnTo>
                <a:lnTo>
                  <a:pt x="2949008" y="1746244"/>
                </a:lnTo>
                <a:lnTo>
                  <a:pt x="2919671" y="1720844"/>
                </a:lnTo>
                <a:lnTo>
                  <a:pt x="2886631" y="1720844"/>
                </a:lnTo>
                <a:lnTo>
                  <a:pt x="2849836" y="1733544"/>
                </a:lnTo>
                <a:lnTo>
                  <a:pt x="2809237" y="1758944"/>
                </a:lnTo>
                <a:lnTo>
                  <a:pt x="2780487" y="1784344"/>
                </a:lnTo>
                <a:lnTo>
                  <a:pt x="2746343" y="1809744"/>
                </a:lnTo>
                <a:lnTo>
                  <a:pt x="2708163" y="1835144"/>
                </a:lnTo>
                <a:lnTo>
                  <a:pt x="2667305" y="1873244"/>
                </a:lnTo>
                <a:lnTo>
                  <a:pt x="2582987" y="1924044"/>
                </a:lnTo>
                <a:lnTo>
                  <a:pt x="2542244" y="1962144"/>
                </a:lnTo>
                <a:lnTo>
                  <a:pt x="2486773" y="2000244"/>
                </a:lnTo>
                <a:lnTo>
                  <a:pt x="2450914" y="2038344"/>
                </a:lnTo>
                <a:lnTo>
                  <a:pt x="2434248" y="2076444"/>
                </a:lnTo>
                <a:lnTo>
                  <a:pt x="2436357" y="2114544"/>
                </a:lnTo>
                <a:lnTo>
                  <a:pt x="2456820" y="2139944"/>
                </a:lnTo>
                <a:lnTo>
                  <a:pt x="2467820" y="2152644"/>
                </a:lnTo>
                <a:lnTo>
                  <a:pt x="2479113" y="2165344"/>
                </a:lnTo>
                <a:lnTo>
                  <a:pt x="2491010" y="2178044"/>
                </a:lnTo>
                <a:close/>
              </a:path>
              <a:path w="4566285" h="2674620">
                <a:moveTo>
                  <a:pt x="927801" y="1885945"/>
                </a:moveTo>
                <a:lnTo>
                  <a:pt x="985814" y="1885945"/>
                </a:lnTo>
                <a:lnTo>
                  <a:pt x="1006143" y="1873245"/>
                </a:lnTo>
                <a:lnTo>
                  <a:pt x="915657" y="1873245"/>
                </a:lnTo>
                <a:lnTo>
                  <a:pt x="927801" y="1885945"/>
                </a:lnTo>
                <a:close/>
              </a:path>
              <a:path w="4566285" h="2674620">
                <a:moveTo>
                  <a:pt x="4397022" y="205205"/>
                </a:moveTo>
                <a:lnTo>
                  <a:pt x="4438055" y="194368"/>
                </a:lnTo>
                <a:lnTo>
                  <a:pt x="4483856" y="153771"/>
                </a:lnTo>
                <a:lnTo>
                  <a:pt x="4508033" y="116767"/>
                </a:lnTo>
                <a:lnTo>
                  <a:pt x="4535436" y="64992"/>
                </a:lnTo>
                <a:lnTo>
                  <a:pt x="4565844" y="0"/>
                </a:lnTo>
                <a:lnTo>
                  <a:pt x="4366120" y="0"/>
                </a:lnTo>
                <a:lnTo>
                  <a:pt x="4352842" y="27626"/>
                </a:lnTo>
                <a:lnTo>
                  <a:pt x="4336985" y="54235"/>
                </a:lnTo>
                <a:lnTo>
                  <a:pt x="4323580" y="69365"/>
                </a:lnTo>
                <a:lnTo>
                  <a:pt x="4313590" y="86260"/>
                </a:lnTo>
                <a:lnTo>
                  <a:pt x="4309291" y="111860"/>
                </a:lnTo>
                <a:lnTo>
                  <a:pt x="4310984" y="140047"/>
                </a:lnTo>
                <a:lnTo>
                  <a:pt x="4330039" y="177969"/>
                </a:lnTo>
                <a:lnTo>
                  <a:pt x="4366957" y="198534"/>
                </a:lnTo>
                <a:lnTo>
                  <a:pt x="4387899" y="203819"/>
                </a:lnTo>
                <a:lnTo>
                  <a:pt x="4397022" y="205205"/>
                </a:lnTo>
                <a:close/>
              </a:path>
              <a:path w="4566285" h="2674620">
                <a:moveTo>
                  <a:pt x="3971858" y="98606"/>
                </a:moveTo>
                <a:lnTo>
                  <a:pt x="4021783" y="83770"/>
                </a:lnTo>
                <a:lnTo>
                  <a:pt x="4054939" y="53634"/>
                </a:lnTo>
                <a:lnTo>
                  <a:pt x="4088161" y="0"/>
                </a:lnTo>
                <a:lnTo>
                  <a:pt x="3891194" y="0"/>
                </a:lnTo>
                <a:lnTo>
                  <a:pt x="3887362" y="15835"/>
                </a:lnTo>
                <a:lnTo>
                  <a:pt x="3892454" y="46470"/>
                </a:lnTo>
                <a:lnTo>
                  <a:pt x="3924938" y="84477"/>
                </a:lnTo>
                <a:lnTo>
                  <a:pt x="3971858" y="98606"/>
                </a:lnTo>
                <a:close/>
              </a:path>
              <a:path w="4566285" h="2674620">
                <a:moveTo>
                  <a:pt x="3371053" y="80266"/>
                </a:moveTo>
                <a:lnTo>
                  <a:pt x="3425562" y="63512"/>
                </a:lnTo>
                <a:lnTo>
                  <a:pt x="3457376" y="30785"/>
                </a:lnTo>
                <a:lnTo>
                  <a:pt x="3481015" y="0"/>
                </a:lnTo>
                <a:lnTo>
                  <a:pt x="3296154" y="0"/>
                </a:lnTo>
                <a:lnTo>
                  <a:pt x="3301718" y="30785"/>
                </a:lnTo>
                <a:lnTo>
                  <a:pt x="3301763" y="31035"/>
                </a:lnTo>
                <a:lnTo>
                  <a:pt x="3318275" y="56884"/>
                </a:lnTo>
                <a:lnTo>
                  <a:pt x="3342320" y="73628"/>
                </a:lnTo>
                <a:lnTo>
                  <a:pt x="3371053" y="80266"/>
                </a:lnTo>
                <a:close/>
              </a:path>
            </a:pathLst>
          </a:custGeom>
          <a:solidFill>
            <a:srgbClr val="F5F6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6519164" y="2019426"/>
            <a:ext cx="5251450" cy="5435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400" spc="265"/>
              <a:t>RESULTS</a:t>
            </a:r>
            <a:r>
              <a:rPr dirty="0" sz="3400" spc="180"/>
              <a:t> </a:t>
            </a:r>
            <a:r>
              <a:rPr dirty="0" sz="3400"/>
              <a:t>—</a:t>
            </a:r>
            <a:r>
              <a:rPr dirty="0" sz="3400" spc="195"/>
              <a:t> </a:t>
            </a:r>
            <a:r>
              <a:rPr dirty="0" sz="3400" spc="240"/>
              <a:t>SET</a:t>
            </a:r>
            <a:r>
              <a:rPr dirty="0" sz="3400" spc="190"/>
              <a:t> </a:t>
            </a:r>
            <a:r>
              <a:rPr dirty="0" sz="3400" spc="305"/>
              <a:t>TIME</a:t>
            </a:r>
            <a:endParaRPr sz="3400"/>
          </a:p>
        </p:txBody>
      </p:sp>
      <p:grpSp>
        <p:nvGrpSpPr>
          <p:cNvPr id="5" name="object 5"/>
          <p:cNvGrpSpPr/>
          <p:nvPr/>
        </p:nvGrpSpPr>
        <p:grpSpPr>
          <a:xfrm>
            <a:off x="15483972" y="1405102"/>
            <a:ext cx="1195705" cy="2553335"/>
            <a:chOff x="15483972" y="1405102"/>
            <a:chExt cx="1195705" cy="2553335"/>
          </a:xfrm>
        </p:grpSpPr>
        <p:sp>
          <p:nvSpPr>
            <p:cNvPr id="6" name="object 6"/>
            <p:cNvSpPr/>
            <p:nvPr/>
          </p:nvSpPr>
          <p:spPr>
            <a:xfrm>
              <a:off x="16080553" y="1648865"/>
              <a:ext cx="592455" cy="2303145"/>
            </a:xfrm>
            <a:custGeom>
              <a:avLst/>
              <a:gdLst/>
              <a:ahLst/>
              <a:cxnLst/>
              <a:rect l="l" t="t" r="r" b="b"/>
              <a:pathLst>
                <a:path w="592455" h="2303145">
                  <a:moveTo>
                    <a:pt x="571060" y="2234106"/>
                  </a:moveTo>
                  <a:lnTo>
                    <a:pt x="531479" y="2240389"/>
                  </a:lnTo>
                  <a:lnTo>
                    <a:pt x="525298" y="2255557"/>
                  </a:lnTo>
                  <a:lnTo>
                    <a:pt x="525299" y="2281192"/>
                  </a:lnTo>
                  <a:lnTo>
                    <a:pt x="571060" y="2302642"/>
                  </a:lnTo>
                  <a:lnTo>
                    <a:pt x="579342" y="2300956"/>
                  </a:lnTo>
                  <a:lnTo>
                    <a:pt x="586101" y="2296358"/>
                  </a:lnTo>
                  <a:lnTo>
                    <a:pt x="590656" y="2289540"/>
                  </a:lnTo>
                  <a:lnTo>
                    <a:pt x="592326" y="2281192"/>
                  </a:lnTo>
                  <a:lnTo>
                    <a:pt x="592326" y="2255557"/>
                  </a:lnTo>
                  <a:lnTo>
                    <a:pt x="590656" y="2247208"/>
                  </a:lnTo>
                  <a:lnTo>
                    <a:pt x="586101" y="2240389"/>
                  </a:lnTo>
                  <a:lnTo>
                    <a:pt x="579342" y="2235792"/>
                  </a:lnTo>
                  <a:lnTo>
                    <a:pt x="571060" y="2234106"/>
                  </a:lnTo>
                  <a:close/>
                </a:path>
                <a:path w="592455" h="2303145">
                  <a:moveTo>
                    <a:pt x="571059" y="0"/>
                  </a:moveTo>
                  <a:lnTo>
                    <a:pt x="531477" y="6282"/>
                  </a:lnTo>
                  <a:lnTo>
                    <a:pt x="525297" y="21409"/>
                  </a:lnTo>
                  <a:lnTo>
                    <a:pt x="525297" y="47083"/>
                  </a:lnTo>
                  <a:lnTo>
                    <a:pt x="571059" y="68492"/>
                  </a:lnTo>
                  <a:lnTo>
                    <a:pt x="579341" y="66806"/>
                  </a:lnTo>
                  <a:lnTo>
                    <a:pt x="586100" y="62210"/>
                  </a:lnTo>
                  <a:lnTo>
                    <a:pt x="590655" y="55403"/>
                  </a:lnTo>
                  <a:lnTo>
                    <a:pt x="592325" y="47083"/>
                  </a:lnTo>
                  <a:lnTo>
                    <a:pt x="592325" y="21409"/>
                  </a:lnTo>
                  <a:lnTo>
                    <a:pt x="590655" y="13089"/>
                  </a:lnTo>
                  <a:lnTo>
                    <a:pt x="586100" y="6282"/>
                  </a:lnTo>
                  <a:lnTo>
                    <a:pt x="579341" y="1686"/>
                  </a:lnTo>
                  <a:lnTo>
                    <a:pt x="571059" y="0"/>
                  </a:lnTo>
                  <a:close/>
                </a:path>
                <a:path w="592455" h="2303145">
                  <a:moveTo>
                    <a:pt x="45815" y="2234105"/>
                  </a:moveTo>
                  <a:lnTo>
                    <a:pt x="6215" y="2240389"/>
                  </a:lnTo>
                  <a:lnTo>
                    <a:pt x="0" y="2255557"/>
                  </a:lnTo>
                  <a:lnTo>
                    <a:pt x="0" y="2281191"/>
                  </a:lnTo>
                  <a:lnTo>
                    <a:pt x="45815" y="2302642"/>
                  </a:lnTo>
                  <a:lnTo>
                    <a:pt x="54069" y="2300956"/>
                  </a:lnTo>
                  <a:lnTo>
                    <a:pt x="60812" y="2296358"/>
                  </a:lnTo>
                  <a:lnTo>
                    <a:pt x="65359" y="2289540"/>
                  </a:lnTo>
                  <a:lnTo>
                    <a:pt x="67027" y="2281191"/>
                  </a:lnTo>
                  <a:lnTo>
                    <a:pt x="67027" y="2255557"/>
                  </a:lnTo>
                  <a:lnTo>
                    <a:pt x="65359" y="2247208"/>
                  </a:lnTo>
                  <a:lnTo>
                    <a:pt x="60812" y="2240389"/>
                  </a:lnTo>
                  <a:lnTo>
                    <a:pt x="54069" y="2235791"/>
                  </a:lnTo>
                  <a:lnTo>
                    <a:pt x="45815" y="2234105"/>
                  </a:lnTo>
                  <a:close/>
                </a:path>
              </a:pathLst>
            </a:custGeom>
            <a:solidFill>
              <a:srgbClr val="F5F6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5672601" y="1411634"/>
              <a:ext cx="636905" cy="2359025"/>
            </a:xfrm>
            <a:custGeom>
              <a:avLst/>
              <a:gdLst/>
              <a:ahLst/>
              <a:cxnLst/>
              <a:rect l="l" t="t" r="r" b="b"/>
              <a:pathLst>
                <a:path w="636905" h="2359025">
                  <a:moveTo>
                    <a:pt x="556191" y="0"/>
                  </a:moveTo>
                  <a:lnTo>
                    <a:pt x="80144" y="0"/>
                  </a:lnTo>
                  <a:lnTo>
                    <a:pt x="44342" y="15229"/>
                  </a:lnTo>
                  <a:lnTo>
                    <a:pt x="27895" y="52707"/>
                  </a:lnTo>
                  <a:lnTo>
                    <a:pt x="115" y="512834"/>
                  </a:lnTo>
                  <a:lnTo>
                    <a:pt x="26" y="516100"/>
                  </a:lnTo>
                  <a:lnTo>
                    <a:pt x="636310" y="516100"/>
                  </a:lnTo>
                  <a:lnTo>
                    <a:pt x="608449" y="52708"/>
                  </a:lnTo>
                  <a:lnTo>
                    <a:pt x="591991" y="15229"/>
                  </a:lnTo>
                  <a:lnTo>
                    <a:pt x="556191" y="0"/>
                  </a:lnTo>
                  <a:close/>
                </a:path>
                <a:path w="636905" h="2359025">
                  <a:moveTo>
                    <a:pt x="636302" y="1841197"/>
                  </a:moveTo>
                  <a:lnTo>
                    <a:pt x="0" y="1841197"/>
                  </a:lnTo>
                  <a:lnTo>
                    <a:pt x="107" y="1848890"/>
                  </a:lnTo>
                  <a:lnTo>
                    <a:pt x="27869" y="2306123"/>
                  </a:lnTo>
                  <a:lnTo>
                    <a:pt x="44328" y="2343627"/>
                  </a:lnTo>
                  <a:lnTo>
                    <a:pt x="80127" y="2358876"/>
                  </a:lnTo>
                  <a:lnTo>
                    <a:pt x="542213" y="2358876"/>
                  </a:lnTo>
                  <a:lnTo>
                    <a:pt x="561352" y="2354983"/>
                  </a:lnTo>
                  <a:lnTo>
                    <a:pt x="588860" y="2328098"/>
                  </a:lnTo>
                  <a:lnTo>
                    <a:pt x="636137" y="1848890"/>
                  </a:lnTo>
                  <a:lnTo>
                    <a:pt x="636302" y="1841197"/>
                  </a:lnTo>
                  <a:close/>
                </a:path>
              </a:pathLst>
            </a:custGeom>
            <a:solidFill>
              <a:srgbClr val="B8CC8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5490421" y="1927734"/>
              <a:ext cx="1052830" cy="1325245"/>
            </a:xfrm>
            <a:custGeom>
              <a:avLst/>
              <a:gdLst/>
              <a:ahLst/>
              <a:cxnLst/>
              <a:rect l="l" t="t" r="r" b="b"/>
              <a:pathLst>
                <a:path w="1052830" h="1325245">
                  <a:moveTo>
                    <a:pt x="981374" y="0"/>
                  </a:moveTo>
                  <a:lnTo>
                    <a:pt x="71022" y="0"/>
                  </a:lnTo>
                  <a:lnTo>
                    <a:pt x="20804" y="21024"/>
                  </a:lnTo>
                  <a:lnTo>
                    <a:pt x="0" y="71849"/>
                  </a:lnTo>
                  <a:lnTo>
                    <a:pt x="0" y="1253292"/>
                  </a:lnTo>
                  <a:lnTo>
                    <a:pt x="20800" y="1304064"/>
                  </a:lnTo>
                  <a:lnTo>
                    <a:pt x="71023" y="1325096"/>
                  </a:lnTo>
                  <a:lnTo>
                    <a:pt x="981375" y="1325097"/>
                  </a:lnTo>
                  <a:lnTo>
                    <a:pt x="1009007" y="1319455"/>
                  </a:lnTo>
                  <a:lnTo>
                    <a:pt x="1031567" y="1304068"/>
                  </a:lnTo>
                  <a:lnTo>
                    <a:pt x="1046775" y="1281245"/>
                  </a:lnTo>
                  <a:lnTo>
                    <a:pt x="1052350" y="1253293"/>
                  </a:lnTo>
                  <a:lnTo>
                    <a:pt x="1052350" y="71850"/>
                  </a:lnTo>
                  <a:lnTo>
                    <a:pt x="1046774" y="43860"/>
                  </a:lnTo>
                  <a:lnTo>
                    <a:pt x="1031566" y="21024"/>
                  </a:lnTo>
                  <a:lnTo>
                    <a:pt x="1009007" y="5639"/>
                  </a:lnTo>
                  <a:lnTo>
                    <a:pt x="981374" y="0"/>
                  </a:lnTo>
                  <a:close/>
                </a:path>
              </a:pathLst>
            </a:custGeom>
            <a:solidFill>
              <a:srgbClr val="7589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5483972" y="1405102"/>
              <a:ext cx="1195705" cy="2553335"/>
            </a:xfrm>
            <a:custGeom>
              <a:avLst/>
              <a:gdLst/>
              <a:ahLst/>
              <a:cxnLst/>
              <a:rect l="l" t="t" r="r" b="b"/>
              <a:pathLst>
                <a:path w="1195705" h="2553335">
                  <a:moveTo>
                    <a:pt x="642378" y="2471359"/>
                  </a:moveTo>
                  <a:lnTo>
                    <a:pt x="598249" y="2479556"/>
                  </a:lnTo>
                  <a:lnTo>
                    <a:pt x="590138" y="2499319"/>
                  </a:lnTo>
                  <a:lnTo>
                    <a:pt x="590138" y="2524954"/>
                  </a:lnTo>
                  <a:lnTo>
                    <a:pt x="617801" y="2552914"/>
                  </a:lnTo>
                  <a:lnTo>
                    <a:pt x="642396" y="2552914"/>
                  </a:lnTo>
                  <a:lnTo>
                    <a:pt x="653149" y="2550713"/>
                  </a:lnTo>
                  <a:lnTo>
                    <a:pt x="661944" y="2544716"/>
                  </a:lnTo>
                  <a:lnTo>
                    <a:pt x="665171" y="2539884"/>
                  </a:lnTo>
                  <a:lnTo>
                    <a:pt x="609654" y="2539884"/>
                  </a:lnTo>
                  <a:lnTo>
                    <a:pt x="603032" y="2533190"/>
                  </a:lnTo>
                  <a:lnTo>
                    <a:pt x="603032" y="2491082"/>
                  </a:lnTo>
                  <a:lnTo>
                    <a:pt x="609653" y="2484388"/>
                  </a:lnTo>
                  <a:lnTo>
                    <a:pt x="665163" y="2484388"/>
                  </a:lnTo>
                  <a:lnTo>
                    <a:pt x="661937" y="2479557"/>
                  </a:lnTo>
                  <a:lnTo>
                    <a:pt x="653140" y="2473559"/>
                  </a:lnTo>
                  <a:lnTo>
                    <a:pt x="642378" y="2471359"/>
                  </a:lnTo>
                  <a:close/>
                </a:path>
                <a:path w="1195705" h="2553335">
                  <a:moveTo>
                    <a:pt x="1128250" y="2519194"/>
                  </a:moveTo>
                  <a:lnTo>
                    <a:pt x="1115419" y="2519194"/>
                  </a:lnTo>
                  <a:lnTo>
                    <a:pt x="1115419" y="2524954"/>
                  </a:lnTo>
                  <a:lnTo>
                    <a:pt x="1117592" y="2535828"/>
                  </a:lnTo>
                  <a:lnTo>
                    <a:pt x="1123517" y="2544716"/>
                  </a:lnTo>
                  <a:lnTo>
                    <a:pt x="1132302" y="2550714"/>
                  </a:lnTo>
                  <a:lnTo>
                    <a:pt x="1143055" y="2552914"/>
                  </a:lnTo>
                  <a:lnTo>
                    <a:pt x="1167641" y="2552914"/>
                  </a:lnTo>
                  <a:lnTo>
                    <a:pt x="1178394" y="2550714"/>
                  </a:lnTo>
                  <a:lnTo>
                    <a:pt x="1187179" y="2544716"/>
                  </a:lnTo>
                  <a:lnTo>
                    <a:pt x="1190400" y="2539885"/>
                  </a:lnTo>
                  <a:lnTo>
                    <a:pt x="1134890" y="2539885"/>
                  </a:lnTo>
                  <a:lnTo>
                    <a:pt x="1128250" y="2533191"/>
                  </a:lnTo>
                  <a:lnTo>
                    <a:pt x="1128250" y="2519194"/>
                  </a:lnTo>
                  <a:close/>
                </a:path>
                <a:path w="1195705" h="2553335">
                  <a:moveTo>
                    <a:pt x="665163" y="2484388"/>
                  </a:moveTo>
                  <a:lnTo>
                    <a:pt x="650543" y="2484388"/>
                  </a:lnTo>
                  <a:lnTo>
                    <a:pt x="657156" y="2491082"/>
                  </a:lnTo>
                  <a:lnTo>
                    <a:pt x="657156" y="2533190"/>
                  </a:lnTo>
                  <a:lnTo>
                    <a:pt x="650543" y="2539884"/>
                  </a:lnTo>
                  <a:lnTo>
                    <a:pt x="665171" y="2539884"/>
                  </a:lnTo>
                  <a:lnTo>
                    <a:pt x="667880" y="2535828"/>
                  </a:lnTo>
                  <a:lnTo>
                    <a:pt x="670059" y="2524954"/>
                  </a:lnTo>
                  <a:lnTo>
                    <a:pt x="670059" y="2519194"/>
                  </a:lnTo>
                  <a:lnTo>
                    <a:pt x="1128250" y="2519194"/>
                  </a:lnTo>
                  <a:lnTo>
                    <a:pt x="1128250" y="2506154"/>
                  </a:lnTo>
                  <a:lnTo>
                    <a:pt x="670050" y="2506154"/>
                  </a:lnTo>
                  <a:lnTo>
                    <a:pt x="670050" y="2499319"/>
                  </a:lnTo>
                  <a:lnTo>
                    <a:pt x="667872" y="2488445"/>
                  </a:lnTo>
                  <a:lnTo>
                    <a:pt x="665163" y="2484388"/>
                  </a:lnTo>
                  <a:close/>
                </a:path>
                <a:path w="1195705" h="2553335">
                  <a:moveTo>
                    <a:pt x="1190400" y="2484388"/>
                  </a:moveTo>
                  <a:lnTo>
                    <a:pt x="1175817" y="2484388"/>
                  </a:lnTo>
                  <a:lnTo>
                    <a:pt x="1182446" y="2491082"/>
                  </a:lnTo>
                  <a:lnTo>
                    <a:pt x="1182446" y="2533191"/>
                  </a:lnTo>
                  <a:lnTo>
                    <a:pt x="1175806" y="2539885"/>
                  </a:lnTo>
                  <a:lnTo>
                    <a:pt x="1190400" y="2539885"/>
                  </a:lnTo>
                  <a:lnTo>
                    <a:pt x="1193104" y="2535828"/>
                  </a:lnTo>
                  <a:lnTo>
                    <a:pt x="1195277" y="2524954"/>
                  </a:lnTo>
                  <a:lnTo>
                    <a:pt x="1195277" y="2499320"/>
                  </a:lnTo>
                  <a:lnTo>
                    <a:pt x="1193104" y="2488445"/>
                  </a:lnTo>
                  <a:lnTo>
                    <a:pt x="1190400" y="2484388"/>
                  </a:lnTo>
                  <a:close/>
                </a:path>
                <a:path w="1195705" h="2553335">
                  <a:moveTo>
                    <a:pt x="1167641" y="2471359"/>
                  </a:moveTo>
                  <a:lnTo>
                    <a:pt x="1123509" y="2479557"/>
                  </a:lnTo>
                  <a:lnTo>
                    <a:pt x="1115419" y="2499320"/>
                  </a:lnTo>
                  <a:lnTo>
                    <a:pt x="1115419" y="2506154"/>
                  </a:lnTo>
                  <a:lnTo>
                    <a:pt x="1128250" y="2506154"/>
                  </a:lnTo>
                  <a:lnTo>
                    <a:pt x="1128250" y="2491082"/>
                  </a:lnTo>
                  <a:lnTo>
                    <a:pt x="1134890" y="2484388"/>
                  </a:lnTo>
                  <a:lnTo>
                    <a:pt x="1190400" y="2484388"/>
                  </a:lnTo>
                  <a:lnTo>
                    <a:pt x="1187179" y="2479557"/>
                  </a:lnTo>
                  <a:lnTo>
                    <a:pt x="1178394" y="2473560"/>
                  </a:lnTo>
                  <a:lnTo>
                    <a:pt x="1167641" y="2471359"/>
                  </a:lnTo>
                  <a:close/>
                </a:path>
                <a:path w="1195705" h="2553335">
                  <a:moveTo>
                    <a:pt x="634786" y="2371931"/>
                  </a:moveTo>
                  <a:lnTo>
                    <a:pt x="621874" y="2371931"/>
                  </a:lnTo>
                  <a:lnTo>
                    <a:pt x="621875" y="2471359"/>
                  </a:lnTo>
                  <a:lnTo>
                    <a:pt x="634787" y="2471359"/>
                  </a:lnTo>
                  <a:lnTo>
                    <a:pt x="634786" y="2371931"/>
                  </a:lnTo>
                  <a:close/>
                </a:path>
                <a:path w="1195705" h="2553335">
                  <a:moveTo>
                    <a:pt x="1162346" y="318787"/>
                  </a:moveTo>
                  <a:lnTo>
                    <a:pt x="1149425" y="318787"/>
                  </a:lnTo>
                  <a:lnTo>
                    <a:pt x="1149426" y="2471359"/>
                  </a:lnTo>
                  <a:lnTo>
                    <a:pt x="1162347" y="2471359"/>
                  </a:lnTo>
                  <a:lnTo>
                    <a:pt x="1162346" y="318787"/>
                  </a:lnTo>
                  <a:close/>
                </a:path>
                <a:path w="1195705" h="2553335">
                  <a:moveTo>
                    <a:pt x="195142" y="1854251"/>
                  </a:moveTo>
                  <a:lnTo>
                    <a:pt x="182257" y="1854251"/>
                  </a:lnTo>
                  <a:lnTo>
                    <a:pt x="182370" y="1856946"/>
                  </a:lnTo>
                  <a:lnTo>
                    <a:pt x="210015" y="2312247"/>
                  </a:lnTo>
                  <a:lnTo>
                    <a:pt x="210064" y="2313063"/>
                  </a:lnTo>
                  <a:lnTo>
                    <a:pt x="228572" y="2354877"/>
                  </a:lnTo>
                  <a:lnTo>
                    <a:pt x="268756" y="2371931"/>
                  </a:lnTo>
                  <a:lnTo>
                    <a:pt x="730850" y="2371931"/>
                  </a:lnTo>
                  <a:lnTo>
                    <a:pt x="752414" y="2367606"/>
                  </a:lnTo>
                  <a:lnTo>
                    <a:pt x="765531" y="2358904"/>
                  </a:lnTo>
                  <a:lnTo>
                    <a:pt x="268756" y="2358903"/>
                  </a:lnTo>
                  <a:lnTo>
                    <a:pt x="251653" y="2355282"/>
                  </a:lnTo>
                  <a:lnTo>
                    <a:pt x="222940" y="2312247"/>
                  </a:lnTo>
                  <a:lnTo>
                    <a:pt x="195303" y="1856946"/>
                  </a:lnTo>
                  <a:lnTo>
                    <a:pt x="195187" y="1855032"/>
                  </a:lnTo>
                  <a:lnTo>
                    <a:pt x="195142" y="1854251"/>
                  </a:lnTo>
                  <a:close/>
                </a:path>
                <a:path w="1195705" h="2553335">
                  <a:moveTo>
                    <a:pt x="831220" y="1854252"/>
                  </a:moveTo>
                  <a:lnTo>
                    <a:pt x="818371" y="1854252"/>
                  </a:lnTo>
                  <a:lnTo>
                    <a:pt x="818247" y="1855821"/>
                  </a:lnTo>
                  <a:lnTo>
                    <a:pt x="776689" y="2312247"/>
                  </a:lnTo>
                  <a:lnTo>
                    <a:pt x="747653" y="2355477"/>
                  </a:lnTo>
                  <a:lnTo>
                    <a:pt x="730841" y="2358904"/>
                  </a:lnTo>
                  <a:lnTo>
                    <a:pt x="765531" y="2358904"/>
                  </a:lnTo>
                  <a:lnTo>
                    <a:pt x="770419" y="2355660"/>
                  </a:lnTo>
                  <a:lnTo>
                    <a:pt x="783274" y="2337639"/>
                  </a:lnTo>
                  <a:lnTo>
                    <a:pt x="789389" y="2315086"/>
                  </a:lnTo>
                  <a:lnTo>
                    <a:pt x="831104" y="1856946"/>
                  </a:lnTo>
                  <a:lnTo>
                    <a:pt x="831220" y="1854252"/>
                  </a:lnTo>
                  <a:close/>
                </a:path>
                <a:path w="1195705" h="2553335">
                  <a:moveTo>
                    <a:pt x="987823" y="516101"/>
                  </a:moveTo>
                  <a:lnTo>
                    <a:pt x="77471" y="516100"/>
                  </a:lnTo>
                  <a:lnTo>
                    <a:pt x="22691" y="539097"/>
                  </a:lnTo>
                  <a:lnTo>
                    <a:pt x="0" y="594481"/>
                  </a:lnTo>
                  <a:lnTo>
                    <a:pt x="0" y="1775924"/>
                  </a:lnTo>
                  <a:lnTo>
                    <a:pt x="22715" y="1831285"/>
                  </a:lnTo>
                  <a:lnTo>
                    <a:pt x="77472" y="1854251"/>
                  </a:lnTo>
                  <a:lnTo>
                    <a:pt x="987824" y="1854252"/>
                  </a:lnTo>
                  <a:lnTo>
                    <a:pt x="1017942" y="1848087"/>
                  </a:lnTo>
                  <a:lnTo>
                    <a:pt x="1028023" y="1841206"/>
                  </a:lnTo>
                  <a:lnTo>
                    <a:pt x="77472" y="1841206"/>
                  </a:lnTo>
                  <a:lnTo>
                    <a:pt x="52386" y="1836068"/>
                  </a:lnTo>
                  <a:lnTo>
                    <a:pt x="31844" y="1822064"/>
                  </a:lnTo>
                  <a:lnTo>
                    <a:pt x="17986" y="1801311"/>
                  </a:lnTo>
                  <a:lnTo>
                    <a:pt x="12900" y="1775924"/>
                  </a:lnTo>
                  <a:lnTo>
                    <a:pt x="12897" y="594481"/>
                  </a:lnTo>
                  <a:lnTo>
                    <a:pt x="17979" y="569081"/>
                  </a:lnTo>
                  <a:lnTo>
                    <a:pt x="31831" y="548317"/>
                  </a:lnTo>
                  <a:lnTo>
                    <a:pt x="52359" y="534305"/>
                  </a:lnTo>
                  <a:lnTo>
                    <a:pt x="77471" y="529164"/>
                  </a:lnTo>
                  <a:lnTo>
                    <a:pt x="1028022" y="529164"/>
                  </a:lnTo>
                  <a:lnTo>
                    <a:pt x="1017941" y="522275"/>
                  </a:lnTo>
                  <a:lnTo>
                    <a:pt x="987823" y="516101"/>
                  </a:lnTo>
                  <a:close/>
                </a:path>
                <a:path w="1195705" h="2553335">
                  <a:moveTo>
                    <a:pt x="1028022" y="529164"/>
                  </a:moveTo>
                  <a:lnTo>
                    <a:pt x="987823" y="529164"/>
                  </a:lnTo>
                  <a:lnTo>
                    <a:pt x="1012946" y="534305"/>
                  </a:lnTo>
                  <a:lnTo>
                    <a:pt x="1033484" y="548317"/>
                  </a:lnTo>
                  <a:lnTo>
                    <a:pt x="1047343" y="569082"/>
                  </a:lnTo>
                  <a:lnTo>
                    <a:pt x="1052428" y="594482"/>
                  </a:lnTo>
                  <a:lnTo>
                    <a:pt x="1052429" y="1775925"/>
                  </a:lnTo>
                  <a:lnTo>
                    <a:pt x="1047343" y="1801312"/>
                  </a:lnTo>
                  <a:lnTo>
                    <a:pt x="1033485" y="1822065"/>
                  </a:lnTo>
                  <a:lnTo>
                    <a:pt x="1012947" y="1836068"/>
                  </a:lnTo>
                  <a:lnTo>
                    <a:pt x="987824" y="1841206"/>
                  </a:lnTo>
                  <a:lnTo>
                    <a:pt x="1028023" y="1841206"/>
                  </a:lnTo>
                  <a:lnTo>
                    <a:pt x="1042558" y="1831285"/>
                  </a:lnTo>
                  <a:lnTo>
                    <a:pt x="1059167" y="1806385"/>
                  </a:lnTo>
                  <a:lnTo>
                    <a:pt x="1065260" y="1775925"/>
                  </a:lnTo>
                  <a:lnTo>
                    <a:pt x="1065259" y="594482"/>
                  </a:lnTo>
                  <a:lnTo>
                    <a:pt x="1059166" y="564017"/>
                  </a:lnTo>
                  <a:lnTo>
                    <a:pt x="1042558" y="539098"/>
                  </a:lnTo>
                  <a:lnTo>
                    <a:pt x="1028022" y="529164"/>
                  </a:lnTo>
                  <a:close/>
                </a:path>
                <a:path w="1195705" h="2553335">
                  <a:moveTo>
                    <a:pt x="900248" y="623784"/>
                  </a:moveTo>
                  <a:lnTo>
                    <a:pt x="165002" y="623784"/>
                  </a:lnTo>
                  <a:lnTo>
                    <a:pt x="108365" y="647552"/>
                  </a:lnTo>
                  <a:lnTo>
                    <a:pt x="84865" y="704796"/>
                  </a:lnTo>
                  <a:lnTo>
                    <a:pt x="84866" y="1665529"/>
                  </a:lnTo>
                  <a:lnTo>
                    <a:pt x="108366" y="1722781"/>
                  </a:lnTo>
                  <a:lnTo>
                    <a:pt x="165002" y="1746532"/>
                  </a:lnTo>
                  <a:lnTo>
                    <a:pt x="900249" y="1746532"/>
                  </a:lnTo>
                  <a:lnTo>
                    <a:pt x="931431" y="1740157"/>
                  </a:lnTo>
                  <a:lnTo>
                    <a:pt x="956901" y="1722782"/>
                  </a:lnTo>
                  <a:lnTo>
                    <a:pt x="974077" y="1697031"/>
                  </a:lnTo>
                  <a:lnTo>
                    <a:pt x="980376" y="1665529"/>
                  </a:lnTo>
                  <a:lnTo>
                    <a:pt x="980376" y="704796"/>
                  </a:lnTo>
                  <a:lnTo>
                    <a:pt x="974077" y="673308"/>
                  </a:lnTo>
                  <a:lnTo>
                    <a:pt x="956901" y="647552"/>
                  </a:lnTo>
                  <a:lnTo>
                    <a:pt x="931430" y="630166"/>
                  </a:lnTo>
                  <a:lnTo>
                    <a:pt x="900248" y="623784"/>
                  </a:lnTo>
                  <a:close/>
                </a:path>
                <a:path w="1195705" h="2553335">
                  <a:moveTo>
                    <a:pt x="744811" y="0"/>
                  </a:moveTo>
                  <a:lnTo>
                    <a:pt x="268773" y="0"/>
                  </a:lnTo>
                  <a:lnTo>
                    <a:pt x="228582" y="17055"/>
                  </a:lnTo>
                  <a:lnTo>
                    <a:pt x="210081" y="58876"/>
                  </a:lnTo>
                  <a:lnTo>
                    <a:pt x="182568" y="514649"/>
                  </a:lnTo>
                  <a:lnTo>
                    <a:pt x="182481" y="516100"/>
                  </a:lnTo>
                  <a:lnTo>
                    <a:pt x="195402" y="516100"/>
                  </a:lnTo>
                  <a:lnTo>
                    <a:pt x="222957" y="59693"/>
                  </a:lnTo>
                  <a:lnTo>
                    <a:pt x="227390" y="41332"/>
                  </a:lnTo>
                  <a:lnTo>
                    <a:pt x="237412" y="26501"/>
                  </a:lnTo>
                  <a:lnTo>
                    <a:pt x="251661" y="16585"/>
                  </a:lnTo>
                  <a:lnTo>
                    <a:pt x="268773" y="12972"/>
                  </a:lnTo>
                  <a:lnTo>
                    <a:pt x="779031" y="12973"/>
                  </a:lnTo>
                  <a:lnTo>
                    <a:pt x="766737" y="4556"/>
                  </a:lnTo>
                  <a:lnTo>
                    <a:pt x="744811" y="0"/>
                  </a:lnTo>
                  <a:close/>
                </a:path>
                <a:path w="1195705" h="2553335">
                  <a:moveTo>
                    <a:pt x="779031" y="12973"/>
                  </a:moveTo>
                  <a:lnTo>
                    <a:pt x="744820" y="12973"/>
                  </a:lnTo>
                  <a:lnTo>
                    <a:pt x="761929" y="16586"/>
                  </a:lnTo>
                  <a:lnTo>
                    <a:pt x="776183" y="26501"/>
                  </a:lnTo>
                  <a:lnTo>
                    <a:pt x="818339" y="514649"/>
                  </a:lnTo>
                  <a:lnTo>
                    <a:pt x="818415" y="516100"/>
                  </a:lnTo>
                  <a:lnTo>
                    <a:pt x="831300" y="516100"/>
                  </a:lnTo>
                  <a:lnTo>
                    <a:pt x="831256" y="514649"/>
                  </a:lnTo>
                  <a:lnTo>
                    <a:pt x="817222" y="283950"/>
                  </a:lnTo>
                  <a:lnTo>
                    <a:pt x="1128249" y="283951"/>
                  </a:lnTo>
                  <a:lnTo>
                    <a:pt x="1128249" y="270978"/>
                  </a:lnTo>
                  <a:lnTo>
                    <a:pt x="816414" y="270978"/>
                  </a:lnTo>
                  <a:lnTo>
                    <a:pt x="803552" y="59693"/>
                  </a:lnTo>
                  <a:lnTo>
                    <a:pt x="803502" y="58876"/>
                  </a:lnTo>
                  <a:lnTo>
                    <a:pt x="797833" y="35746"/>
                  </a:lnTo>
                  <a:lnTo>
                    <a:pt x="784994" y="17055"/>
                  </a:lnTo>
                  <a:lnTo>
                    <a:pt x="779031" y="12973"/>
                  </a:lnTo>
                  <a:close/>
                </a:path>
                <a:path w="1195705" h="2553335">
                  <a:moveTo>
                    <a:pt x="1128249" y="283951"/>
                  </a:moveTo>
                  <a:lnTo>
                    <a:pt x="1115417" y="283951"/>
                  </a:lnTo>
                  <a:lnTo>
                    <a:pt x="1115417" y="290845"/>
                  </a:lnTo>
                  <a:lnTo>
                    <a:pt x="1117590" y="301717"/>
                  </a:lnTo>
                  <a:lnTo>
                    <a:pt x="1123515" y="310599"/>
                  </a:lnTo>
                  <a:lnTo>
                    <a:pt x="1132300" y="316590"/>
                  </a:lnTo>
                  <a:lnTo>
                    <a:pt x="1143054" y="318787"/>
                  </a:lnTo>
                  <a:lnTo>
                    <a:pt x="1167640" y="318787"/>
                  </a:lnTo>
                  <a:lnTo>
                    <a:pt x="1178393" y="316590"/>
                  </a:lnTo>
                  <a:lnTo>
                    <a:pt x="1187178" y="310599"/>
                  </a:lnTo>
                  <a:lnTo>
                    <a:pt x="1190431" y="305723"/>
                  </a:lnTo>
                  <a:lnTo>
                    <a:pt x="1134889" y="305723"/>
                  </a:lnTo>
                  <a:lnTo>
                    <a:pt x="1128249" y="299010"/>
                  </a:lnTo>
                  <a:lnTo>
                    <a:pt x="1128249" y="283951"/>
                  </a:lnTo>
                  <a:close/>
                </a:path>
                <a:path w="1195705" h="2553335">
                  <a:moveTo>
                    <a:pt x="1190370" y="250203"/>
                  </a:moveTo>
                  <a:lnTo>
                    <a:pt x="1175805" y="250203"/>
                  </a:lnTo>
                  <a:lnTo>
                    <a:pt x="1182445" y="256916"/>
                  </a:lnTo>
                  <a:lnTo>
                    <a:pt x="1182445" y="299010"/>
                  </a:lnTo>
                  <a:lnTo>
                    <a:pt x="1175805" y="305723"/>
                  </a:lnTo>
                  <a:lnTo>
                    <a:pt x="1190431" y="305723"/>
                  </a:lnTo>
                  <a:lnTo>
                    <a:pt x="1193103" y="301717"/>
                  </a:lnTo>
                  <a:lnTo>
                    <a:pt x="1195276" y="290845"/>
                  </a:lnTo>
                  <a:lnTo>
                    <a:pt x="1195276" y="265172"/>
                  </a:lnTo>
                  <a:lnTo>
                    <a:pt x="1193103" y="254300"/>
                  </a:lnTo>
                  <a:lnTo>
                    <a:pt x="1190370" y="250203"/>
                  </a:lnTo>
                  <a:close/>
                </a:path>
                <a:path w="1195705" h="2553335">
                  <a:moveTo>
                    <a:pt x="1167639" y="237230"/>
                  </a:moveTo>
                  <a:lnTo>
                    <a:pt x="1123515" y="245418"/>
                  </a:lnTo>
                  <a:lnTo>
                    <a:pt x="1115417" y="265172"/>
                  </a:lnTo>
                  <a:lnTo>
                    <a:pt x="1115417" y="270978"/>
                  </a:lnTo>
                  <a:lnTo>
                    <a:pt x="1128249" y="270978"/>
                  </a:lnTo>
                  <a:lnTo>
                    <a:pt x="1128249" y="256916"/>
                  </a:lnTo>
                  <a:lnTo>
                    <a:pt x="1134888" y="250203"/>
                  </a:lnTo>
                  <a:lnTo>
                    <a:pt x="1190370" y="250203"/>
                  </a:lnTo>
                  <a:lnTo>
                    <a:pt x="1187178" y="245418"/>
                  </a:lnTo>
                  <a:lnTo>
                    <a:pt x="1178393" y="239427"/>
                  </a:lnTo>
                  <a:lnTo>
                    <a:pt x="1167639" y="237230"/>
                  </a:lnTo>
                  <a:close/>
                </a:path>
              </a:pathLst>
            </a:custGeom>
            <a:solidFill>
              <a:srgbClr val="04040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6009110" y="2342956"/>
              <a:ext cx="346710" cy="295910"/>
            </a:xfrm>
            <a:custGeom>
              <a:avLst/>
              <a:gdLst/>
              <a:ahLst/>
              <a:cxnLst/>
              <a:rect l="l" t="t" r="r" b="b"/>
              <a:pathLst>
                <a:path w="346709" h="295910">
                  <a:moveTo>
                    <a:pt x="126508" y="0"/>
                  </a:moveTo>
                  <a:lnTo>
                    <a:pt x="2386" y="235688"/>
                  </a:lnTo>
                  <a:lnTo>
                    <a:pt x="26" y="240223"/>
                  </a:lnTo>
                  <a:lnTo>
                    <a:pt x="0" y="245576"/>
                  </a:lnTo>
                  <a:lnTo>
                    <a:pt x="2359" y="250112"/>
                  </a:lnTo>
                  <a:lnTo>
                    <a:pt x="4701" y="254557"/>
                  </a:lnTo>
                  <a:lnTo>
                    <a:pt x="9089" y="257551"/>
                  </a:lnTo>
                  <a:lnTo>
                    <a:pt x="14060" y="258186"/>
                  </a:lnTo>
                  <a:lnTo>
                    <a:pt x="343984" y="295381"/>
                  </a:lnTo>
                  <a:lnTo>
                    <a:pt x="346191" y="275423"/>
                  </a:lnTo>
                  <a:lnTo>
                    <a:pt x="23105" y="239044"/>
                  </a:lnTo>
                  <a:lnTo>
                    <a:pt x="143996" y="9434"/>
                  </a:lnTo>
                  <a:lnTo>
                    <a:pt x="126508" y="0"/>
                  </a:lnTo>
                  <a:close/>
                </a:path>
              </a:pathLst>
            </a:custGeom>
            <a:solidFill>
              <a:srgbClr val="E7514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" name="object 3"/>
          <p:cNvSpPr/>
          <p:nvPr/>
        </p:nvSpPr>
        <p:spPr>
          <a:xfrm>
            <a:off x="0" y="6705598"/>
            <a:ext cx="5495290" cy="3581400"/>
          </a:xfrm>
          <a:custGeom>
            <a:avLst/>
            <a:gdLst/>
            <a:ahLst/>
            <a:cxnLst/>
            <a:rect l="l" t="t" r="r" b="b"/>
            <a:pathLst>
              <a:path w="5495290" h="3581400">
                <a:moveTo>
                  <a:pt x="3016500" y="25399"/>
                </a:moveTo>
                <a:lnTo>
                  <a:pt x="2047210" y="25399"/>
                </a:lnTo>
                <a:lnTo>
                  <a:pt x="1996176" y="38099"/>
                </a:lnTo>
                <a:lnTo>
                  <a:pt x="1945194" y="38099"/>
                </a:lnTo>
                <a:lnTo>
                  <a:pt x="1792569" y="76199"/>
                </a:lnTo>
                <a:lnTo>
                  <a:pt x="1742056" y="76199"/>
                </a:lnTo>
                <a:lnTo>
                  <a:pt x="1493193" y="139699"/>
                </a:lnTo>
                <a:lnTo>
                  <a:pt x="1444146" y="165099"/>
                </a:lnTo>
                <a:lnTo>
                  <a:pt x="1298416" y="203199"/>
                </a:lnTo>
                <a:lnTo>
                  <a:pt x="1250302" y="228599"/>
                </a:lnTo>
                <a:lnTo>
                  <a:pt x="1154758" y="253999"/>
                </a:lnTo>
                <a:lnTo>
                  <a:pt x="1107323" y="279399"/>
                </a:lnTo>
                <a:lnTo>
                  <a:pt x="1060109" y="292099"/>
                </a:lnTo>
                <a:lnTo>
                  <a:pt x="1013115" y="317499"/>
                </a:lnTo>
                <a:lnTo>
                  <a:pt x="966339" y="330199"/>
                </a:lnTo>
                <a:lnTo>
                  <a:pt x="873429" y="380999"/>
                </a:lnTo>
                <a:lnTo>
                  <a:pt x="827292" y="393699"/>
                </a:lnTo>
                <a:lnTo>
                  <a:pt x="510057" y="571499"/>
                </a:lnTo>
                <a:lnTo>
                  <a:pt x="385720" y="647699"/>
                </a:lnTo>
                <a:lnTo>
                  <a:pt x="343431" y="660399"/>
                </a:lnTo>
                <a:lnTo>
                  <a:pt x="299761" y="685799"/>
                </a:lnTo>
                <a:lnTo>
                  <a:pt x="254136" y="711199"/>
                </a:lnTo>
                <a:lnTo>
                  <a:pt x="156534" y="736599"/>
                </a:lnTo>
                <a:lnTo>
                  <a:pt x="108244" y="761999"/>
                </a:lnTo>
                <a:lnTo>
                  <a:pt x="60291" y="774699"/>
                </a:lnTo>
                <a:lnTo>
                  <a:pt x="12673" y="800099"/>
                </a:lnTo>
                <a:lnTo>
                  <a:pt x="0" y="812799"/>
                </a:lnTo>
                <a:lnTo>
                  <a:pt x="0" y="3581399"/>
                </a:lnTo>
                <a:lnTo>
                  <a:pt x="5330639" y="3581399"/>
                </a:lnTo>
                <a:lnTo>
                  <a:pt x="5324751" y="3543299"/>
                </a:lnTo>
                <a:lnTo>
                  <a:pt x="5317151" y="3492499"/>
                </a:lnTo>
                <a:lnTo>
                  <a:pt x="5308733" y="3454399"/>
                </a:lnTo>
                <a:lnTo>
                  <a:pt x="5299520" y="3403599"/>
                </a:lnTo>
                <a:lnTo>
                  <a:pt x="5289541" y="3352799"/>
                </a:lnTo>
                <a:lnTo>
                  <a:pt x="5278820" y="3301999"/>
                </a:lnTo>
                <a:lnTo>
                  <a:pt x="5267384" y="3263899"/>
                </a:lnTo>
                <a:lnTo>
                  <a:pt x="5255259" y="3213099"/>
                </a:lnTo>
                <a:lnTo>
                  <a:pt x="5242472" y="3162299"/>
                </a:lnTo>
                <a:lnTo>
                  <a:pt x="5229048" y="3111499"/>
                </a:lnTo>
                <a:lnTo>
                  <a:pt x="5215055" y="3073399"/>
                </a:lnTo>
                <a:lnTo>
                  <a:pt x="5200469" y="3022599"/>
                </a:lnTo>
                <a:lnTo>
                  <a:pt x="5185277" y="2971799"/>
                </a:lnTo>
                <a:lnTo>
                  <a:pt x="5169467" y="2933699"/>
                </a:lnTo>
                <a:lnTo>
                  <a:pt x="5153023" y="2882899"/>
                </a:lnTo>
                <a:lnTo>
                  <a:pt x="5135933" y="2832099"/>
                </a:lnTo>
                <a:lnTo>
                  <a:pt x="5118182" y="2793999"/>
                </a:lnTo>
                <a:lnTo>
                  <a:pt x="5099757" y="2743199"/>
                </a:lnTo>
                <a:lnTo>
                  <a:pt x="5080645" y="2705099"/>
                </a:lnTo>
                <a:lnTo>
                  <a:pt x="5060831" y="2654299"/>
                </a:lnTo>
                <a:lnTo>
                  <a:pt x="5040302" y="2616199"/>
                </a:lnTo>
                <a:lnTo>
                  <a:pt x="5019045" y="2565399"/>
                </a:lnTo>
                <a:lnTo>
                  <a:pt x="4997045" y="2527299"/>
                </a:lnTo>
                <a:lnTo>
                  <a:pt x="4974290" y="2476499"/>
                </a:lnTo>
                <a:lnTo>
                  <a:pt x="4949891" y="2438399"/>
                </a:lnTo>
                <a:lnTo>
                  <a:pt x="4924982" y="2387599"/>
                </a:lnTo>
                <a:lnTo>
                  <a:pt x="4899554" y="2349499"/>
                </a:lnTo>
                <a:lnTo>
                  <a:pt x="4873597" y="2298699"/>
                </a:lnTo>
                <a:lnTo>
                  <a:pt x="4847104" y="2260599"/>
                </a:lnTo>
                <a:lnTo>
                  <a:pt x="4820066" y="2209799"/>
                </a:lnTo>
                <a:lnTo>
                  <a:pt x="4792475" y="2171699"/>
                </a:lnTo>
                <a:lnTo>
                  <a:pt x="4764322" y="2120899"/>
                </a:lnTo>
                <a:lnTo>
                  <a:pt x="4735598" y="2082799"/>
                </a:lnTo>
                <a:lnTo>
                  <a:pt x="4706295" y="2044699"/>
                </a:lnTo>
                <a:lnTo>
                  <a:pt x="4676405" y="2006599"/>
                </a:lnTo>
                <a:lnTo>
                  <a:pt x="4645918" y="1955799"/>
                </a:lnTo>
                <a:lnTo>
                  <a:pt x="4614827" y="1917699"/>
                </a:lnTo>
                <a:lnTo>
                  <a:pt x="4583123" y="1879599"/>
                </a:lnTo>
                <a:lnTo>
                  <a:pt x="4550797" y="1841499"/>
                </a:lnTo>
                <a:lnTo>
                  <a:pt x="4517841" y="1803399"/>
                </a:lnTo>
                <a:lnTo>
                  <a:pt x="4484246" y="1765299"/>
                </a:lnTo>
                <a:lnTo>
                  <a:pt x="4451265" y="1727199"/>
                </a:lnTo>
                <a:lnTo>
                  <a:pt x="4417854" y="1689099"/>
                </a:lnTo>
                <a:lnTo>
                  <a:pt x="4384013" y="1650999"/>
                </a:lnTo>
                <a:lnTo>
                  <a:pt x="4349743" y="1612899"/>
                </a:lnTo>
                <a:lnTo>
                  <a:pt x="4315043" y="1574799"/>
                </a:lnTo>
                <a:lnTo>
                  <a:pt x="4279913" y="1549399"/>
                </a:lnTo>
                <a:lnTo>
                  <a:pt x="4244352" y="1511299"/>
                </a:lnTo>
                <a:lnTo>
                  <a:pt x="4208360" y="1473199"/>
                </a:lnTo>
                <a:lnTo>
                  <a:pt x="4171937" y="1447799"/>
                </a:lnTo>
                <a:lnTo>
                  <a:pt x="4135082" y="1409699"/>
                </a:lnTo>
                <a:lnTo>
                  <a:pt x="4097796" y="1384299"/>
                </a:lnTo>
                <a:lnTo>
                  <a:pt x="4060077" y="1346199"/>
                </a:lnTo>
                <a:lnTo>
                  <a:pt x="4021925" y="1320799"/>
                </a:lnTo>
                <a:lnTo>
                  <a:pt x="3983341" y="1282699"/>
                </a:lnTo>
                <a:lnTo>
                  <a:pt x="3944323" y="1257299"/>
                </a:lnTo>
                <a:lnTo>
                  <a:pt x="3904872" y="1219199"/>
                </a:lnTo>
                <a:lnTo>
                  <a:pt x="3824668" y="1168399"/>
                </a:lnTo>
                <a:lnTo>
                  <a:pt x="3783915" y="1142999"/>
                </a:lnTo>
                <a:lnTo>
                  <a:pt x="3741499" y="1104899"/>
                </a:lnTo>
                <a:lnTo>
                  <a:pt x="3568646" y="1003299"/>
                </a:lnTo>
                <a:lnTo>
                  <a:pt x="3345440" y="876299"/>
                </a:lnTo>
                <a:lnTo>
                  <a:pt x="3299851" y="863599"/>
                </a:lnTo>
                <a:lnTo>
                  <a:pt x="3161202" y="787399"/>
                </a:lnTo>
                <a:lnTo>
                  <a:pt x="3114359" y="774699"/>
                </a:lnTo>
                <a:lnTo>
                  <a:pt x="3067204" y="749299"/>
                </a:lnTo>
                <a:lnTo>
                  <a:pt x="3019737" y="736599"/>
                </a:lnTo>
                <a:lnTo>
                  <a:pt x="2971958" y="711199"/>
                </a:lnTo>
                <a:lnTo>
                  <a:pt x="2876427" y="685799"/>
                </a:lnTo>
                <a:lnTo>
                  <a:pt x="2828828" y="660399"/>
                </a:lnTo>
                <a:lnTo>
                  <a:pt x="2393444" y="546099"/>
                </a:lnTo>
                <a:lnTo>
                  <a:pt x="759584" y="546099"/>
                </a:lnTo>
                <a:lnTo>
                  <a:pt x="850229" y="495299"/>
                </a:lnTo>
                <a:lnTo>
                  <a:pt x="895825" y="482599"/>
                </a:lnTo>
                <a:lnTo>
                  <a:pt x="987572" y="431799"/>
                </a:lnTo>
                <a:lnTo>
                  <a:pt x="1033727" y="419099"/>
                </a:lnTo>
                <a:lnTo>
                  <a:pt x="1080070" y="393699"/>
                </a:lnTo>
                <a:lnTo>
                  <a:pt x="1126604" y="380999"/>
                </a:lnTo>
                <a:lnTo>
                  <a:pt x="1173329" y="355599"/>
                </a:lnTo>
                <a:lnTo>
                  <a:pt x="1220249" y="342899"/>
                </a:lnTo>
                <a:lnTo>
                  <a:pt x="1267363" y="317499"/>
                </a:lnTo>
                <a:lnTo>
                  <a:pt x="1409892" y="279399"/>
                </a:lnTo>
                <a:lnTo>
                  <a:pt x="1457801" y="253999"/>
                </a:lnTo>
                <a:lnTo>
                  <a:pt x="1798925" y="165099"/>
                </a:lnTo>
                <a:lnTo>
                  <a:pt x="1848497" y="165099"/>
                </a:lnTo>
                <a:lnTo>
                  <a:pt x="1948287" y="139699"/>
                </a:lnTo>
                <a:lnTo>
                  <a:pt x="1998344" y="139699"/>
                </a:lnTo>
                <a:lnTo>
                  <a:pt x="2048443" y="126999"/>
                </a:lnTo>
                <a:lnTo>
                  <a:pt x="2098580" y="126999"/>
                </a:lnTo>
                <a:lnTo>
                  <a:pt x="2148755" y="114299"/>
                </a:lnTo>
                <a:lnTo>
                  <a:pt x="2198966" y="114299"/>
                </a:lnTo>
                <a:lnTo>
                  <a:pt x="2249211" y="101599"/>
                </a:lnTo>
                <a:lnTo>
                  <a:pt x="2400135" y="101599"/>
                </a:lnTo>
                <a:lnTo>
                  <a:pt x="2450500" y="88899"/>
                </a:lnTo>
                <a:lnTo>
                  <a:pt x="3311882" y="88899"/>
                </a:lnTo>
                <a:lnTo>
                  <a:pt x="3165006" y="50799"/>
                </a:lnTo>
                <a:lnTo>
                  <a:pt x="3115682" y="50799"/>
                </a:lnTo>
                <a:lnTo>
                  <a:pt x="3016500" y="25399"/>
                </a:lnTo>
                <a:close/>
              </a:path>
              <a:path w="5495290" h="3581400">
                <a:moveTo>
                  <a:pt x="3311882" y="88899"/>
                </a:moveTo>
                <a:lnTo>
                  <a:pt x="2601744" y="88899"/>
                </a:lnTo>
                <a:lnTo>
                  <a:pt x="2652203" y="101599"/>
                </a:lnTo>
                <a:lnTo>
                  <a:pt x="2803849" y="101599"/>
                </a:lnTo>
                <a:lnTo>
                  <a:pt x="2854178" y="114299"/>
                </a:lnTo>
                <a:lnTo>
                  <a:pt x="2904335" y="114299"/>
                </a:lnTo>
                <a:lnTo>
                  <a:pt x="2954317" y="126999"/>
                </a:lnTo>
                <a:lnTo>
                  <a:pt x="3004122" y="126999"/>
                </a:lnTo>
                <a:lnTo>
                  <a:pt x="3053749" y="139699"/>
                </a:lnTo>
                <a:lnTo>
                  <a:pt x="3103194" y="139699"/>
                </a:lnTo>
                <a:lnTo>
                  <a:pt x="3539745" y="253999"/>
                </a:lnTo>
                <a:lnTo>
                  <a:pt x="3587274" y="279399"/>
                </a:lnTo>
                <a:lnTo>
                  <a:pt x="3634600" y="292099"/>
                </a:lnTo>
                <a:lnTo>
                  <a:pt x="3681721" y="317499"/>
                </a:lnTo>
                <a:lnTo>
                  <a:pt x="3728635" y="330199"/>
                </a:lnTo>
                <a:lnTo>
                  <a:pt x="3775341" y="355599"/>
                </a:lnTo>
                <a:lnTo>
                  <a:pt x="3821842" y="368299"/>
                </a:lnTo>
                <a:lnTo>
                  <a:pt x="3867789" y="393699"/>
                </a:lnTo>
                <a:lnTo>
                  <a:pt x="3958015" y="444499"/>
                </a:lnTo>
                <a:lnTo>
                  <a:pt x="4046011" y="495299"/>
                </a:lnTo>
                <a:lnTo>
                  <a:pt x="4131770" y="546099"/>
                </a:lnTo>
                <a:lnTo>
                  <a:pt x="4215286" y="596899"/>
                </a:lnTo>
                <a:lnTo>
                  <a:pt x="4256201" y="634999"/>
                </a:lnTo>
                <a:lnTo>
                  <a:pt x="4336339" y="685799"/>
                </a:lnTo>
                <a:lnTo>
                  <a:pt x="4375560" y="723899"/>
                </a:lnTo>
                <a:lnTo>
                  <a:pt x="4414216" y="749299"/>
                </a:lnTo>
                <a:lnTo>
                  <a:pt x="4452305" y="787399"/>
                </a:lnTo>
                <a:lnTo>
                  <a:pt x="4489826" y="825499"/>
                </a:lnTo>
                <a:lnTo>
                  <a:pt x="4526778" y="850899"/>
                </a:lnTo>
                <a:lnTo>
                  <a:pt x="4563161" y="888999"/>
                </a:lnTo>
                <a:lnTo>
                  <a:pt x="4598974" y="927099"/>
                </a:lnTo>
                <a:lnTo>
                  <a:pt x="4634215" y="965199"/>
                </a:lnTo>
                <a:lnTo>
                  <a:pt x="4668885" y="1003299"/>
                </a:lnTo>
                <a:lnTo>
                  <a:pt x="4703037" y="1041399"/>
                </a:lnTo>
                <a:lnTo>
                  <a:pt x="4736333" y="1079499"/>
                </a:lnTo>
                <a:lnTo>
                  <a:pt x="4768777" y="1117599"/>
                </a:lnTo>
                <a:lnTo>
                  <a:pt x="4800371" y="1155699"/>
                </a:lnTo>
                <a:lnTo>
                  <a:pt x="4831119" y="1193799"/>
                </a:lnTo>
                <a:lnTo>
                  <a:pt x="4861026" y="1231899"/>
                </a:lnTo>
                <a:lnTo>
                  <a:pt x="4890094" y="1282699"/>
                </a:lnTo>
                <a:lnTo>
                  <a:pt x="4918327" y="1320799"/>
                </a:lnTo>
                <a:lnTo>
                  <a:pt x="4945730" y="1358899"/>
                </a:lnTo>
                <a:lnTo>
                  <a:pt x="4972305" y="1409699"/>
                </a:lnTo>
                <a:lnTo>
                  <a:pt x="4998056" y="1447799"/>
                </a:lnTo>
                <a:lnTo>
                  <a:pt x="5022986" y="1485899"/>
                </a:lnTo>
                <a:lnTo>
                  <a:pt x="5047101" y="1536699"/>
                </a:lnTo>
                <a:lnTo>
                  <a:pt x="5070402" y="1574799"/>
                </a:lnTo>
                <a:lnTo>
                  <a:pt x="5092894" y="1625599"/>
                </a:lnTo>
                <a:lnTo>
                  <a:pt x="5114580" y="1663699"/>
                </a:lnTo>
                <a:lnTo>
                  <a:pt x="5135465" y="1714499"/>
                </a:lnTo>
                <a:lnTo>
                  <a:pt x="5155551" y="1765299"/>
                </a:lnTo>
                <a:lnTo>
                  <a:pt x="5174842" y="1803399"/>
                </a:lnTo>
                <a:lnTo>
                  <a:pt x="5193341" y="1854199"/>
                </a:lnTo>
                <a:lnTo>
                  <a:pt x="5211054" y="1904999"/>
                </a:lnTo>
                <a:lnTo>
                  <a:pt x="5227982" y="1943099"/>
                </a:lnTo>
                <a:lnTo>
                  <a:pt x="5244130" y="1993899"/>
                </a:lnTo>
                <a:lnTo>
                  <a:pt x="5259501" y="2044699"/>
                </a:lnTo>
                <a:lnTo>
                  <a:pt x="5274100" y="2095499"/>
                </a:lnTo>
                <a:lnTo>
                  <a:pt x="5288095" y="2146299"/>
                </a:lnTo>
                <a:lnTo>
                  <a:pt x="5301236" y="2197099"/>
                </a:lnTo>
                <a:lnTo>
                  <a:pt x="5313523" y="2247899"/>
                </a:lnTo>
                <a:lnTo>
                  <a:pt x="5324952" y="2298699"/>
                </a:lnTo>
                <a:lnTo>
                  <a:pt x="5335521" y="2349499"/>
                </a:lnTo>
                <a:lnTo>
                  <a:pt x="5345230" y="2400299"/>
                </a:lnTo>
                <a:lnTo>
                  <a:pt x="5354075" y="2451099"/>
                </a:lnTo>
                <a:lnTo>
                  <a:pt x="5362055" y="2501899"/>
                </a:lnTo>
                <a:lnTo>
                  <a:pt x="5369168" y="2552699"/>
                </a:lnTo>
                <a:lnTo>
                  <a:pt x="5375412" y="2603499"/>
                </a:lnTo>
                <a:lnTo>
                  <a:pt x="5380785" y="2654299"/>
                </a:lnTo>
                <a:lnTo>
                  <a:pt x="5385284" y="2705099"/>
                </a:lnTo>
                <a:lnTo>
                  <a:pt x="5388908" y="2755899"/>
                </a:lnTo>
                <a:lnTo>
                  <a:pt x="5391794" y="2806699"/>
                </a:lnTo>
                <a:lnTo>
                  <a:pt x="5394064" y="2857499"/>
                </a:lnTo>
                <a:lnTo>
                  <a:pt x="5395698" y="2908299"/>
                </a:lnTo>
                <a:lnTo>
                  <a:pt x="5396673" y="2959099"/>
                </a:lnTo>
                <a:lnTo>
                  <a:pt x="5396762" y="3035299"/>
                </a:lnTo>
                <a:lnTo>
                  <a:pt x="5396558" y="3060699"/>
                </a:lnTo>
                <a:lnTo>
                  <a:pt x="5395425" y="3111499"/>
                </a:lnTo>
                <a:lnTo>
                  <a:pt x="5393546" y="3149599"/>
                </a:lnTo>
                <a:lnTo>
                  <a:pt x="5390900" y="3200399"/>
                </a:lnTo>
                <a:lnTo>
                  <a:pt x="5387463" y="3251199"/>
                </a:lnTo>
                <a:lnTo>
                  <a:pt x="5383214" y="3301999"/>
                </a:lnTo>
                <a:lnTo>
                  <a:pt x="5378133" y="3352799"/>
                </a:lnTo>
                <a:lnTo>
                  <a:pt x="5372196" y="3403599"/>
                </a:lnTo>
                <a:lnTo>
                  <a:pt x="5365962" y="3454399"/>
                </a:lnTo>
                <a:lnTo>
                  <a:pt x="5359389" y="3505199"/>
                </a:lnTo>
                <a:lnTo>
                  <a:pt x="5352679" y="3555999"/>
                </a:lnTo>
                <a:lnTo>
                  <a:pt x="5347930" y="3581399"/>
                </a:lnTo>
                <a:lnTo>
                  <a:pt x="5448423" y="3581399"/>
                </a:lnTo>
                <a:lnTo>
                  <a:pt x="5456076" y="3543299"/>
                </a:lnTo>
                <a:lnTo>
                  <a:pt x="5463178" y="3492499"/>
                </a:lnTo>
                <a:lnTo>
                  <a:pt x="5469603" y="3441699"/>
                </a:lnTo>
                <a:lnTo>
                  <a:pt x="5475328" y="3390899"/>
                </a:lnTo>
                <a:lnTo>
                  <a:pt x="5480335" y="3340099"/>
                </a:lnTo>
                <a:lnTo>
                  <a:pt x="5484602" y="3289299"/>
                </a:lnTo>
                <a:lnTo>
                  <a:pt x="5488110" y="3238499"/>
                </a:lnTo>
                <a:lnTo>
                  <a:pt x="5490838" y="3187699"/>
                </a:lnTo>
                <a:lnTo>
                  <a:pt x="5492766" y="3136899"/>
                </a:lnTo>
                <a:lnTo>
                  <a:pt x="5493873" y="3086099"/>
                </a:lnTo>
                <a:lnTo>
                  <a:pt x="5494139" y="3035299"/>
                </a:lnTo>
                <a:lnTo>
                  <a:pt x="5493544" y="2984499"/>
                </a:lnTo>
                <a:lnTo>
                  <a:pt x="5494920" y="2933699"/>
                </a:lnTo>
                <a:lnTo>
                  <a:pt x="5495017" y="2908299"/>
                </a:lnTo>
                <a:lnTo>
                  <a:pt x="5495114" y="2882899"/>
                </a:lnTo>
                <a:lnTo>
                  <a:pt x="5494168" y="2832099"/>
                </a:lnTo>
                <a:lnTo>
                  <a:pt x="5492124" y="2781299"/>
                </a:lnTo>
                <a:lnTo>
                  <a:pt x="5489026" y="2730499"/>
                </a:lnTo>
                <a:lnTo>
                  <a:pt x="5484916" y="2679699"/>
                </a:lnTo>
                <a:lnTo>
                  <a:pt x="5479836" y="2628899"/>
                </a:lnTo>
                <a:lnTo>
                  <a:pt x="5473829" y="2578099"/>
                </a:lnTo>
                <a:lnTo>
                  <a:pt x="5466938" y="2527299"/>
                </a:lnTo>
                <a:lnTo>
                  <a:pt x="5459205" y="2476499"/>
                </a:lnTo>
                <a:lnTo>
                  <a:pt x="5450672" y="2425699"/>
                </a:lnTo>
                <a:lnTo>
                  <a:pt x="5441456" y="2374899"/>
                </a:lnTo>
                <a:lnTo>
                  <a:pt x="5431526" y="2324099"/>
                </a:lnTo>
                <a:lnTo>
                  <a:pt x="5420869" y="2273299"/>
                </a:lnTo>
                <a:lnTo>
                  <a:pt x="5409466" y="2222499"/>
                </a:lnTo>
                <a:lnTo>
                  <a:pt x="5397305" y="2171699"/>
                </a:lnTo>
                <a:lnTo>
                  <a:pt x="5384368" y="2120899"/>
                </a:lnTo>
                <a:lnTo>
                  <a:pt x="5370641" y="2070099"/>
                </a:lnTo>
                <a:lnTo>
                  <a:pt x="5356107" y="2019299"/>
                </a:lnTo>
                <a:lnTo>
                  <a:pt x="5340753" y="1968499"/>
                </a:lnTo>
                <a:lnTo>
                  <a:pt x="5324561" y="1930399"/>
                </a:lnTo>
                <a:lnTo>
                  <a:pt x="5307516" y="1879599"/>
                </a:lnTo>
                <a:lnTo>
                  <a:pt x="5289603" y="1828799"/>
                </a:lnTo>
                <a:lnTo>
                  <a:pt x="5270807" y="1777999"/>
                </a:lnTo>
                <a:lnTo>
                  <a:pt x="5251111" y="1727199"/>
                </a:lnTo>
                <a:lnTo>
                  <a:pt x="5230502" y="1689099"/>
                </a:lnTo>
                <a:lnTo>
                  <a:pt x="5209646" y="1638299"/>
                </a:lnTo>
                <a:lnTo>
                  <a:pt x="5188133" y="1600199"/>
                </a:lnTo>
                <a:lnTo>
                  <a:pt x="5165958" y="1549399"/>
                </a:lnTo>
                <a:lnTo>
                  <a:pt x="5143117" y="1511299"/>
                </a:lnTo>
                <a:lnTo>
                  <a:pt x="5119604" y="1460499"/>
                </a:lnTo>
                <a:lnTo>
                  <a:pt x="5095414" y="1422399"/>
                </a:lnTo>
                <a:lnTo>
                  <a:pt x="5070542" y="1371599"/>
                </a:lnTo>
                <a:lnTo>
                  <a:pt x="5044983" y="1333499"/>
                </a:lnTo>
                <a:lnTo>
                  <a:pt x="5018733" y="1295399"/>
                </a:lnTo>
                <a:lnTo>
                  <a:pt x="4991785" y="1257299"/>
                </a:lnTo>
                <a:lnTo>
                  <a:pt x="4964136" y="1206499"/>
                </a:lnTo>
                <a:lnTo>
                  <a:pt x="4935781" y="1168399"/>
                </a:lnTo>
                <a:lnTo>
                  <a:pt x="4906714" y="1130299"/>
                </a:lnTo>
                <a:lnTo>
                  <a:pt x="4876930" y="1092199"/>
                </a:lnTo>
                <a:lnTo>
                  <a:pt x="4846424" y="1054099"/>
                </a:lnTo>
                <a:lnTo>
                  <a:pt x="4815192" y="1015999"/>
                </a:lnTo>
                <a:lnTo>
                  <a:pt x="4783228" y="977899"/>
                </a:lnTo>
                <a:lnTo>
                  <a:pt x="4750528" y="939799"/>
                </a:lnTo>
                <a:lnTo>
                  <a:pt x="4717086" y="901699"/>
                </a:lnTo>
                <a:lnTo>
                  <a:pt x="4682897" y="863599"/>
                </a:lnTo>
                <a:lnTo>
                  <a:pt x="4647957" y="838199"/>
                </a:lnTo>
                <a:lnTo>
                  <a:pt x="4612261" y="800099"/>
                </a:lnTo>
                <a:lnTo>
                  <a:pt x="4575803" y="761999"/>
                </a:lnTo>
                <a:lnTo>
                  <a:pt x="4538740" y="736599"/>
                </a:lnTo>
                <a:lnTo>
                  <a:pt x="4501186" y="698499"/>
                </a:lnTo>
                <a:lnTo>
                  <a:pt x="4463144" y="660399"/>
                </a:lnTo>
                <a:lnTo>
                  <a:pt x="4424614" y="634999"/>
                </a:lnTo>
                <a:lnTo>
                  <a:pt x="4385597" y="596899"/>
                </a:lnTo>
                <a:lnTo>
                  <a:pt x="4306110" y="546099"/>
                </a:lnTo>
                <a:lnTo>
                  <a:pt x="4265642" y="520699"/>
                </a:lnTo>
                <a:lnTo>
                  <a:pt x="4224692" y="482599"/>
                </a:lnTo>
                <a:lnTo>
                  <a:pt x="4141354" y="431799"/>
                </a:lnTo>
                <a:lnTo>
                  <a:pt x="4012769" y="355599"/>
                </a:lnTo>
                <a:lnTo>
                  <a:pt x="3968958" y="342899"/>
                </a:lnTo>
                <a:lnTo>
                  <a:pt x="3834695" y="266699"/>
                </a:lnTo>
                <a:lnTo>
                  <a:pt x="3789001" y="253999"/>
                </a:lnTo>
                <a:lnTo>
                  <a:pt x="3742189" y="228599"/>
                </a:lnTo>
                <a:lnTo>
                  <a:pt x="3695171" y="215899"/>
                </a:lnTo>
                <a:lnTo>
                  <a:pt x="3647950" y="190499"/>
                </a:lnTo>
                <a:lnTo>
                  <a:pt x="3600527" y="177799"/>
                </a:lnTo>
                <a:lnTo>
                  <a:pt x="3552906" y="152399"/>
                </a:lnTo>
                <a:lnTo>
                  <a:pt x="3311882" y="88899"/>
                </a:lnTo>
                <a:close/>
              </a:path>
              <a:path w="5495290" h="3581400">
                <a:moveTo>
                  <a:pt x="2094226" y="495299"/>
                </a:moveTo>
                <a:lnTo>
                  <a:pt x="1082573" y="495299"/>
                </a:lnTo>
                <a:lnTo>
                  <a:pt x="982629" y="520699"/>
                </a:lnTo>
                <a:lnTo>
                  <a:pt x="932763" y="520699"/>
                </a:lnTo>
                <a:lnTo>
                  <a:pt x="833233" y="546099"/>
                </a:lnTo>
                <a:lnTo>
                  <a:pt x="2393444" y="546099"/>
                </a:lnTo>
                <a:lnTo>
                  <a:pt x="2344306" y="533399"/>
                </a:lnTo>
                <a:lnTo>
                  <a:pt x="2295019" y="533399"/>
                </a:lnTo>
                <a:lnTo>
                  <a:pt x="2195997" y="507999"/>
                </a:lnTo>
                <a:lnTo>
                  <a:pt x="2145172" y="507999"/>
                </a:lnTo>
                <a:lnTo>
                  <a:pt x="2094226" y="495299"/>
                </a:lnTo>
                <a:close/>
              </a:path>
              <a:path w="5495290" h="3581400">
                <a:moveTo>
                  <a:pt x="1992023" y="482599"/>
                </a:moveTo>
                <a:lnTo>
                  <a:pt x="1182818" y="482599"/>
                </a:lnTo>
                <a:lnTo>
                  <a:pt x="1132657" y="495299"/>
                </a:lnTo>
                <a:lnTo>
                  <a:pt x="2043172" y="495299"/>
                </a:lnTo>
                <a:lnTo>
                  <a:pt x="1992023" y="482599"/>
                </a:lnTo>
                <a:close/>
              </a:path>
              <a:path w="5495290" h="3581400">
                <a:moveTo>
                  <a:pt x="1838129" y="469899"/>
                </a:moveTo>
                <a:lnTo>
                  <a:pt x="1333796" y="469899"/>
                </a:lnTo>
                <a:lnTo>
                  <a:pt x="1283385" y="482599"/>
                </a:lnTo>
                <a:lnTo>
                  <a:pt x="1889488" y="482599"/>
                </a:lnTo>
                <a:lnTo>
                  <a:pt x="1838129" y="469899"/>
                </a:lnTo>
                <a:close/>
              </a:path>
              <a:path w="5495290" h="3581400">
                <a:moveTo>
                  <a:pt x="2916617" y="12699"/>
                </a:moveTo>
                <a:lnTo>
                  <a:pt x="2149428" y="12699"/>
                </a:lnTo>
                <a:lnTo>
                  <a:pt x="2098295" y="25399"/>
                </a:lnTo>
                <a:lnTo>
                  <a:pt x="2966645" y="25399"/>
                </a:lnTo>
                <a:lnTo>
                  <a:pt x="2916617" y="12699"/>
                </a:lnTo>
                <a:close/>
              </a:path>
              <a:path w="5495290" h="3581400">
                <a:moveTo>
                  <a:pt x="2765516" y="0"/>
                </a:moveTo>
                <a:lnTo>
                  <a:pt x="2251839" y="0"/>
                </a:lnTo>
                <a:lnTo>
                  <a:pt x="2200610" y="12699"/>
                </a:lnTo>
                <a:lnTo>
                  <a:pt x="2816051" y="12699"/>
                </a:lnTo>
                <a:lnTo>
                  <a:pt x="2765516" y="0"/>
                </a:lnTo>
                <a:close/>
              </a:path>
            </a:pathLst>
          </a:custGeom>
          <a:solidFill>
            <a:srgbClr val="F5F6F7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2" name="object 12" descr="set_time_success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4359" y="3107308"/>
            <a:ext cx="10972800" cy="5809741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1903202" y="3123641"/>
            <a:ext cx="5080635" cy="34772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9017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Arial Black"/>
                <a:cs typeface="Arial Black"/>
              </a:rPr>
              <a:t>SET</a:t>
            </a:r>
            <a:r>
              <a:rPr dirty="0" sz="2800" spc="-190">
                <a:latin typeface="Arial Black"/>
                <a:cs typeface="Arial Black"/>
              </a:rPr>
              <a:t> </a:t>
            </a:r>
            <a:r>
              <a:rPr dirty="0" sz="2800" spc="-20">
                <a:latin typeface="Arial Black"/>
                <a:cs typeface="Arial Black"/>
              </a:rPr>
              <a:t>TIME</a:t>
            </a:r>
            <a:endParaRPr sz="2800">
              <a:latin typeface="Arial Black"/>
              <a:cs typeface="Arial Black"/>
            </a:endParaRPr>
          </a:p>
          <a:p>
            <a:pPr marL="191770" indent="-179070">
              <a:lnSpc>
                <a:spcPct val="100000"/>
              </a:lnSpc>
              <a:spcBef>
                <a:spcPts val="55"/>
              </a:spcBef>
              <a:buChar char="•"/>
              <a:tabLst>
                <a:tab pos="191770" algn="l"/>
              </a:tabLst>
            </a:pPr>
            <a:r>
              <a:rPr dirty="0" sz="2400">
                <a:latin typeface="Roboto"/>
                <a:cs typeface="Roboto"/>
              </a:rPr>
              <a:t>Selected</a:t>
            </a:r>
            <a:r>
              <a:rPr dirty="0" sz="2400" spc="-110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Set</a:t>
            </a:r>
            <a:r>
              <a:rPr dirty="0" sz="2400" spc="-100">
                <a:latin typeface="Roboto"/>
                <a:cs typeface="Roboto"/>
              </a:rPr>
              <a:t> </a:t>
            </a:r>
            <a:r>
              <a:rPr dirty="0" sz="2400" spc="-10">
                <a:latin typeface="Roboto"/>
                <a:cs typeface="Roboto"/>
              </a:rPr>
              <a:t>Time.</a:t>
            </a:r>
            <a:endParaRPr sz="2400">
              <a:latin typeface="Roboto"/>
              <a:cs typeface="Roboto"/>
            </a:endParaRPr>
          </a:p>
          <a:p>
            <a:pPr marL="191770" indent="-179070">
              <a:lnSpc>
                <a:spcPct val="100000"/>
              </a:lnSpc>
              <a:spcBef>
                <a:spcPts val="900"/>
              </a:spcBef>
              <a:buChar char="•"/>
              <a:tabLst>
                <a:tab pos="191770" algn="l"/>
              </a:tabLst>
            </a:pPr>
            <a:r>
              <a:rPr dirty="0" sz="2400">
                <a:latin typeface="Roboto"/>
                <a:cs typeface="Roboto"/>
              </a:rPr>
              <a:t>Entered</a:t>
            </a:r>
            <a:r>
              <a:rPr dirty="0" sz="2400" spc="-114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15:13:00</a:t>
            </a:r>
            <a:r>
              <a:rPr dirty="0" sz="2400" spc="-65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and</a:t>
            </a:r>
            <a:r>
              <a:rPr dirty="0" sz="2400" spc="-110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label</a:t>
            </a:r>
            <a:r>
              <a:rPr dirty="0" sz="2400" spc="-105">
                <a:latin typeface="Roboto"/>
                <a:cs typeface="Roboto"/>
              </a:rPr>
              <a:t> </a:t>
            </a:r>
            <a:r>
              <a:rPr dirty="0" sz="2400" spc="-10">
                <a:latin typeface="Roboto"/>
                <a:cs typeface="Roboto"/>
              </a:rPr>
              <a:t>WakeUp.</a:t>
            </a:r>
            <a:endParaRPr sz="2400">
              <a:latin typeface="Roboto"/>
              <a:cs typeface="Roboto"/>
            </a:endParaRPr>
          </a:p>
          <a:p>
            <a:pPr marL="12700" marR="1167130" indent="179070">
              <a:lnSpc>
                <a:spcPct val="100000"/>
              </a:lnSpc>
              <a:spcBef>
                <a:spcPts val="900"/>
              </a:spcBef>
              <a:buChar char="•"/>
              <a:tabLst>
                <a:tab pos="191770" algn="l"/>
              </a:tabLst>
            </a:pPr>
            <a:r>
              <a:rPr dirty="0" sz="2400">
                <a:latin typeface="Roboto"/>
                <a:cs typeface="Roboto"/>
              </a:rPr>
              <a:t>OS</a:t>
            </a:r>
            <a:r>
              <a:rPr dirty="0" sz="2400" spc="-105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service</a:t>
            </a:r>
            <a:r>
              <a:rPr dirty="0" sz="2400" spc="-85">
                <a:latin typeface="Roboto"/>
                <a:cs typeface="Roboto"/>
              </a:rPr>
              <a:t> </a:t>
            </a:r>
            <a:r>
              <a:rPr dirty="0" sz="2400" spc="-10">
                <a:latin typeface="Roboto"/>
                <a:cs typeface="Roboto"/>
              </a:rPr>
              <a:t>information</a:t>
            </a:r>
            <a:r>
              <a:rPr dirty="0" sz="2400" spc="-75">
                <a:latin typeface="Roboto"/>
                <a:cs typeface="Roboto"/>
              </a:rPr>
              <a:t> </a:t>
            </a:r>
            <a:r>
              <a:rPr dirty="0" sz="2400" spc="-25">
                <a:latin typeface="Roboto"/>
                <a:cs typeface="Roboto"/>
              </a:rPr>
              <a:t>was </a:t>
            </a:r>
            <a:r>
              <a:rPr dirty="0" sz="2400" spc="-10">
                <a:latin typeface="Roboto"/>
                <a:cs typeface="Roboto"/>
              </a:rPr>
              <a:t>displayed.</a:t>
            </a:r>
            <a:endParaRPr sz="2400">
              <a:latin typeface="Roboto"/>
              <a:cs typeface="Roboto"/>
            </a:endParaRPr>
          </a:p>
          <a:p>
            <a:pPr marL="12700" marR="615950" indent="179070">
              <a:lnSpc>
                <a:spcPct val="100000"/>
              </a:lnSpc>
              <a:spcBef>
                <a:spcPts val="905"/>
              </a:spcBef>
              <a:buChar char="•"/>
              <a:tabLst>
                <a:tab pos="191770" algn="l"/>
              </a:tabLst>
            </a:pPr>
            <a:r>
              <a:rPr dirty="0" sz="2400">
                <a:latin typeface="Roboto"/>
                <a:cs typeface="Roboto"/>
              </a:rPr>
              <a:t>SIGALRM</a:t>
            </a:r>
            <a:r>
              <a:rPr dirty="0" sz="2400" spc="-90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was</a:t>
            </a:r>
            <a:r>
              <a:rPr dirty="0" sz="2400" spc="-85">
                <a:latin typeface="Roboto"/>
                <a:cs typeface="Roboto"/>
              </a:rPr>
              <a:t> </a:t>
            </a:r>
            <a:r>
              <a:rPr dirty="0" sz="2400" spc="-10">
                <a:latin typeface="Roboto"/>
                <a:cs typeface="Roboto"/>
              </a:rPr>
              <a:t>scheduled</a:t>
            </a:r>
            <a:r>
              <a:rPr dirty="0" sz="2400" spc="-60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for</a:t>
            </a:r>
            <a:r>
              <a:rPr dirty="0" sz="2400" spc="-80">
                <a:latin typeface="Roboto"/>
                <a:cs typeface="Roboto"/>
              </a:rPr>
              <a:t> </a:t>
            </a:r>
            <a:r>
              <a:rPr dirty="0" sz="2400" spc="-25">
                <a:latin typeface="Roboto"/>
                <a:cs typeface="Roboto"/>
              </a:rPr>
              <a:t>13 </a:t>
            </a:r>
            <a:r>
              <a:rPr dirty="0" sz="2400" spc="-10">
                <a:latin typeface="Roboto"/>
                <a:cs typeface="Roboto"/>
              </a:rPr>
              <a:t>seconds.</a:t>
            </a:r>
            <a:endParaRPr sz="2400">
              <a:latin typeface="Roboto"/>
              <a:cs typeface="Roboto"/>
            </a:endParaRPr>
          </a:p>
          <a:p>
            <a:pPr marL="191770" indent="-179070">
              <a:lnSpc>
                <a:spcPct val="100000"/>
              </a:lnSpc>
              <a:spcBef>
                <a:spcPts val="900"/>
              </a:spcBef>
              <a:buChar char="•"/>
              <a:tabLst>
                <a:tab pos="191770" algn="l"/>
              </a:tabLst>
            </a:pPr>
            <a:r>
              <a:rPr dirty="0" sz="2400">
                <a:latin typeface="Roboto"/>
                <a:cs typeface="Roboto"/>
              </a:rPr>
              <a:t>Alarm</a:t>
            </a:r>
            <a:r>
              <a:rPr dirty="0" sz="2400" spc="-95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time</a:t>
            </a:r>
            <a:r>
              <a:rPr dirty="0" sz="2400" spc="-75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was</a:t>
            </a:r>
            <a:r>
              <a:rPr dirty="0" sz="2400" spc="-100">
                <a:latin typeface="Roboto"/>
                <a:cs typeface="Roboto"/>
              </a:rPr>
              <a:t> </a:t>
            </a:r>
            <a:r>
              <a:rPr dirty="0" sz="2400" spc="-10">
                <a:latin typeface="Roboto"/>
                <a:cs typeface="Roboto"/>
              </a:rPr>
              <a:t>successfully</a:t>
            </a:r>
            <a:r>
              <a:rPr dirty="0" sz="2400" spc="-65">
                <a:latin typeface="Roboto"/>
                <a:cs typeface="Roboto"/>
              </a:rPr>
              <a:t> </a:t>
            </a:r>
            <a:r>
              <a:rPr dirty="0" sz="2400" spc="-20">
                <a:latin typeface="Roboto"/>
                <a:cs typeface="Roboto"/>
              </a:rPr>
              <a:t>set.</a:t>
            </a:r>
            <a:endParaRPr sz="2400">
              <a:latin typeface="Roboto"/>
              <a:cs typeface="Roboto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94602" y="7252896"/>
            <a:ext cx="6093398" cy="3034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/>
          <p:nvPr/>
        </p:nvSpPr>
        <p:spPr>
          <a:xfrm>
            <a:off x="0" y="0"/>
            <a:ext cx="4883785" cy="2775585"/>
          </a:xfrm>
          <a:custGeom>
            <a:avLst/>
            <a:gdLst/>
            <a:ahLst/>
            <a:cxnLst/>
            <a:rect l="l" t="t" r="r" b="b"/>
            <a:pathLst>
              <a:path w="4883785" h="2775585">
                <a:moveTo>
                  <a:pt x="644282" y="2775148"/>
                </a:moveTo>
                <a:lnTo>
                  <a:pt x="725728" y="2775148"/>
                </a:lnTo>
                <a:lnTo>
                  <a:pt x="851381" y="2773967"/>
                </a:lnTo>
                <a:lnTo>
                  <a:pt x="978374" y="2771034"/>
                </a:lnTo>
                <a:lnTo>
                  <a:pt x="1092770" y="2766570"/>
                </a:lnTo>
                <a:lnTo>
                  <a:pt x="1144243" y="2763813"/>
                </a:lnTo>
                <a:lnTo>
                  <a:pt x="1191364" y="2760733"/>
                </a:lnTo>
                <a:lnTo>
                  <a:pt x="1233735" y="2757351"/>
                </a:lnTo>
                <a:lnTo>
                  <a:pt x="1302619" y="2749755"/>
                </a:lnTo>
                <a:lnTo>
                  <a:pt x="1347690" y="2741185"/>
                </a:lnTo>
                <a:lnTo>
                  <a:pt x="1395087" y="2707308"/>
                </a:lnTo>
                <a:lnTo>
                  <a:pt x="1412213" y="2668575"/>
                </a:lnTo>
                <a:lnTo>
                  <a:pt x="1411764" y="2627355"/>
                </a:lnTo>
                <a:lnTo>
                  <a:pt x="1411762" y="2627219"/>
                </a:lnTo>
                <a:lnTo>
                  <a:pt x="1393821" y="2590079"/>
                </a:lnTo>
                <a:lnTo>
                  <a:pt x="1358477" y="2563989"/>
                </a:lnTo>
                <a:lnTo>
                  <a:pt x="1313748" y="2558016"/>
                </a:lnTo>
                <a:lnTo>
                  <a:pt x="1249798" y="2555130"/>
                </a:lnTo>
                <a:lnTo>
                  <a:pt x="1202995" y="2553898"/>
                </a:lnTo>
                <a:lnTo>
                  <a:pt x="1201438" y="2553898"/>
                </a:lnTo>
                <a:lnTo>
                  <a:pt x="1155604" y="2553053"/>
                </a:lnTo>
                <a:lnTo>
                  <a:pt x="866417" y="2551091"/>
                </a:lnTo>
                <a:lnTo>
                  <a:pt x="546664" y="2551091"/>
                </a:lnTo>
                <a:lnTo>
                  <a:pt x="382740" y="2552300"/>
                </a:lnTo>
                <a:lnTo>
                  <a:pt x="319805" y="2553899"/>
                </a:lnTo>
                <a:lnTo>
                  <a:pt x="271861" y="2556264"/>
                </a:lnTo>
                <a:lnTo>
                  <a:pt x="206303" y="2564246"/>
                </a:lnTo>
                <a:lnTo>
                  <a:pt x="161251" y="2587086"/>
                </a:lnTo>
                <a:lnTo>
                  <a:pt x="144122" y="2627220"/>
                </a:lnTo>
                <a:lnTo>
                  <a:pt x="144077" y="2627355"/>
                </a:lnTo>
                <a:lnTo>
                  <a:pt x="144229" y="2691889"/>
                </a:lnTo>
                <a:lnTo>
                  <a:pt x="191671" y="2748050"/>
                </a:lnTo>
                <a:lnTo>
                  <a:pt x="216373" y="2760734"/>
                </a:lnTo>
                <a:lnTo>
                  <a:pt x="216083" y="2760734"/>
                </a:lnTo>
                <a:lnTo>
                  <a:pt x="237034" y="2765045"/>
                </a:lnTo>
                <a:lnTo>
                  <a:pt x="267798" y="2768116"/>
                </a:lnTo>
                <a:lnTo>
                  <a:pt x="312843" y="2770339"/>
                </a:lnTo>
                <a:lnTo>
                  <a:pt x="376045" y="2771982"/>
                </a:lnTo>
                <a:lnTo>
                  <a:pt x="644282" y="2775148"/>
                </a:lnTo>
                <a:close/>
              </a:path>
              <a:path w="4883785" h="2775585">
                <a:moveTo>
                  <a:pt x="1823804" y="2681969"/>
                </a:moveTo>
                <a:lnTo>
                  <a:pt x="1875275" y="2676411"/>
                </a:lnTo>
                <a:lnTo>
                  <a:pt x="1958397" y="2654941"/>
                </a:lnTo>
                <a:lnTo>
                  <a:pt x="2017035" y="2637060"/>
                </a:lnTo>
                <a:lnTo>
                  <a:pt x="2089635" y="2613832"/>
                </a:lnTo>
                <a:lnTo>
                  <a:pt x="2253858" y="2559466"/>
                </a:lnTo>
                <a:lnTo>
                  <a:pt x="2321787" y="2535841"/>
                </a:lnTo>
                <a:lnTo>
                  <a:pt x="2382313" y="2513787"/>
                </a:lnTo>
                <a:lnTo>
                  <a:pt x="2435782" y="2493158"/>
                </a:lnTo>
                <a:lnTo>
                  <a:pt x="2482539" y="2473807"/>
                </a:lnTo>
                <a:lnTo>
                  <a:pt x="2522930" y="2455588"/>
                </a:lnTo>
                <a:lnTo>
                  <a:pt x="2557300" y="2438353"/>
                </a:lnTo>
                <a:lnTo>
                  <a:pt x="2609362" y="2406252"/>
                </a:lnTo>
                <a:lnTo>
                  <a:pt x="2652795" y="2356183"/>
                </a:lnTo>
                <a:lnTo>
                  <a:pt x="2660950" y="2317261"/>
                </a:lnTo>
                <a:lnTo>
                  <a:pt x="2653217" y="2279077"/>
                </a:lnTo>
                <a:lnTo>
                  <a:pt x="2630597" y="2246383"/>
                </a:lnTo>
                <a:lnTo>
                  <a:pt x="2594096" y="2223929"/>
                </a:lnTo>
                <a:lnTo>
                  <a:pt x="2569314" y="2218022"/>
                </a:lnTo>
                <a:lnTo>
                  <a:pt x="2543622" y="2219214"/>
                </a:lnTo>
                <a:lnTo>
                  <a:pt x="2514293" y="2228045"/>
                </a:lnTo>
                <a:lnTo>
                  <a:pt x="2478598" y="2245051"/>
                </a:lnTo>
                <a:lnTo>
                  <a:pt x="2454584" y="2256946"/>
                </a:lnTo>
                <a:lnTo>
                  <a:pt x="2426156" y="2269450"/>
                </a:lnTo>
                <a:lnTo>
                  <a:pt x="2353404" y="2297197"/>
                </a:lnTo>
                <a:lnTo>
                  <a:pt x="2307753" y="2312897"/>
                </a:lnTo>
                <a:lnTo>
                  <a:pt x="2255034" y="2330119"/>
                </a:lnTo>
                <a:lnTo>
                  <a:pt x="2125735" y="2370045"/>
                </a:lnTo>
                <a:lnTo>
                  <a:pt x="1953157" y="2421717"/>
                </a:lnTo>
                <a:lnTo>
                  <a:pt x="1878404" y="2446089"/>
                </a:lnTo>
                <a:lnTo>
                  <a:pt x="1821321" y="2467583"/>
                </a:lnTo>
                <a:lnTo>
                  <a:pt x="1779659" y="2487461"/>
                </a:lnTo>
                <a:lnTo>
                  <a:pt x="1733604" y="2527418"/>
                </a:lnTo>
                <a:lnTo>
                  <a:pt x="1722251" y="2576059"/>
                </a:lnTo>
                <a:lnTo>
                  <a:pt x="1725628" y="2610160"/>
                </a:lnTo>
                <a:lnTo>
                  <a:pt x="1755118" y="2657316"/>
                </a:lnTo>
                <a:lnTo>
                  <a:pt x="1792386" y="2676411"/>
                </a:lnTo>
                <a:lnTo>
                  <a:pt x="1812245" y="2680989"/>
                </a:lnTo>
                <a:lnTo>
                  <a:pt x="1812034" y="2680989"/>
                </a:lnTo>
                <a:lnTo>
                  <a:pt x="1823804" y="2681969"/>
                </a:lnTo>
                <a:close/>
              </a:path>
              <a:path w="4883785" h="2775585">
                <a:moveTo>
                  <a:pt x="3371308" y="939800"/>
                </a:moveTo>
                <a:lnTo>
                  <a:pt x="3451269" y="939800"/>
                </a:lnTo>
                <a:lnTo>
                  <a:pt x="3481377" y="927100"/>
                </a:lnTo>
                <a:lnTo>
                  <a:pt x="3512474" y="901700"/>
                </a:lnTo>
                <a:lnTo>
                  <a:pt x="3537558" y="889000"/>
                </a:lnTo>
                <a:lnTo>
                  <a:pt x="3565254" y="863600"/>
                </a:lnTo>
                <a:lnTo>
                  <a:pt x="3595316" y="838200"/>
                </a:lnTo>
                <a:lnTo>
                  <a:pt x="3627497" y="812800"/>
                </a:lnTo>
                <a:lnTo>
                  <a:pt x="3661551" y="787400"/>
                </a:lnTo>
                <a:lnTo>
                  <a:pt x="3697230" y="749300"/>
                </a:lnTo>
                <a:lnTo>
                  <a:pt x="3734288" y="711200"/>
                </a:lnTo>
                <a:lnTo>
                  <a:pt x="3772477" y="673100"/>
                </a:lnTo>
                <a:lnTo>
                  <a:pt x="3811552" y="635000"/>
                </a:lnTo>
                <a:lnTo>
                  <a:pt x="3891369" y="558800"/>
                </a:lnTo>
                <a:lnTo>
                  <a:pt x="3931618" y="508000"/>
                </a:lnTo>
                <a:lnTo>
                  <a:pt x="3971764" y="469900"/>
                </a:lnTo>
                <a:lnTo>
                  <a:pt x="4011562" y="419100"/>
                </a:lnTo>
                <a:lnTo>
                  <a:pt x="4050763" y="381000"/>
                </a:lnTo>
                <a:lnTo>
                  <a:pt x="4089121" y="342900"/>
                </a:lnTo>
                <a:lnTo>
                  <a:pt x="4126390" y="292100"/>
                </a:lnTo>
                <a:lnTo>
                  <a:pt x="4162323" y="254000"/>
                </a:lnTo>
                <a:lnTo>
                  <a:pt x="4196672" y="215900"/>
                </a:lnTo>
                <a:lnTo>
                  <a:pt x="4229191" y="165100"/>
                </a:lnTo>
                <a:lnTo>
                  <a:pt x="4259633" y="127000"/>
                </a:lnTo>
                <a:lnTo>
                  <a:pt x="4287751" y="88900"/>
                </a:lnTo>
                <a:lnTo>
                  <a:pt x="4313299" y="63500"/>
                </a:lnTo>
                <a:lnTo>
                  <a:pt x="4336029" y="25400"/>
                </a:lnTo>
                <a:lnTo>
                  <a:pt x="4355756" y="0"/>
                </a:lnTo>
                <a:lnTo>
                  <a:pt x="4095166" y="0"/>
                </a:lnTo>
                <a:lnTo>
                  <a:pt x="4084327" y="12700"/>
                </a:lnTo>
                <a:lnTo>
                  <a:pt x="4056252" y="38100"/>
                </a:lnTo>
                <a:lnTo>
                  <a:pt x="4025861" y="76200"/>
                </a:lnTo>
                <a:lnTo>
                  <a:pt x="3993389" y="114300"/>
                </a:lnTo>
                <a:lnTo>
                  <a:pt x="3959073" y="152400"/>
                </a:lnTo>
                <a:lnTo>
                  <a:pt x="3923148" y="190500"/>
                </a:lnTo>
                <a:lnTo>
                  <a:pt x="3885850" y="228600"/>
                </a:lnTo>
                <a:lnTo>
                  <a:pt x="3847415" y="266700"/>
                </a:lnTo>
                <a:lnTo>
                  <a:pt x="3808078" y="317500"/>
                </a:lnTo>
                <a:lnTo>
                  <a:pt x="3768075" y="355600"/>
                </a:lnTo>
                <a:lnTo>
                  <a:pt x="3646426" y="469900"/>
                </a:lnTo>
                <a:lnTo>
                  <a:pt x="3606117" y="520700"/>
                </a:lnTo>
                <a:lnTo>
                  <a:pt x="3566319" y="558800"/>
                </a:lnTo>
                <a:lnTo>
                  <a:pt x="3527270" y="584200"/>
                </a:lnTo>
                <a:lnTo>
                  <a:pt x="3489206" y="622300"/>
                </a:lnTo>
                <a:lnTo>
                  <a:pt x="3452361" y="660400"/>
                </a:lnTo>
                <a:lnTo>
                  <a:pt x="3388783" y="711200"/>
                </a:lnTo>
                <a:lnTo>
                  <a:pt x="3344127" y="762000"/>
                </a:lnTo>
                <a:lnTo>
                  <a:pt x="3316464" y="800100"/>
                </a:lnTo>
                <a:lnTo>
                  <a:pt x="3303871" y="825500"/>
                </a:lnTo>
                <a:lnTo>
                  <a:pt x="3304421" y="863600"/>
                </a:lnTo>
                <a:lnTo>
                  <a:pt x="3316188" y="889000"/>
                </a:lnTo>
                <a:lnTo>
                  <a:pt x="3331056" y="914400"/>
                </a:lnTo>
                <a:lnTo>
                  <a:pt x="3349579" y="927100"/>
                </a:lnTo>
                <a:lnTo>
                  <a:pt x="3371308" y="939800"/>
                </a:lnTo>
                <a:close/>
              </a:path>
              <a:path w="4883785" h="2775585">
                <a:moveTo>
                  <a:pt x="2583069" y="749300"/>
                </a:moveTo>
                <a:lnTo>
                  <a:pt x="2605919" y="749300"/>
                </a:lnTo>
                <a:lnTo>
                  <a:pt x="2634846" y="736600"/>
                </a:lnTo>
                <a:lnTo>
                  <a:pt x="2668555" y="723900"/>
                </a:lnTo>
                <a:lnTo>
                  <a:pt x="2707923" y="711200"/>
                </a:lnTo>
                <a:lnTo>
                  <a:pt x="2753827" y="685800"/>
                </a:lnTo>
                <a:lnTo>
                  <a:pt x="2807142" y="647700"/>
                </a:lnTo>
                <a:lnTo>
                  <a:pt x="2868746" y="609600"/>
                </a:lnTo>
                <a:lnTo>
                  <a:pt x="2904008" y="584200"/>
                </a:lnTo>
                <a:lnTo>
                  <a:pt x="2942245" y="558800"/>
                </a:lnTo>
                <a:lnTo>
                  <a:pt x="2983010" y="533400"/>
                </a:lnTo>
                <a:lnTo>
                  <a:pt x="3025853" y="495300"/>
                </a:lnTo>
                <a:lnTo>
                  <a:pt x="3070326" y="469900"/>
                </a:lnTo>
                <a:lnTo>
                  <a:pt x="3115980" y="431800"/>
                </a:lnTo>
                <a:lnTo>
                  <a:pt x="3209042" y="355600"/>
                </a:lnTo>
                <a:lnTo>
                  <a:pt x="3255552" y="330200"/>
                </a:lnTo>
                <a:lnTo>
                  <a:pt x="3301450" y="292100"/>
                </a:lnTo>
                <a:lnTo>
                  <a:pt x="3346288" y="254000"/>
                </a:lnTo>
                <a:lnTo>
                  <a:pt x="3389618" y="215900"/>
                </a:lnTo>
                <a:lnTo>
                  <a:pt x="3430991" y="190500"/>
                </a:lnTo>
                <a:lnTo>
                  <a:pt x="3469959" y="152400"/>
                </a:lnTo>
                <a:lnTo>
                  <a:pt x="3506073" y="127000"/>
                </a:lnTo>
                <a:lnTo>
                  <a:pt x="3538885" y="101600"/>
                </a:lnTo>
                <a:lnTo>
                  <a:pt x="3567948" y="76200"/>
                </a:lnTo>
                <a:lnTo>
                  <a:pt x="3592811" y="50800"/>
                </a:lnTo>
                <a:lnTo>
                  <a:pt x="3613028" y="38100"/>
                </a:lnTo>
                <a:lnTo>
                  <a:pt x="3644651" y="0"/>
                </a:lnTo>
                <a:lnTo>
                  <a:pt x="3302078" y="0"/>
                </a:lnTo>
                <a:lnTo>
                  <a:pt x="3274982" y="12700"/>
                </a:lnTo>
                <a:lnTo>
                  <a:pt x="3217393" y="63500"/>
                </a:lnTo>
                <a:lnTo>
                  <a:pt x="3153906" y="114300"/>
                </a:lnTo>
                <a:lnTo>
                  <a:pt x="3094269" y="165100"/>
                </a:lnTo>
                <a:lnTo>
                  <a:pt x="3038352" y="203200"/>
                </a:lnTo>
                <a:lnTo>
                  <a:pt x="2986022" y="254000"/>
                </a:lnTo>
                <a:lnTo>
                  <a:pt x="2937151" y="292100"/>
                </a:lnTo>
                <a:lnTo>
                  <a:pt x="2891606" y="317500"/>
                </a:lnTo>
                <a:lnTo>
                  <a:pt x="2849258" y="355600"/>
                </a:lnTo>
                <a:lnTo>
                  <a:pt x="2809976" y="381000"/>
                </a:lnTo>
                <a:lnTo>
                  <a:pt x="2773628" y="406400"/>
                </a:lnTo>
                <a:lnTo>
                  <a:pt x="2740085" y="431800"/>
                </a:lnTo>
                <a:lnTo>
                  <a:pt x="2709216" y="457200"/>
                </a:lnTo>
                <a:lnTo>
                  <a:pt x="2680889" y="482600"/>
                </a:lnTo>
                <a:lnTo>
                  <a:pt x="2654975" y="495300"/>
                </a:lnTo>
                <a:lnTo>
                  <a:pt x="2609860" y="520700"/>
                </a:lnTo>
                <a:lnTo>
                  <a:pt x="2557414" y="558800"/>
                </a:lnTo>
                <a:lnTo>
                  <a:pt x="2520623" y="596900"/>
                </a:lnTo>
                <a:lnTo>
                  <a:pt x="2493362" y="660400"/>
                </a:lnTo>
                <a:lnTo>
                  <a:pt x="2502573" y="685800"/>
                </a:lnTo>
                <a:lnTo>
                  <a:pt x="2526798" y="711200"/>
                </a:lnTo>
                <a:lnTo>
                  <a:pt x="2544191" y="736600"/>
                </a:lnTo>
                <a:lnTo>
                  <a:pt x="2562721" y="736600"/>
                </a:lnTo>
                <a:lnTo>
                  <a:pt x="2583069" y="749300"/>
                </a:lnTo>
                <a:close/>
              </a:path>
              <a:path w="4883785" h="2775585">
                <a:moveTo>
                  <a:pt x="4224282" y="1143000"/>
                </a:moveTo>
                <a:lnTo>
                  <a:pt x="4263001" y="1143000"/>
                </a:lnTo>
                <a:lnTo>
                  <a:pt x="4283986" y="1130300"/>
                </a:lnTo>
                <a:lnTo>
                  <a:pt x="4306006" y="1130299"/>
                </a:lnTo>
                <a:lnTo>
                  <a:pt x="4329026" y="1117599"/>
                </a:lnTo>
                <a:lnTo>
                  <a:pt x="4350625" y="1092199"/>
                </a:lnTo>
                <a:lnTo>
                  <a:pt x="4375067" y="1079499"/>
                </a:lnTo>
                <a:lnTo>
                  <a:pt x="4401976" y="1041399"/>
                </a:lnTo>
                <a:lnTo>
                  <a:pt x="4430975" y="1015999"/>
                </a:lnTo>
                <a:lnTo>
                  <a:pt x="4461690" y="977899"/>
                </a:lnTo>
                <a:lnTo>
                  <a:pt x="4493744" y="939799"/>
                </a:lnTo>
                <a:lnTo>
                  <a:pt x="4526762" y="888999"/>
                </a:lnTo>
                <a:lnTo>
                  <a:pt x="4560369" y="850899"/>
                </a:lnTo>
                <a:lnTo>
                  <a:pt x="4627844" y="749299"/>
                </a:lnTo>
                <a:lnTo>
                  <a:pt x="4660961" y="698499"/>
                </a:lnTo>
                <a:lnTo>
                  <a:pt x="4693163" y="647699"/>
                </a:lnTo>
                <a:lnTo>
                  <a:pt x="4724075" y="596899"/>
                </a:lnTo>
                <a:lnTo>
                  <a:pt x="4753322" y="546099"/>
                </a:lnTo>
                <a:lnTo>
                  <a:pt x="4780527" y="495299"/>
                </a:lnTo>
                <a:lnTo>
                  <a:pt x="4805314" y="444499"/>
                </a:lnTo>
                <a:lnTo>
                  <a:pt x="4827309" y="393699"/>
                </a:lnTo>
                <a:lnTo>
                  <a:pt x="4846134" y="355599"/>
                </a:lnTo>
                <a:lnTo>
                  <a:pt x="4861416" y="317499"/>
                </a:lnTo>
                <a:lnTo>
                  <a:pt x="4872777" y="279399"/>
                </a:lnTo>
                <a:lnTo>
                  <a:pt x="4883773" y="228599"/>
                </a:lnTo>
                <a:lnTo>
                  <a:pt x="4883708" y="215899"/>
                </a:lnTo>
                <a:lnTo>
                  <a:pt x="4883642" y="203199"/>
                </a:lnTo>
                <a:lnTo>
                  <a:pt x="4883577" y="190499"/>
                </a:lnTo>
                <a:lnTo>
                  <a:pt x="4871933" y="165099"/>
                </a:lnTo>
                <a:lnTo>
                  <a:pt x="4848586" y="139699"/>
                </a:lnTo>
                <a:lnTo>
                  <a:pt x="4820893" y="114299"/>
                </a:lnTo>
                <a:lnTo>
                  <a:pt x="4759072" y="114299"/>
                </a:lnTo>
                <a:lnTo>
                  <a:pt x="4730117" y="126999"/>
                </a:lnTo>
                <a:lnTo>
                  <a:pt x="4716737" y="139699"/>
                </a:lnTo>
                <a:lnTo>
                  <a:pt x="4701284" y="165099"/>
                </a:lnTo>
                <a:lnTo>
                  <a:pt x="4684712" y="190499"/>
                </a:lnTo>
                <a:lnTo>
                  <a:pt x="4667973" y="228599"/>
                </a:lnTo>
                <a:lnTo>
                  <a:pt x="4652939" y="266699"/>
                </a:lnTo>
                <a:lnTo>
                  <a:pt x="4634738" y="304799"/>
                </a:lnTo>
                <a:lnTo>
                  <a:pt x="4613650" y="342899"/>
                </a:lnTo>
                <a:lnTo>
                  <a:pt x="4589954" y="393699"/>
                </a:lnTo>
                <a:lnTo>
                  <a:pt x="4563931" y="431799"/>
                </a:lnTo>
                <a:lnTo>
                  <a:pt x="4535863" y="482599"/>
                </a:lnTo>
                <a:lnTo>
                  <a:pt x="4506029" y="533399"/>
                </a:lnTo>
                <a:lnTo>
                  <a:pt x="4474709" y="571499"/>
                </a:lnTo>
                <a:lnTo>
                  <a:pt x="4442185" y="622299"/>
                </a:lnTo>
                <a:lnTo>
                  <a:pt x="4408736" y="673099"/>
                </a:lnTo>
                <a:lnTo>
                  <a:pt x="4374644" y="711199"/>
                </a:lnTo>
                <a:lnTo>
                  <a:pt x="4340188" y="761999"/>
                </a:lnTo>
                <a:lnTo>
                  <a:pt x="4305649" y="800100"/>
                </a:lnTo>
                <a:lnTo>
                  <a:pt x="4271307" y="850900"/>
                </a:lnTo>
                <a:lnTo>
                  <a:pt x="4215506" y="914400"/>
                </a:lnTo>
                <a:lnTo>
                  <a:pt x="4177220" y="965200"/>
                </a:lnTo>
                <a:lnTo>
                  <a:pt x="4155237" y="1016000"/>
                </a:lnTo>
                <a:lnTo>
                  <a:pt x="4148342" y="1041400"/>
                </a:lnTo>
                <a:lnTo>
                  <a:pt x="4155324" y="1079500"/>
                </a:lnTo>
                <a:lnTo>
                  <a:pt x="4174968" y="1104900"/>
                </a:lnTo>
                <a:lnTo>
                  <a:pt x="4190189" y="1117600"/>
                </a:lnTo>
                <a:lnTo>
                  <a:pt x="4206639" y="1130300"/>
                </a:lnTo>
                <a:lnTo>
                  <a:pt x="4224282" y="1143000"/>
                </a:lnTo>
                <a:close/>
              </a:path>
              <a:path w="4883785" h="2775585">
                <a:moveTo>
                  <a:pt x="1908299" y="965200"/>
                </a:moveTo>
                <a:lnTo>
                  <a:pt x="1978386" y="965200"/>
                </a:lnTo>
                <a:lnTo>
                  <a:pt x="2022008" y="952500"/>
                </a:lnTo>
                <a:lnTo>
                  <a:pt x="2075202" y="939800"/>
                </a:lnTo>
                <a:lnTo>
                  <a:pt x="2131784" y="914400"/>
                </a:lnTo>
                <a:lnTo>
                  <a:pt x="2185571" y="901700"/>
                </a:lnTo>
                <a:lnTo>
                  <a:pt x="2230381" y="876300"/>
                </a:lnTo>
                <a:lnTo>
                  <a:pt x="2260030" y="863600"/>
                </a:lnTo>
                <a:lnTo>
                  <a:pt x="2290869" y="838200"/>
                </a:lnTo>
                <a:lnTo>
                  <a:pt x="2308480" y="800100"/>
                </a:lnTo>
                <a:lnTo>
                  <a:pt x="2312370" y="762000"/>
                </a:lnTo>
                <a:lnTo>
                  <a:pt x="2302044" y="723900"/>
                </a:lnTo>
                <a:lnTo>
                  <a:pt x="2277006" y="698500"/>
                </a:lnTo>
                <a:lnTo>
                  <a:pt x="2245257" y="673100"/>
                </a:lnTo>
                <a:lnTo>
                  <a:pt x="2206033" y="673100"/>
                </a:lnTo>
                <a:lnTo>
                  <a:pt x="2155384" y="685800"/>
                </a:lnTo>
                <a:lnTo>
                  <a:pt x="2089360" y="711200"/>
                </a:lnTo>
                <a:lnTo>
                  <a:pt x="1997953" y="736600"/>
                </a:lnTo>
                <a:lnTo>
                  <a:pt x="1936070" y="774700"/>
                </a:lnTo>
                <a:lnTo>
                  <a:pt x="1897003" y="787400"/>
                </a:lnTo>
                <a:lnTo>
                  <a:pt x="1874044" y="812800"/>
                </a:lnTo>
                <a:lnTo>
                  <a:pt x="1860485" y="838200"/>
                </a:lnTo>
                <a:lnTo>
                  <a:pt x="1849739" y="876300"/>
                </a:lnTo>
                <a:lnTo>
                  <a:pt x="1855640" y="914400"/>
                </a:lnTo>
                <a:lnTo>
                  <a:pt x="1875916" y="939800"/>
                </a:lnTo>
                <a:lnTo>
                  <a:pt x="1908299" y="965200"/>
                </a:lnTo>
                <a:close/>
              </a:path>
              <a:path w="4883785" h="2775585">
                <a:moveTo>
                  <a:pt x="719488" y="1117600"/>
                </a:moveTo>
                <a:lnTo>
                  <a:pt x="1290269" y="1117600"/>
                </a:lnTo>
                <a:lnTo>
                  <a:pt x="1347137" y="1104900"/>
                </a:lnTo>
                <a:lnTo>
                  <a:pt x="1400917" y="1104900"/>
                </a:lnTo>
                <a:lnTo>
                  <a:pt x="1450983" y="1092200"/>
                </a:lnTo>
                <a:lnTo>
                  <a:pt x="1496711" y="1079500"/>
                </a:lnTo>
                <a:lnTo>
                  <a:pt x="1537474" y="1079500"/>
                </a:lnTo>
                <a:lnTo>
                  <a:pt x="1601609" y="1054100"/>
                </a:lnTo>
                <a:lnTo>
                  <a:pt x="1656217" y="1016000"/>
                </a:lnTo>
                <a:lnTo>
                  <a:pt x="1680834" y="977900"/>
                </a:lnTo>
                <a:lnTo>
                  <a:pt x="1694707" y="939800"/>
                </a:lnTo>
                <a:lnTo>
                  <a:pt x="1694794" y="927100"/>
                </a:lnTo>
                <a:lnTo>
                  <a:pt x="1694881" y="914400"/>
                </a:lnTo>
                <a:lnTo>
                  <a:pt x="1682008" y="876300"/>
                </a:lnTo>
                <a:lnTo>
                  <a:pt x="1634002" y="838200"/>
                </a:lnTo>
                <a:lnTo>
                  <a:pt x="1596938" y="825500"/>
                </a:lnTo>
                <a:lnTo>
                  <a:pt x="1539469" y="838200"/>
                </a:lnTo>
                <a:lnTo>
                  <a:pt x="1451845" y="850900"/>
                </a:lnTo>
                <a:lnTo>
                  <a:pt x="1400096" y="863600"/>
                </a:lnTo>
                <a:lnTo>
                  <a:pt x="1230113" y="901700"/>
                </a:lnTo>
                <a:lnTo>
                  <a:pt x="1171052" y="901700"/>
                </a:lnTo>
                <a:lnTo>
                  <a:pt x="1112048" y="914400"/>
                </a:lnTo>
                <a:lnTo>
                  <a:pt x="585968" y="914400"/>
                </a:lnTo>
                <a:lnTo>
                  <a:pt x="569693" y="939800"/>
                </a:lnTo>
                <a:lnTo>
                  <a:pt x="557342" y="977900"/>
                </a:lnTo>
                <a:lnTo>
                  <a:pt x="562117" y="1016000"/>
                </a:lnTo>
                <a:lnTo>
                  <a:pt x="584557" y="1054100"/>
                </a:lnTo>
                <a:lnTo>
                  <a:pt x="625200" y="1079500"/>
                </a:lnTo>
                <a:lnTo>
                  <a:pt x="684585" y="1104900"/>
                </a:lnTo>
                <a:lnTo>
                  <a:pt x="719488" y="1117600"/>
                </a:lnTo>
                <a:close/>
              </a:path>
              <a:path w="4883785" h="2775585">
                <a:moveTo>
                  <a:pt x="87546" y="1130300"/>
                </a:moveTo>
                <a:lnTo>
                  <a:pt x="188763" y="1130300"/>
                </a:lnTo>
                <a:lnTo>
                  <a:pt x="228266" y="1104900"/>
                </a:lnTo>
                <a:lnTo>
                  <a:pt x="258780" y="1066800"/>
                </a:lnTo>
                <a:lnTo>
                  <a:pt x="265335" y="1028700"/>
                </a:lnTo>
                <a:lnTo>
                  <a:pt x="260609" y="990600"/>
                </a:lnTo>
                <a:lnTo>
                  <a:pt x="245305" y="965200"/>
                </a:lnTo>
                <a:lnTo>
                  <a:pt x="217742" y="939800"/>
                </a:lnTo>
                <a:lnTo>
                  <a:pt x="176233" y="927100"/>
                </a:lnTo>
                <a:lnTo>
                  <a:pt x="119096" y="901700"/>
                </a:lnTo>
                <a:lnTo>
                  <a:pt x="44646" y="876300"/>
                </a:lnTo>
                <a:lnTo>
                  <a:pt x="0" y="863600"/>
                </a:lnTo>
                <a:lnTo>
                  <a:pt x="0" y="1104900"/>
                </a:lnTo>
                <a:lnTo>
                  <a:pt x="39492" y="1117600"/>
                </a:lnTo>
                <a:lnTo>
                  <a:pt x="87546" y="1130300"/>
                </a:lnTo>
                <a:close/>
              </a:path>
              <a:path w="4883785" h="2775585">
                <a:moveTo>
                  <a:pt x="585968" y="914400"/>
                </a:moveTo>
                <a:lnTo>
                  <a:pt x="801411" y="914400"/>
                </a:lnTo>
                <a:lnTo>
                  <a:pt x="763904" y="901700"/>
                </a:lnTo>
                <a:lnTo>
                  <a:pt x="732482" y="901700"/>
                </a:lnTo>
                <a:lnTo>
                  <a:pt x="673966" y="889000"/>
                </a:lnTo>
                <a:lnTo>
                  <a:pt x="628352" y="889000"/>
                </a:lnTo>
                <a:lnTo>
                  <a:pt x="594106" y="901700"/>
                </a:lnTo>
                <a:lnTo>
                  <a:pt x="585968" y="914400"/>
                </a:lnTo>
                <a:close/>
              </a:path>
              <a:path w="4883785" h="2775585">
                <a:moveTo>
                  <a:pt x="1691330" y="1752600"/>
                </a:moveTo>
                <a:lnTo>
                  <a:pt x="1711795" y="1752600"/>
                </a:lnTo>
                <a:lnTo>
                  <a:pt x="1741675" y="1739900"/>
                </a:lnTo>
                <a:lnTo>
                  <a:pt x="1779621" y="1739900"/>
                </a:lnTo>
                <a:lnTo>
                  <a:pt x="1824287" y="1727200"/>
                </a:lnTo>
                <a:lnTo>
                  <a:pt x="1874326" y="1714500"/>
                </a:lnTo>
                <a:lnTo>
                  <a:pt x="1928389" y="1701800"/>
                </a:lnTo>
                <a:lnTo>
                  <a:pt x="1985131" y="1689100"/>
                </a:lnTo>
                <a:lnTo>
                  <a:pt x="2043203" y="1663700"/>
                </a:lnTo>
                <a:lnTo>
                  <a:pt x="2157949" y="1638300"/>
                </a:lnTo>
                <a:lnTo>
                  <a:pt x="2211928" y="1612900"/>
                </a:lnTo>
                <a:lnTo>
                  <a:pt x="2261849" y="1600200"/>
                </a:lnTo>
                <a:lnTo>
                  <a:pt x="2318615" y="1574800"/>
                </a:lnTo>
                <a:lnTo>
                  <a:pt x="2374629" y="1562100"/>
                </a:lnTo>
                <a:lnTo>
                  <a:pt x="2429565" y="1536700"/>
                </a:lnTo>
                <a:lnTo>
                  <a:pt x="2483099" y="1511300"/>
                </a:lnTo>
                <a:lnTo>
                  <a:pt x="2534909" y="1498600"/>
                </a:lnTo>
                <a:lnTo>
                  <a:pt x="2584668" y="1473200"/>
                </a:lnTo>
                <a:lnTo>
                  <a:pt x="2632054" y="1447800"/>
                </a:lnTo>
                <a:lnTo>
                  <a:pt x="2676741" y="1422400"/>
                </a:lnTo>
                <a:lnTo>
                  <a:pt x="2718406" y="1397000"/>
                </a:lnTo>
                <a:lnTo>
                  <a:pt x="2756725" y="1384300"/>
                </a:lnTo>
                <a:lnTo>
                  <a:pt x="2791372" y="1358900"/>
                </a:lnTo>
                <a:lnTo>
                  <a:pt x="2822025" y="1333500"/>
                </a:lnTo>
                <a:lnTo>
                  <a:pt x="2848359" y="1320800"/>
                </a:lnTo>
                <a:lnTo>
                  <a:pt x="2870049" y="1295400"/>
                </a:lnTo>
                <a:lnTo>
                  <a:pt x="2901789" y="1257300"/>
                </a:lnTo>
                <a:lnTo>
                  <a:pt x="2914915" y="1219200"/>
                </a:lnTo>
                <a:lnTo>
                  <a:pt x="2909465" y="1181100"/>
                </a:lnTo>
                <a:lnTo>
                  <a:pt x="2885479" y="1143000"/>
                </a:lnTo>
                <a:lnTo>
                  <a:pt x="2850643" y="1117600"/>
                </a:lnTo>
                <a:lnTo>
                  <a:pt x="2810045" y="1104900"/>
                </a:lnTo>
                <a:lnTo>
                  <a:pt x="2763520" y="1117600"/>
                </a:lnTo>
                <a:lnTo>
                  <a:pt x="2710898" y="1155700"/>
                </a:lnTo>
                <a:lnTo>
                  <a:pt x="2687067" y="1168400"/>
                </a:lnTo>
                <a:lnTo>
                  <a:pt x="2660425" y="1193800"/>
                </a:lnTo>
                <a:lnTo>
                  <a:pt x="2631000" y="1206500"/>
                </a:lnTo>
                <a:lnTo>
                  <a:pt x="2598821" y="1219200"/>
                </a:lnTo>
                <a:lnTo>
                  <a:pt x="2563915" y="1244600"/>
                </a:lnTo>
                <a:lnTo>
                  <a:pt x="2526312" y="1257300"/>
                </a:lnTo>
                <a:lnTo>
                  <a:pt x="2486040" y="1270000"/>
                </a:lnTo>
                <a:lnTo>
                  <a:pt x="2443128" y="1295400"/>
                </a:lnTo>
                <a:lnTo>
                  <a:pt x="2397605" y="1308100"/>
                </a:lnTo>
                <a:lnTo>
                  <a:pt x="2349498" y="1333500"/>
                </a:lnTo>
                <a:lnTo>
                  <a:pt x="2298837" y="1346200"/>
                </a:lnTo>
                <a:lnTo>
                  <a:pt x="2245649" y="1371600"/>
                </a:lnTo>
                <a:lnTo>
                  <a:pt x="2131811" y="1397000"/>
                </a:lnTo>
                <a:lnTo>
                  <a:pt x="2071217" y="1422400"/>
                </a:lnTo>
                <a:lnTo>
                  <a:pt x="2008211" y="1435100"/>
                </a:lnTo>
                <a:lnTo>
                  <a:pt x="1942823" y="1460500"/>
                </a:lnTo>
                <a:lnTo>
                  <a:pt x="1805009" y="1485900"/>
                </a:lnTo>
                <a:lnTo>
                  <a:pt x="1726986" y="1511300"/>
                </a:lnTo>
                <a:lnTo>
                  <a:pt x="1668482" y="1536700"/>
                </a:lnTo>
                <a:lnTo>
                  <a:pt x="1626381" y="1549400"/>
                </a:lnTo>
                <a:lnTo>
                  <a:pt x="1597568" y="1562100"/>
                </a:lnTo>
                <a:lnTo>
                  <a:pt x="1578928" y="1587500"/>
                </a:lnTo>
                <a:lnTo>
                  <a:pt x="1567344" y="1612900"/>
                </a:lnTo>
                <a:lnTo>
                  <a:pt x="1561147" y="1651000"/>
                </a:lnTo>
                <a:lnTo>
                  <a:pt x="1572267" y="1689100"/>
                </a:lnTo>
                <a:lnTo>
                  <a:pt x="1598883" y="1727200"/>
                </a:lnTo>
                <a:lnTo>
                  <a:pt x="1639177" y="1739900"/>
                </a:lnTo>
                <a:lnTo>
                  <a:pt x="1691330" y="1752600"/>
                </a:lnTo>
                <a:close/>
              </a:path>
              <a:path w="4883785" h="2775585">
                <a:moveTo>
                  <a:pt x="800178" y="1130300"/>
                </a:moveTo>
                <a:lnTo>
                  <a:pt x="1169769" y="1130300"/>
                </a:lnTo>
                <a:lnTo>
                  <a:pt x="1230938" y="1117600"/>
                </a:lnTo>
                <a:lnTo>
                  <a:pt x="755948" y="1117600"/>
                </a:lnTo>
                <a:lnTo>
                  <a:pt x="800178" y="1130300"/>
                </a:lnTo>
                <a:close/>
              </a:path>
              <a:path w="4883785" h="2775585">
                <a:moveTo>
                  <a:pt x="3776453" y="1536700"/>
                </a:moveTo>
                <a:lnTo>
                  <a:pt x="3783408" y="1536700"/>
                </a:lnTo>
                <a:lnTo>
                  <a:pt x="3790489" y="1524000"/>
                </a:lnTo>
                <a:lnTo>
                  <a:pt x="3804979" y="1524000"/>
                </a:lnTo>
                <a:lnTo>
                  <a:pt x="3830272" y="1511300"/>
                </a:lnTo>
                <a:lnTo>
                  <a:pt x="3866682" y="1485900"/>
                </a:lnTo>
                <a:lnTo>
                  <a:pt x="3909374" y="1447800"/>
                </a:lnTo>
                <a:lnTo>
                  <a:pt x="3953514" y="1409700"/>
                </a:lnTo>
                <a:lnTo>
                  <a:pt x="3994268" y="1371600"/>
                </a:lnTo>
                <a:lnTo>
                  <a:pt x="4026802" y="1333500"/>
                </a:lnTo>
                <a:lnTo>
                  <a:pt x="4046282" y="1308100"/>
                </a:lnTo>
                <a:lnTo>
                  <a:pt x="4059595" y="1270000"/>
                </a:lnTo>
                <a:lnTo>
                  <a:pt x="4056567" y="1219200"/>
                </a:lnTo>
                <a:lnTo>
                  <a:pt x="4038430" y="1181100"/>
                </a:lnTo>
                <a:lnTo>
                  <a:pt x="4006419" y="1155700"/>
                </a:lnTo>
                <a:lnTo>
                  <a:pt x="3979541" y="1143000"/>
                </a:lnTo>
                <a:lnTo>
                  <a:pt x="3953285" y="1143000"/>
                </a:lnTo>
                <a:lnTo>
                  <a:pt x="3924278" y="1155700"/>
                </a:lnTo>
                <a:lnTo>
                  <a:pt x="3889144" y="1181100"/>
                </a:lnTo>
                <a:lnTo>
                  <a:pt x="3844511" y="1219200"/>
                </a:lnTo>
                <a:lnTo>
                  <a:pt x="3787002" y="1282700"/>
                </a:lnTo>
                <a:lnTo>
                  <a:pt x="3723361" y="1346200"/>
                </a:lnTo>
                <a:lnTo>
                  <a:pt x="3686207" y="1384300"/>
                </a:lnTo>
                <a:lnTo>
                  <a:pt x="3668833" y="1409700"/>
                </a:lnTo>
                <a:lnTo>
                  <a:pt x="3664532" y="1435100"/>
                </a:lnTo>
                <a:lnTo>
                  <a:pt x="3672969" y="1473200"/>
                </a:lnTo>
                <a:lnTo>
                  <a:pt x="3696358" y="1511300"/>
                </a:lnTo>
                <a:lnTo>
                  <a:pt x="3731814" y="1524000"/>
                </a:lnTo>
                <a:lnTo>
                  <a:pt x="3776453" y="1536700"/>
                </a:lnTo>
                <a:close/>
              </a:path>
              <a:path w="4883785" h="2775585">
                <a:moveTo>
                  <a:pt x="571270" y="1879600"/>
                </a:moveTo>
                <a:lnTo>
                  <a:pt x="652149" y="1879600"/>
                </a:lnTo>
                <a:lnTo>
                  <a:pt x="669125" y="1866900"/>
                </a:lnTo>
                <a:lnTo>
                  <a:pt x="687010" y="1854200"/>
                </a:lnTo>
                <a:lnTo>
                  <a:pt x="710135" y="1816100"/>
                </a:lnTo>
                <a:lnTo>
                  <a:pt x="717628" y="1778000"/>
                </a:lnTo>
                <a:lnTo>
                  <a:pt x="709433" y="1752600"/>
                </a:lnTo>
                <a:lnTo>
                  <a:pt x="685494" y="1714500"/>
                </a:lnTo>
                <a:lnTo>
                  <a:pt x="671616" y="1701800"/>
                </a:lnTo>
                <a:lnTo>
                  <a:pt x="657454" y="1689100"/>
                </a:lnTo>
                <a:lnTo>
                  <a:pt x="644655" y="1689100"/>
                </a:lnTo>
                <a:lnTo>
                  <a:pt x="634869" y="1676400"/>
                </a:lnTo>
                <a:lnTo>
                  <a:pt x="616268" y="1676400"/>
                </a:lnTo>
                <a:lnTo>
                  <a:pt x="579053" y="1663700"/>
                </a:lnTo>
                <a:lnTo>
                  <a:pt x="528593" y="1651000"/>
                </a:lnTo>
                <a:lnTo>
                  <a:pt x="470261" y="1638300"/>
                </a:lnTo>
                <a:lnTo>
                  <a:pt x="426809" y="1625600"/>
                </a:lnTo>
                <a:lnTo>
                  <a:pt x="378599" y="1600200"/>
                </a:lnTo>
                <a:lnTo>
                  <a:pt x="278786" y="1574800"/>
                </a:lnTo>
                <a:lnTo>
                  <a:pt x="232622" y="1562100"/>
                </a:lnTo>
                <a:lnTo>
                  <a:pt x="192581" y="1562100"/>
                </a:lnTo>
                <a:lnTo>
                  <a:pt x="128491" y="1536700"/>
                </a:lnTo>
                <a:lnTo>
                  <a:pt x="69124" y="1524000"/>
                </a:lnTo>
                <a:lnTo>
                  <a:pt x="13941" y="1511300"/>
                </a:lnTo>
                <a:lnTo>
                  <a:pt x="0" y="1511300"/>
                </a:lnTo>
                <a:lnTo>
                  <a:pt x="0" y="1739900"/>
                </a:lnTo>
                <a:lnTo>
                  <a:pt x="33733" y="1752600"/>
                </a:lnTo>
                <a:lnTo>
                  <a:pt x="103586" y="1765300"/>
                </a:lnTo>
                <a:lnTo>
                  <a:pt x="163133" y="1778000"/>
                </a:lnTo>
                <a:lnTo>
                  <a:pt x="214829" y="1790700"/>
                </a:lnTo>
                <a:lnTo>
                  <a:pt x="261129" y="1790700"/>
                </a:lnTo>
                <a:lnTo>
                  <a:pt x="347360" y="1816100"/>
                </a:lnTo>
                <a:lnTo>
                  <a:pt x="392200" y="1828800"/>
                </a:lnTo>
                <a:lnTo>
                  <a:pt x="441463" y="1854200"/>
                </a:lnTo>
                <a:lnTo>
                  <a:pt x="486286" y="1866900"/>
                </a:lnTo>
                <a:lnTo>
                  <a:pt x="531307" y="1866900"/>
                </a:lnTo>
                <a:lnTo>
                  <a:pt x="571270" y="1879600"/>
                </a:lnTo>
                <a:close/>
              </a:path>
              <a:path w="4883785" h="2775585">
                <a:moveTo>
                  <a:pt x="1063403" y="1841500"/>
                </a:moveTo>
                <a:lnTo>
                  <a:pt x="1169849" y="1841500"/>
                </a:lnTo>
                <a:lnTo>
                  <a:pt x="1198113" y="1828800"/>
                </a:lnTo>
                <a:lnTo>
                  <a:pt x="1266125" y="1816100"/>
                </a:lnTo>
                <a:lnTo>
                  <a:pt x="1322357" y="1790700"/>
                </a:lnTo>
                <a:lnTo>
                  <a:pt x="1366548" y="1765300"/>
                </a:lnTo>
                <a:lnTo>
                  <a:pt x="1398436" y="1739900"/>
                </a:lnTo>
                <a:lnTo>
                  <a:pt x="1417760" y="1701800"/>
                </a:lnTo>
                <a:lnTo>
                  <a:pt x="1424259" y="1676400"/>
                </a:lnTo>
                <a:lnTo>
                  <a:pt x="1419347" y="1651000"/>
                </a:lnTo>
                <a:lnTo>
                  <a:pt x="1406108" y="1625600"/>
                </a:lnTo>
                <a:lnTo>
                  <a:pt x="1386788" y="1600200"/>
                </a:lnTo>
                <a:lnTo>
                  <a:pt x="1363630" y="1587500"/>
                </a:lnTo>
                <a:lnTo>
                  <a:pt x="1338246" y="1574800"/>
                </a:lnTo>
                <a:lnTo>
                  <a:pt x="1317211" y="1574800"/>
                </a:lnTo>
                <a:lnTo>
                  <a:pt x="1285660" y="1587500"/>
                </a:lnTo>
                <a:lnTo>
                  <a:pt x="1228731" y="1600200"/>
                </a:lnTo>
                <a:lnTo>
                  <a:pt x="1155066" y="1625600"/>
                </a:lnTo>
                <a:lnTo>
                  <a:pt x="1122582" y="1625600"/>
                </a:lnTo>
                <a:lnTo>
                  <a:pt x="1098681" y="1638300"/>
                </a:lnTo>
                <a:lnTo>
                  <a:pt x="1055742" y="1651000"/>
                </a:lnTo>
                <a:lnTo>
                  <a:pt x="1023355" y="1676400"/>
                </a:lnTo>
                <a:lnTo>
                  <a:pt x="1002347" y="1701800"/>
                </a:lnTo>
                <a:lnTo>
                  <a:pt x="993547" y="1739900"/>
                </a:lnTo>
                <a:lnTo>
                  <a:pt x="997782" y="1778000"/>
                </a:lnTo>
                <a:lnTo>
                  <a:pt x="1015878" y="1803400"/>
                </a:lnTo>
                <a:lnTo>
                  <a:pt x="1048662" y="1828800"/>
                </a:lnTo>
                <a:lnTo>
                  <a:pt x="1063403" y="1841500"/>
                </a:lnTo>
                <a:close/>
              </a:path>
              <a:path w="4883785" h="2775585">
                <a:moveTo>
                  <a:pt x="2902641" y="2184400"/>
                </a:moveTo>
                <a:lnTo>
                  <a:pt x="2960207" y="2184400"/>
                </a:lnTo>
                <a:lnTo>
                  <a:pt x="2994403" y="2171700"/>
                </a:lnTo>
                <a:lnTo>
                  <a:pt x="3035994" y="2159000"/>
                </a:lnTo>
                <a:lnTo>
                  <a:pt x="3086677" y="2120900"/>
                </a:lnTo>
                <a:lnTo>
                  <a:pt x="3131005" y="2095500"/>
                </a:lnTo>
                <a:lnTo>
                  <a:pt x="3179614" y="2057400"/>
                </a:lnTo>
                <a:lnTo>
                  <a:pt x="3280933" y="1981200"/>
                </a:lnTo>
                <a:lnTo>
                  <a:pt x="3329275" y="1943100"/>
                </a:lnTo>
                <a:lnTo>
                  <a:pt x="3373158" y="1905000"/>
                </a:lnTo>
                <a:lnTo>
                  <a:pt x="3410398" y="1866900"/>
                </a:lnTo>
                <a:lnTo>
                  <a:pt x="3438810" y="1841500"/>
                </a:lnTo>
                <a:lnTo>
                  <a:pt x="3456210" y="1828800"/>
                </a:lnTo>
                <a:lnTo>
                  <a:pt x="3475625" y="1790700"/>
                </a:lnTo>
                <a:lnTo>
                  <a:pt x="3481951" y="1752600"/>
                </a:lnTo>
                <a:lnTo>
                  <a:pt x="3475211" y="1714500"/>
                </a:lnTo>
                <a:lnTo>
                  <a:pt x="3455422" y="1676400"/>
                </a:lnTo>
                <a:lnTo>
                  <a:pt x="3420911" y="1651000"/>
                </a:lnTo>
                <a:lnTo>
                  <a:pt x="3382042" y="1651000"/>
                </a:lnTo>
                <a:lnTo>
                  <a:pt x="3338757" y="1663700"/>
                </a:lnTo>
                <a:lnTo>
                  <a:pt x="3290996" y="1701800"/>
                </a:lnTo>
                <a:lnTo>
                  <a:pt x="3261783" y="1727200"/>
                </a:lnTo>
                <a:lnTo>
                  <a:pt x="3227558" y="1752600"/>
                </a:lnTo>
                <a:lnTo>
                  <a:pt x="3189392" y="1778000"/>
                </a:lnTo>
                <a:lnTo>
                  <a:pt x="3148355" y="1816100"/>
                </a:lnTo>
                <a:lnTo>
                  <a:pt x="3105518" y="1841500"/>
                </a:lnTo>
                <a:lnTo>
                  <a:pt x="3061951" y="1879600"/>
                </a:lnTo>
                <a:lnTo>
                  <a:pt x="3018724" y="1905000"/>
                </a:lnTo>
                <a:lnTo>
                  <a:pt x="2976908" y="1930400"/>
                </a:lnTo>
                <a:lnTo>
                  <a:pt x="2920912" y="1981200"/>
                </a:lnTo>
                <a:lnTo>
                  <a:pt x="2880996" y="2019300"/>
                </a:lnTo>
                <a:lnTo>
                  <a:pt x="2856874" y="2044700"/>
                </a:lnTo>
                <a:lnTo>
                  <a:pt x="2848260" y="2082800"/>
                </a:lnTo>
                <a:lnTo>
                  <a:pt x="2854869" y="2120900"/>
                </a:lnTo>
                <a:lnTo>
                  <a:pt x="2876415" y="2159000"/>
                </a:lnTo>
                <a:lnTo>
                  <a:pt x="2889356" y="2171700"/>
                </a:lnTo>
                <a:lnTo>
                  <a:pt x="2902641" y="2184400"/>
                </a:lnTo>
                <a:close/>
              </a:path>
            </a:pathLst>
          </a:custGeom>
          <a:solidFill>
            <a:srgbClr val="F5F6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60171" rIns="0" bIns="0" rtlCol="0" vert="horz">
            <a:spAutoFit/>
          </a:bodyPr>
          <a:lstStyle/>
          <a:p>
            <a:pPr marL="2242820">
              <a:lnSpc>
                <a:spcPct val="100000"/>
              </a:lnSpc>
              <a:spcBef>
                <a:spcPts val="100"/>
              </a:spcBef>
            </a:pPr>
            <a:r>
              <a:rPr dirty="0" sz="3200" spc="250"/>
              <a:t>RESULTS</a:t>
            </a:r>
            <a:r>
              <a:rPr dirty="0" sz="3200" spc="170"/>
              <a:t> </a:t>
            </a:r>
            <a:r>
              <a:rPr dirty="0" sz="3200"/>
              <a:t>—</a:t>
            </a:r>
            <a:r>
              <a:rPr dirty="0" sz="3200" spc="175"/>
              <a:t> </a:t>
            </a:r>
            <a:r>
              <a:rPr dirty="0" sz="3200" spc="265"/>
              <a:t>VIEW</a:t>
            </a:r>
            <a:r>
              <a:rPr dirty="0" sz="3200" spc="170"/>
              <a:t> </a:t>
            </a:r>
            <a:r>
              <a:rPr dirty="0" sz="3200" spc="285"/>
              <a:t>TIME</a:t>
            </a:r>
            <a:endParaRPr sz="3200"/>
          </a:p>
        </p:txBody>
      </p:sp>
      <p:grpSp>
        <p:nvGrpSpPr>
          <p:cNvPr id="2" name="object 2"/>
          <p:cNvGrpSpPr/>
          <p:nvPr/>
        </p:nvGrpSpPr>
        <p:grpSpPr>
          <a:xfrm>
            <a:off x="15442499" y="1037585"/>
            <a:ext cx="1416050" cy="2425700"/>
            <a:chOff x="15442499" y="1037585"/>
            <a:chExt cx="1416050" cy="2425700"/>
          </a:xfrm>
        </p:grpSpPr>
        <p:sp>
          <p:nvSpPr>
            <p:cNvPr id="3" name="object 3"/>
            <p:cNvSpPr/>
            <p:nvPr/>
          </p:nvSpPr>
          <p:spPr>
            <a:xfrm>
              <a:off x="15448801" y="1042769"/>
              <a:ext cx="1324610" cy="2360295"/>
            </a:xfrm>
            <a:custGeom>
              <a:avLst/>
              <a:gdLst/>
              <a:ahLst/>
              <a:cxnLst/>
              <a:rect l="l" t="t" r="r" b="b"/>
              <a:pathLst>
                <a:path w="1324609" h="2360295">
                  <a:moveTo>
                    <a:pt x="1324261" y="217601"/>
                  </a:moveTo>
                  <a:lnTo>
                    <a:pt x="247488" y="217601"/>
                  </a:lnTo>
                  <a:lnTo>
                    <a:pt x="247488" y="577760"/>
                  </a:lnTo>
                  <a:lnTo>
                    <a:pt x="249581" y="638053"/>
                  </a:lnTo>
                  <a:lnTo>
                    <a:pt x="255619" y="692491"/>
                  </a:lnTo>
                  <a:lnTo>
                    <a:pt x="265245" y="741509"/>
                  </a:lnTo>
                  <a:lnTo>
                    <a:pt x="278100" y="785538"/>
                  </a:lnTo>
                  <a:lnTo>
                    <a:pt x="293824" y="825013"/>
                  </a:lnTo>
                  <a:lnTo>
                    <a:pt x="312060" y="860368"/>
                  </a:lnTo>
                  <a:lnTo>
                    <a:pt x="354629" y="920451"/>
                  </a:lnTo>
                  <a:lnTo>
                    <a:pt x="402938" y="969255"/>
                  </a:lnTo>
                  <a:lnTo>
                    <a:pt x="454117" y="1010249"/>
                  </a:lnTo>
                  <a:lnTo>
                    <a:pt x="505296" y="1046900"/>
                  </a:lnTo>
                  <a:lnTo>
                    <a:pt x="529988" y="1064682"/>
                  </a:lnTo>
                  <a:lnTo>
                    <a:pt x="575786" y="1101324"/>
                  </a:lnTo>
                  <a:lnTo>
                    <a:pt x="614409" y="1142297"/>
                  </a:lnTo>
                  <a:lnTo>
                    <a:pt x="642988" y="1191067"/>
                  </a:lnTo>
                  <a:lnTo>
                    <a:pt x="658653" y="1251104"/>
                  </a:lnTo>
                  <a:lnTo>
                    <a:pt x="660745" y="1286432"/>
                  </a:lnTo>
                  <a:lnTo>
                    <a:pt x="658653" y="1321757"/>
                  </a:lnTo>
                  <a:lnTo>
                    <a:pt x="642987" y="1381792"/>
                  </a:lnTo>
                  <a:lnTo>
                    <a:pt x="614406" y="1430560"/>
                  </a:lnTo>
                  <a:lnTo>
                    <a:pt x="575782" y="1471531"/>
                  </a:lnTo>
                  <a:lnTo>
                    <a:pt x="529983" y="1508173"/>
                  </a:lnTo>
                  <a:lnTo>
                    <a:pt x="479881" y="1543954"/>
                  </a:lnTo>
                  <a:lnTo>
                    <a:pt x="454113" y="1562605"/>
                  </a:lnTo>
                  <a:lnTo>
                    <a:pt x="402935" y="1603598"/>
                  </a:lnTo>
                  <a:lnTo>
                    <a:pt x="354628" y="1652401"/>
                  </a:lnTo>
                  <a:lnTo>
                    <a:pt x="312059" y="1712482"/>
                  </a:lnTo>
                  <a:lnTo>
                    <a:pt x="293824" y="1747835"/>
                  </a:lnTo>
                  <a:lnTo>
                    <a:pt x="278100" y="1787309"/>
                  </a:lnTo>
                  <a:lnTo>
                    <a:pt x="265246" y="1831337"/>
                  </a:lnTo>
                  <a:lnTo>
                    <a:pt x="255620" y="1880352"/>
                  </a:lnTo>
                  <a:lnTo>
                    <a:pt x="249581" y="1934787"/>
                  </a:lnTo>
                  <a:lnTo>
                    <a:pt x="247489" y="1995077"/>
                  </a:lnTo>
                  <a:lnTo>
                    <a:pt x="247489" y="2360257"/>
                  </a:lnTo>
                  <a:lnTo>
                    <a:pt x="1324262" y="2360257"/>
                  </a:lnTo>
                  <a:lnTo>
                    <a:pt x="1324262" y="1995077"/>
                  </a:lnTo>
                  <a:lnTo>
                    <a:pt x="1322169" y="1934787"/>
                  </a:lnTo>
                  <a:lnTo>
                    <a:pt x="1316130" y="1880352"/>
                  </a:lnTo>
                  <a:lnTo>
                    <a:pt x="1306504" y="1831337"/>
                  </a:lnTo>
                  <a:lnTo>
                    <a:pt x="1293648" y="1787309"/>
                  </a:lnTo>
                  <a:lnTo>
                    <a:pt x="1277923" y="1747835"/>
                  </a:lnTo>
                  <a:lnTo>
                    <a:pt x="1259686" y="1712482"/>
                  </a:lnTo>
                  <a:lnTo>
                    <a:pt x="1217114" y="1652401"/>
                  </a:lnTo>
                  <a:lnTo>
                    <a:pt x="1168802" y="1603598"/>
                  </a:lnTo>
                  <a:lnTo>
                    <a:pt x="1117620" y="1562605"/>
                  </a:lnTo>
                  <a:lnTo>
                    <a:pt x="1066438" y="1525954"/>
                  </a:lnTo>
                  <a:lnTo>
                    <a:pt x="1041744" y="1508173"/>
                  </a:lnTo>
                  <a:lnTo>
                    <a:pt x="995943" y="1471531"/>
                  </a:lnTo>
                  <a:lnTo>
                    <a:pt x="957318" y="1430560"/>
                  </a:lnTo>
                  <a:lnTo>
                    <a:pt x="928737" y="1381792"/>
                  </a:lnTo>
                  <a:lnTo>
                    <a:pt x="913071" y="1321757"/>
                  </a:lnTo>
                  <a:lnTo>
                    <a:pt x="910979" y="1286432"/>
                  </a:lnTo>
                  <a:lnTo>
                    <a:pt x="913071" y="1251104"/>
                  </a:lnTo>
                  <a:lnTo>
                    <a:pt x="928737" y="1191067"/>
                  </a:lnTo>
                  <a:lnTo>
                    <a:pt x="957317" y="1142297"/>
                  </a:lnTo>
                  <a:lnTo>
                    <a:pt x="995943" y="1101324"/>
                  </a:lnTo>
                  <a:lnTo>
                    <a:pt x="1041744" y="1064682"/>
                  </a:lnTo>
                  <a:lnTo>
                    <a:pt x="1091850" y="1028900"/>
                  </a:lnTo>
                  <a:lnTo>
                    <a:pt x="1117620" y="1010249"/>
                  </a:lnTo>
                  <a:lnTo>
                    <a:pt x="1168802" y="969255"/>
                  </a:lnTo>
                  <a:lnTo>
                    <a:pt x="1217114" y="920451"/>
                  </a:lnTo>
                  <a:lnTo>
                    <a:pt x="1259686" y="860368"/>
                  </a:lnTo>
                  <a:lnTo>
                    <a:pt x="1277922" y="825013"/>
                  </a:lnTo>
                  <a:lnTo>
                    <a:pt x="1293648" y="785538"/>
                  </a:lnTo>
                  <a:lnTo>
                    <a:pt x="1306503" y="741509"/>
                  </a:lnTo>
                  <a:lnTo>
                    <a:pt x="1316130" y="692491"/>
                  </a:lnTo>
                  <a:lnTo>
                    <a:pt x="1322168" y="638053"/>
                  </a:lnTo>
                  <a:lnTo>
                    <a:pt x="1324261" y="577760"/>
                  </a:lnTo>
                  <a:lnTo>
                    <a:pt x="1324261" y="217601"/>
                  </a:lnTo>
                  <a:close/>
                </a:path>
                <a:path w="1324609" h="2360295">
                  <a:moveTo>
                    <a:pt x="862824" y="0"/>
                  </a:moveTo>
                  <a:lnTo>
                    <a:pt x="837209" y="0"/>
                  </a:lnTo>
                  <a:lnTo>
                    <a:pt x="829139" y="1629"/>
                  </a:lnTo>
                  <a:lnTo>
                    <a:pt x="822547" y="6074"/>
                  </a:lnTo>
                  <a:lnTo>
                    <a:pt x="818101" y="12671"/>
                  </a:lnTo>
                  <a:lnTo>
                    <a:pt x="816471" y="20753"/>
                  </a:lnTo>
                  <a:lnTo>
                    <a:pt x="816471" y="47198"/>
                  </a:lnTo>
                  <a:lnTo>
                    <a:pt x="818101" y="55280"/>
                  </a:lnTo>
                  <a:lnTo>
                    <a:pt x="822547" y="61876"/>
                  </a:lnTo>
                  <a:lnTo>
                    <a:pt x="829139" y="66321"/>
                  </a:lnTo>
                  <a:lnTo>
                    <a:pt x="837209" y="67951"/>
                  </a:lnTo>
                  <a:lnTo>
                    <a:pt x="862824" y="67951"/>
                  </a:lnTo>
                  <a:lnTo>
                    <a:pt x="870904" y="66321"/>
                  </a:lnTo>
                  <a:lnTo>
                    <a:pt x="877517" y="61876"/>
                  </a:lnTo>
                  <a:lnTo>
                    <a:pt x="881984" y="55280"/>
                  </a:lnTo>
                  <a:lnTo>
                    <a:pt x="883624" y="47198"/>
                  </a:lnTo>
                  <a:lnTo>
                    <a:pt x="883624" y="20753"/>
                  </a:lnTo>
                  <a:lnTo>
                    <a:pt x="881984" y="12671"/>
                  </a:lnTo>
                  <a:lnTo>
                    <a:pt x="877517" y="6074"/>
                  </a:lnTo>
                  <a:lnTo>
                    <a:pt x="870904" y="1629"/>
                  </a:lnTo>
                  <a:lnTo>
                    <a:pt x="862824" y="0"/>
                  </a:lnTo>
                  <a:close/>
                </a:path>
                <a:path w="1324609" h="2360295">
                  <a:moveTo>
                    <a:pt x="46380" y="1317693"/>
                  </a:moveTo>
                  <a:lnTo>
                    <a:pt x="20733" y="1317693"/>
                  </a:lnTo>
                  <a:lnTo>
                    <a:pt x="12663" y="1319322"/>
                  </a:lnTo>
                  <a:lnTo>
                    <a:pt x="6073" y="1323768"/>
                  </a:lnTo>
                  <a:lnTo>
                    <a:pt x="1630" y="1330364"/>
                  </a:lnTo>
                  <a:lnTo>
                    <a:pt x="0" y="1338446"/>
                  </a:lnTo>
                  <a:lnTo>
                    <a:pt x="0" y="1364891"/>
                  </a:lnTo>
                  <a:lnTo>
                    <a:pt x="1630" y="1372987"/>
                  </a:lnTo>
                  <a:lnTo>
                    <a:pt x="6073" y="1379613"/>
                  </a:lnTo>
                  <a:lnTo>
                    <a:pt x="12663" y="1384088"/>
                  </a:lnTo>
                  <a:lnTo>
                    <a:pt x="20733" y="1385732"/>
                  </a:lnTo>
                  <a:lnTo>
                    <a:pt x="46380" y="1385732"/>
                  </a:lnTo>
                  <a:lnTo>
                    <a:pt x="54449" y="1384088"/>
                  </a:lnTo>
                  <a:lnTo>
                    <a:pt x="61039" y="1379613"/>
                  </a:lnTo>
                  <a:lnTo>
                    <a:pt x="65483" y="1372987"/>
                  </a:lnTo>
                  <a:lnTo>
                    <a:pt x="67112" y="1364891"/>
                  </a:lnTo>
                  <a:lnTo>
                    <a:pt x="67112" y="1338446"/>
                  </a:lnTo>
                  <a:lnTo>
                    <a:pt x="65483" y="1330364"/>
                  </a:lnTo>
                  <a:lnTo>
                    <a:pt x="61039" y="1323768"/>
                  </a:lnTo>
                  <a:lnTo>
                    <a:pt x="54449" y="1319322"/>
                  </a:lnTo>
                  <a:lnTo>
                    <a:pt x="46380" y="1317693"/>
                  </a:lnTo>
                  <a:close/>
                </a:path>
                <a:path w="1324609" h="2360295">
                  <a:moveTo>
                    <a:pt x="46379" y="0"/>
                  </a:moveTo>
                  <a:lnTo>
                    <a:pt x="20732" y="0"/>
                  </a:lnTo>
                  <a:lnTo>
                    <a:pt x="12663" y="1629"/>
                  </a:lnTo>
                  <a:lnTo>
                    <a:pt x="6072" y="6074"/>
                  </a:lnTo>
                  <a:lnTo>
                    <a:pt x="1629" y="12671"/>
                  </a:lnTo>
                  <a:lnTo>
                    <a:pt x="0" y="20753"/>
                  </a:lnTo>
                  <a:lnTo>
                    <a:pt x="0" y="47198"/>
                  </a:lnTo>
                  <a:lnTo>
                    <a:pt x="1629" y="55280"/>
                  </a:lnTo>
                  <a:lnTo>
                    <a:pt x="6072" y="61876"/>
                  </a:lnTo>
                  <a:lnTo>
                    <a:pt x="12663" y="66321"/>
                  </a:lnTo>
                  <a:lnTo>
                    <a:pt x="20732" y="67951"/>
                  </a:lnTo>
                  <a:lnTo>
                    <a:pt x="46379" y="67951"/>
                  </a:lnTo>
                  <a:lnTo>
                    <a:pt x="54448" y="66321"/>
                  </a:lnTo>
                  <a:lnTo>
                    <a:pt x="61039" y="61876"/>
                  </a:lnTo>
                  <a:lnTo>
                    <a:pt x="65482" y="55280"/>
                  </a:lnTo>
                  <a:lnTo>
                    <a:pt x="67111" y="47198"/>
                  </a:lnTo>
                  <a:lnTo>
                    <a:pt x="67111" y="20753"/>
                  </a:lnTo>
                  <a:lnTo>
                    <a:pt x="65482" y="12671"/>
                  </a:lnTo>
                  <a:lnTo>
                    <a:pt x="61038" y="6074"/>
                  </a:lnTo>
                  <a:lnTo>
                    <a:pt x="54448" y="1629"/>
                  </a:lnTo>
                  <a:lnTo>
                    <a:pt x="46379" y="0"/>
                  </a:lnTo>
                  <a:close/>
                </a:path>
              </a:pathLst>
            </a:custGeom>
            <a:solidFill>
              <a:srgbClr val="F5F6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5617233" y="1206430"/>
              <a:ext cx="1235075" cy="2251075"/>
            </a:xfrm>
            <a:custGeom>
              <a:avLst/>
              <a:gdLst/>
              <a:ahLst/>
              <a:cxnLst/>
              <a:rect l="l" t="t" r="r" b="b"/>
              <a:pathLst>
                <a:path w="1235075" h="2251075">
                  <a:moveTo>
                    <a:pt x="1202584" y="0"/>
                  </a:moveTo>
                  <a:lnTo>
                    <a:pt x="32283" y="0"/>
                  </a:lnTo>
                  <a:lnTo>
                    <a:pt x="19717" y="2536"/>
                  </a:lnTo>
                  <a:lnTo>
                    <a:pt x="9455" y="9457"/>
                  </a:lnTo>
                  <a:lnTo>
                    <a:pt x="2537" y="19726"/>
                  </a:lnTo>
                  <a:lnTo>
                    <a:pt x="0" y="32311"/>
                  </a:lnTo>
                  <a:lnTo>
                    <a:pt x="2537" y="44947"/>
                  </a:lnTo>
                  <a:lnTo>
                    <a:pt x="9455" y="55243"/>
                  </a:lnTo>
                  <a:lnTo>
                    <a:pt x="19717" y="62173"/>
                  </a:lnTo>
                  <a:lnTo>
                    <a:pt x="32283" y="64711"/>
                  </a:lnTo>
                  <a:lnTo>
                    <a:pt x="1202584" y="64711"/>
                  </a:lnTo>
                  <a:lnTo>
                    <a:pt x="1215144" y="62173"/>
                  </a:lnTo>
                  <a:lnTo>
                    <a:pt x="1225394" y="55243"/>
                  </a:lnTo>
                  <a:lnTo>
                    <a:pt x="1232300" y="44947"/>
                  </a:lnTo>
                  <a:lnTo>
                    <a:pt x="1234832" y="32311"/>
                  </a:lnTo>
                  <a:lnTo>
                    <a:pt x="1232300" y="19726"/>
                  </a:lnTo>
                  <a:lnTo>
                    <a:pt x="1225394" y="9457"/>
                  </a:lnTo>
                  <a:lnTo>
                    <a:pt x="1215144" y="2536"/>
                  </a:lnTo>
                  <a:lnTo>
                    <a:pt x="1202584" y="0"/>
                  </a:lnTo>
                  <a:close/>
                </a:path>
                <a:path w="1235075" h="2251075">
                  <a:moveTo>
                    <a:pt x="1202585" y="2185831"/>
                  </a:moveTo>
                  <a:lnTo>
                    <a:pt x="32284" y="2185831"/>
                  </a:lnTo>
                  <a:lnTo>
                    <a:pt x="19718" y="2188373"/>
                  </a:lnTo>
                  <a:lnTo>
                    <a:pt x="9457" y="2195305"/>
                  </a:lnTo>
                  <a:lnTo>
                    <a:pt x="2538" y="2205588"/>
                  </a:lnTo>
                  <a:lnTo>
                    <a:pt x="1" y="2218181"/>
                  </a:lnTo>
                  <a:lnTo>
                    <a:pt x="2538" y="2230774"/>
                  </a:lnTo>
                  <a:lnTo>
                    <a:pt x="9457" y="2241056"/>
                  </a:lnTo>
                  <a:lnTo>
                    <a:pt x="19718" y="2247988"/>
                  </a:lnTo>
                  <a:lnTo>
                    <a:pt x="32284" y="2250530"/>
                  </a:lnTo>
                  <a:lnTo>
                    <a:pt x="1202585" y="2250530"/>
                  </a:lnTo>
                  <a:lnTo>
                    <a:pt x="1215145" y="2247988"/>
                  </a:lnTo>
                  <a:lnTo>
                    <a:pt x="1225395" y="2241056"/>
                  </a:lnTo>
                  <a:lnTo>
                    <a:pt x="1232302" y="2230774"/>
                  </a:lnTo>
                  <a:lnTo>
                    <a:pt x="1234833" y="2218181"/>
                  </a:lnTo>
                  <a:lnTo>
                    <a:pt x="1232302" y="2205588"/>
                  </a:lnTo>
                  <a:lnTo>
                    <a:pt x="1225395" y="2195305"/>
                  </a:lnTo>
                  <a:lnTo>
                    <a:pt x="1215145" y="2188373"/>
                  </a:lnTo>
                  <a:lnTo>
                    <a:pt x="1202585" y="2185831"/>
                  </a:lnTo>
                  <a:close/>
                </a:path>
              </a:pathLst>
            </a:custGeom>
            <a:solidFill>
              <a:srgbClr val="E751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5789626" y="1780513"/>
              <a:ext cx="890269" cy="1532255"/>
            </a:xfrm>
            <a:custGeom>
              <a:avLst/>
              <a:gdLst/>
              <a:ahLst/>
              <a:cxnLst/>
              <a:rect l="l" t="t" r="r" b="b"/>
              <a:pathLst>
                <a:path w="890269" h="1532254">
                  <a:moveTo>
                    <a:pt x="851996" y="0"/>
                  </a:moveTo>
                  <a:lnTo>
                    <a:pt x="33374" y="0"/>
                  </a:lnTo>
                  <a:lnTo>
                    <a:pt x="48004" y="34588"/>
                  </a:lnTo>
                  <a:lnTo>
                    <a:pt x="68940" y="70363"/>
                  </a:lnTo>
                  <a:lnTo>
                    <a:pt x="97091" y="106983"/>
                  </a:lnTo>
                  <a:lnTo>
                    <a:pt x="130926" y="143760"/>
                  </a:lnTo>
                  <a:lnTo>
                    <a:pt x="168913" y="180005"/>
                  </a:lnTo>
                  <a:lnTo>
                    <a:pt x="209522" y="215029"/>
                  </a:lnTo>
                  <a:lnTo>
                    <a:pt x="251223" y="248143"/>
                  </a:lnTo>
                  <a:lnTo>
                    <a:pt x="331774" y="305886"/>
                  </a:lnTo>
                  <a:lnTo>
                    <a:pt x="398294" y="347724"/>
                  </a:lnTo>
                  <a:lnTo>
                    <a:pt x="407818" y="358458"/>
                  </a:lnTo>
                  <a:lnTo>
                    <a:pt x="416152" y="374618"/>
                  </a:lnTo>
                  <a:lnTo>
                    <a:pt x="422059" y="395589"/>
                  </a:lnTo>
                  <a:lnTo>
                    <a:pt x="424302" y="420754"/>
                  </a:lnTo>
                  <a:lnTo>
                    <a:pt x="424302" y="638093"/>
                  </a:lnTo>
                  <a:lnTo>
                    <a:pt x="422119" y="722486"/>
                  </a:lnTo>
                  <a:lnTo>
                    <a:pt x="416112" y="773724"/>
                  </a:lnTo>
                  <a:lnTo>
                    <a:pt x="395874" y="823663"/>
                  </a:lnTo>
                  <a:lnTo>
                    <a:pt x="352266" y="868523"/>
                  </a:lnTo>
                  <a:lnTo>
                    <a:pt x="156001" y="1012886"/>
                  </a:lnTo>
                  <a:lnTo>
                    <a:pt x="115445" y="1046699"/>
                  </a:lnTo>
                  <a:lnTo>
                    <a:pt x="78435" y="1081988"/>
                  </a:lnTo>
                  <a:lnTo>
                    <a:pt x="46679" y="1118681"/>
                  </a:lnTo>
                  <a:lnTo>
                    <a:pt x="21884" y="1156706"/>
                  </a:lnTo>
                  <a:lnTo>
                    <a:pt x="5755" y="1195989"/>
                  </a:lnTo>
                  <a:lnTo>
                    <a:pt x="0" y="1236458"/>
                  </a:lnTo>
                  <a:lnTo>
                    <a:pt x="0" y="1531634"/>
                  </a:lnTo>
                  <a:lnTo>
                    <a:pt x="890101" y="1531634"/>
                  </a:lnTo>
                  <a:lnTo>
                    <a:pt x="890100" y="1236432"/>
                  </a:lnTo>
                  <a:lnTo>
                    <a:pt x="867082" y="1161758"/>
                  </a:lnTo>
                  <a:lnTo>
                    <a:pt x="841098" y="1124544"/>
                  </a:lnTo>
                  <a:lnTo>
                    <a:pt x="807916" y="1087782"/>
                  </a:lnTo>
                  <a:lnTo>
                    <a:pt x="769376" y="1051752"/>
                  </a:lnTo>
                  <a:lnTo>
                    <a:pt x="727315" y="1016732"/>
                  </a:lnTo>
                  <a:lnTo>
                    <a:pt x="560656" y="892328"/>
                  </a:lnTo>
                  <a:lnTo>
                    <a:pt x="528582" y="866539"/>
                  </a:lnTo>
                  <a:lnTo>
                    <a:pt x="488816" y="823286"/>
                  </a:lnTo>
                  <a:lnTo>
                    <a:pt x="474570" y="781876"/>
                  </a:lnTo>
                  <a:lnTo>
                    <a:pt x="464806" y="724644"/>
                  </a:lnTo>
                  <a:lnTo>
                    <a:pt x="460370" y="638093"/>
                  </a:lnTo>
                  <a:lnTo>
                    <a:pt x="460370" y="420754"/>
                  </a:lnTo>
                  <a:lnTo>
                    <a:pt x="462539" y="396155"/>
                  </a:lnTo>
                  <a:lnTo>
                    <a:pt x="468255" y="375472"/>
                  </a:lnTo>
                  <a:lnTo>
                    <a:pt x="476326" y="359369"/>
                  </a:lnTo>
                  <a:lnTo>
                    <a:pt x="485591" y="348512"/>
                  </a:lnTo>
                  <a:lnTo>
                    <a:pt x="546337" y="310375"/>
                  </a:lnTo>
                  <a:lnTo>
                    <a:pt x="625924" y="254138"/>
                  </a:lnTo>
                  <a:lnTo>
                    <a:pt x="668398" y="221038"/>
                  </a:lnTo>
                  <a:lnTo>
                    <a:pt x="710320" y="185579"/>
                  </a:lnTo>
                  <a:lnTo>
                    <a:pt x="749935" y="148482"/>
                  </a:lnTo>
                  <a:lnTo>
                    <a:pt x="785490" y="110470"/>
                  </a:lnTo>
                  <a:lnTo>
                    <a:pt x="815230" y="72265"/>
                  </a:lnTo>
                  <a:lnTo>
                    <a:pt x="848501" y="8844"/>
                  </a:lnTo>
                  <a:lnTo>
                    <a:pt x="851996" y="0"/>
                  </a:lnTo>
                  <a:close/>
                </a:path>
              </a:pathLst>
            </a:custGeom>
            <a:solidFill>
              <a:srgbClr val="7589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5442499" y="1037585"/>
              <a:ext cx="1416050" cy="2425700"/>
            </a:xfrm>
            <a:custGeom>
              <a:avLst/>
              <a:gdLst/>
              <a:ahLst/>
              <a:cxnLst/>
              <a:rect l="l" t="t" r="r" b="b"/>
              <a:pathLst>
                <a:path w="1416050" h="2425700">
                  <a:moveTo>
                    <a:pt x="207018" y="2362199"/>
                  </a:moveTo>
                  <a:lnTo>
                    <a:pt x="179746" y="2362199"/>
                  </a:lnTo>
                  <a:lnTo>
                    <a:pt x="171470" y="2374899"/>
                  </a:lnTo>
                  <a:lnTo>
                    <a:pt x="168434" y="2387599"/>
                  </a:lnTo>
                  <a:lnTo>
                    <a:pt x="171470" y="2412999"/>
                  </a:lnTo>
                  <a:lnTo>
                    <a:pt x="179746" y="2425699"/>
                  </a:lnTo>
                  <a:lnTo>
                    <a:pt x="207018" y="2425699"/>
                  </a:lnTo>
                  <a:lnTo>
                    <a:pt x="196916" y="2412999"/>
                  </a:lnTo>
                  <a:lnTo>
                    <a:pt x="188656" y="2412999"/>
                  </a:lnTo>
                  <a:lnTo>
                    <a:pt x="183082" y="2400299"/>
                  </a:lnTo>
                  <a:lnTo>
                    <a:pt x="181036" y="2387599"/>
                  </a:lnTo>
                  <a:lnTo>
                    <a:pt x="183082" y="2387599"/>
                  </a:lnTo>
                  <a:lnTo>
                    <a:pt x="188656" y="2374899"/>
                  </a:lnTo>
                  <a:lnTo>
                    <a:pt x="196916" y="2374899"/>
                  </a:lnTo>
                  <a:lnTo>
                    <a:pt x="207018" y="2362199"/>
                  </a:lnTo>
                  <a:close/>
                </a:path>
                <a:path w="1416050" h="2425700">
                  <a:moveTo>
                    <a:pt x="1404553" y="2362199"/>
                  </a:moveTo>
                  <a:lnTo>
                    <a:pt x="1377320" y="2362199"/>
                  </a:lnTo>
                  <a:lnTo>
                    <a:pt x="1387422" y="2374899"/>
                  </a:lnTo>
                  <a:lnTo>
                    <a:pt x="1395672" y="2374899"/>
                  </a:lnTo>
                  <a:lnTo>
                    <a:pt x="1401235" y="2387599"/>
                  </a:lnTo>
                  <a:lnTo>
                    <a:pt x="1403275" y="2387599"/>
                  </a:lnTo>
                  <a:lnTo>
                    <a:pt x="1401235" y="2400299"/>
                  </a:lnTo>
                  <a:lnTo>
                    <a:pt x="1395672" y="2412999"/>
                  </a:lnTo>
                  <a:lnTo>
                    <a:pt x="1387422" y="2412999"/>
                  </a:lnTo>
                  <a:lnTo>
                    <a:pt x="1377320" y="2425699"/>
                  </a:lnTo>
                  <a:lnTo>
                    <a:pt x="1404554" y="2425699"/>
                  </a:lnTo>
                  <a:lnTo>
                    <a:pt x="1412824" y="2412999"/>
                  </a:lnTo>
                  <a:lnTo>
                    <a:pt x="1415860" y="2387599"/>
                  </a:lnTo>
                  <a:lnTo>
                    <a:pt x="1412824" y="2374899"/>
                  </a:lnTo>
                  <a:lnTo>
                    <a:pt x="1404553" y="2362199"/>
                  </a:lnTo>
                  <a:close/>
                </a:path>
                <a:path w="1416050" h="2425700">
                  <a:moveTo>
                    <a:pt x="1377320" y="2349499"/>
                  </a:moveTo>
                  <a:lnTo>
                    <a:pt x="207018" y="2349499"/>
                  </a:lnTo>
                  <a:lnTo>
                    <a:pt x="192012" y="2362199"/>
                  </a:lnTo>
                  <a:lnTo>
                    <a:pt x="1392301" y="2362199"/>
                  </a:lnTo>
                  <a:lnTo>
                    <a:pt x="1377320" y="2349499"/>
                  </a:lnTo>
                  <a:close/>
                </a:path>
                <a:path w="1416050" h="2425700">
                  <a:moveTo>
                    <a:pt x="661823" y="1371599"/>
                  </a:moveTo>
                  <a:lnTo>
                    <a:pt x="650678" y="1371599"/>
                  </a:lnTo>
                  <a:lnTo>
                    <a:pt x="632404" y="1409699"/>
                  </a:lnTo>
                  <a:lnTo>
                    <a:pt x="606471" y="1447799"/>
                  </a:lnTo>
                  <a:lnTo>
                    <a:pt x="574343" y="1485899"/>
                  </a:lnTo>
                  <a:lnTo>
                    <a:pt x="537481" y="1511299"/>
                  </a:lnTo>
                  <a:lnTo>
                    <a:pt x="497347" y="1536699"/>
                  </a:lnTo>
                  <a:lnTo>
                    <a:pt x="438174" y="1587499"/>
                  </a:lnTo>
                  <a:lnTo>
                    <a:pt x="408899" y="1612899"/>
                  </a:lnTo>
                  <a:lnTo>
                    <a:pt x="380518" y="1638299"/>
                  </a:lnTo>
                  <a:lnTo>
                    <a:pt x="353546" y="1663699"/>
                  </a:lnTo>
                  <a:lnTo>
                    <a:pt x="328500" y="1701799"/>
                  </a:lnTo>
                  <a:lnTo>
                    <a:pt x="305893" y="1727199"/>
                  </a:lnTo>
                  <a:lnTo>
                    <a:pt x="286242" y="1777999"/>
                  </a:lnTo>
                  <a:lnTo>
                    <a:pt x="270060" y="1828799"/>
                  </a:lnTo>
                  <a:lnTo>
                    <a:pt x="257865" y="1879599"/>
                  </a:lnTo>
                  <a:lnTo>
                    <a:pt x="250169" y="1943099"/>
                  </a:lnTo>
                  <a:lnTo>
                    <a:pt x="247490" y="2006599"/>
                  </a:lnTo>
                  <a:lnTo>
                    <a:pt x="247490" y="2349499"/>
                  </a:lnTo>
                  <a:lnTo>
                    <a:pt x="260092" y="2349499"/>
                  </a:lnTo>
                  <a:lnTo>
                    <a:pt x="260092" y="2006599"/>
                  </a:lnTo>
                  <a:lnTo>
                    <a:pt x="263204" y="1930399"/>
                  </a:lnTo>
                  <a:lnTo>
                    <a:pt x="272103" y="1866899"/>
                  </a:lnTo>
                  <a:lnTo>
                    <a:pt x="286134" y="1816099"/>
                  </a:lnTo>
                  <a:lnTo>
                    <a:pt x="304644" y="1765299"/>
                  </a:lnTo>
                  <a:lnTo>
                    <a:pt x="326978" y="1727199"/>
                  </a:lnTo>
                  <a:lnTo>
                    <a:pt x="352480" y="1689099"/>
                  </a:lnTo>
                  <a:lnTo>
                    <a:pt x="380497" y="1650999"/>
                  </a:lnTo>
                  <a:lnTo>
                    <a:pt x="410374" y="1625599"/>
                  </a:lnTo>
                  <a:lnTo>
                    <a:pt x="441456" y="1600199"/>
                  </a:lnTo>
                  <a:lnTo>
                    <a:pt x="504618" y="1549399"/>
                  </a:lnTo>
                  <a:lnTo>
                    <a:pt x="541287" y="1523999"/>
                  </a:lnTo>
                  <a:lnTo>
                    <a:pt x="576018" y="1498599"/>
                  </a:lnTo>
                  <a:lnTo>
                    <a:pt x="607461" y="1473199"/>
                  </a:lnTo>
                  <a:lnTo>
                    <a:pt x="634266" y="1435099"/>
                  </a:lnTo>
                  <a:lnTo>
                    <a:pt x="655083" y="1396999"/>
                  </a:lnTo>
                  <a:lnTo>
                    <a:pt x="661823" y="1371599"/>
                  </a:lnTo>
                  <a:close/>
                </a:path>
                <a:path w="1416050" h="2425700">
                  <a:moveTo>
                    <a:pt x="1336855" y="241299"/>
                  </a:moveTo>
                  <a:lnTo>
                    <a:pt x="1324271" y="241299"/>
                  </a:lnTo>
                  <a:lnTo>
                    <a:pt x="1324271" y="584199"/>
                  </a:lnTo>
                  <a:lnTo>
                    <a:pt x="1321158" y="660399"/>
                  </a:lnTo>
                  <a:lnTo>
                    <a:pt x="1312256" y="723899"/>
                  </a:lnTo>
                  <a:lnTo>
                    <a:pt x="1298221" y="787399"/>
                  </a:lnTo>
                  <a:lnTo>
                    <a:pt x="1279707" y="825499"/>
                  </a:lnTo>
                  <a:lnTo>
                    <a:pt x="1257370" y="876299"/>
                  </a:lnTo>
                  <a:lnTo>
                    <a:pt x="1231865" y="914399"/>
                  </a:lnTo>
                  <a:lnTo>
                    <a:pt x="1203846" y="939799"/>
                  </a:lnTo>
                  <a:lnTo>
                    <a:pt x="1173970" y="977899"/>
                  </a:lnTo>
                  <a:lnTo>
                    <a:pt x="1142891" y="1003299"/>
                  </a:lnTo>
                  <a:lnTo>
                    <a:pt x="1111264" y="1028699"/>
                  </a:lnTo>
                  <a:lnTo>
                    <a:pt x="1079745" y="1041399"/>
                  </a:lnTo>
                  <a:lnTo>
                    <a:pt x="1043072" y="1066799"/>
                  </a:lnTo>
                  <a:lnTo>
                    <a:pt x="1008337" y="1104899"/>
                  </a:lnTo>
                  <a:lnTo>
                    <a:pt x="976891" y="1130299"/>
                  </a:lnTo>
                  <a:lnTo>
                    <a:pt x="950083" y="1168399"/>
                  </a:lnTo>
                  <a:lnTo>
                    <a:pt x="929264" y="1206499"/>
                  </a:lnTo>
                  <a:lnTo>
                    <a:pt x="915782" y="1244599"/>
                  </a:lnTo>
                  <a:lnTo>
                    <a:pt x="910988" y="1295399"/>
                  </a:lnTo>
                  <a:lnTo>
                    <a:pt x="915782" y="1346199"/>
                  </a:lnTo>
                  <a:lnTo>
                    <a:pt x="929264" y="1396999"/>
                  </a:lnTo>
                  <a:lnTo>
                    <a:pt x="950084" y="1435099"/>
                  </a:lnTo>
                  <a:lnTo>
                    <a:pt x="976892" y="1473199"/>
                  </a:lnTo>
                  <a:lnTo>
                    <a:pt x="1008338" y="1498599"/>
                  </a:lnTo>
                  <a:lnTo>
                    <a:pt x="1043072" y="1523999"/>
                  </a:lnTo>
                  <a:lnTo>
                    <a:pt x="1079745" y="1549399"/>
                  </a:lnTo>
                  <a:lnTo>
                    <a:pt x="1142891" y="1600199"/>
                  </a:lnTo>
                  <a:lnTo>
                    <a:pt x="1173970" y="1625599"/>
                  </a:lnTo>
                  <a:lnTo>
                    <a:pt x="1203847" y="1650999"/>
                  </a:lnTo>
                  <a:lnTo>
                    <a:pt x="1231865" y="1689099"/>
                  </a:lnTo>
                  <a:lnTo>
                    <a:pt x="1257371" y="1727199"/>
                  </a:lnTo>
                  <a:lnTo>
                    <a:pt x="1279708" y="1765299"/>
                  </a:lnTo>
                  <a:lnTo>
                    <a:pt x="1298222" y="1816099"/>
                  </a:lnTo>
                  <a:lnTo>
                    <a:pt x="1312257" y="1866899"/>
                  </a:lnTo>
                  <a:lnTo>
                    <a:pt x="1321159" y="1930399"/>
                  </a:lnTo>
                  <a:lnTo>
                    <a:pt x="1324272" y="2006599"/>
                  </a:lnTo>
                  <a:lnTo>
                    <a:pt x="1324272" y="2349499"/>
                  </a:lnTo>
                  <a:lnTo>
                    <a:pt x="1336856" y="2349499"/>
                  </a:lnTo>
                  <a:lnTo>
                    <a:pt x="1336856" y="2006599"/>
                  </a:lnTo>
                  <a:lnTo>
                    <a:pt x="1334176" y="1943099"/>
                  </a:lnTo>
                  <a:lnTo>
                    <a:pt x="1326481" y="1879599"/>
                  </a:lnTo>
                  <a:lnTo>
                    <a:pt x="1314284" y="1828799"/>
                  </a:lnTo>
                  <a:lnTo>
                    <a:pt x="1298102" y="1777999"/>
                  </a:lnTo>
                  <a:lnTo>
                    <a:pt x="1278450" y="1727199"/>
                  </a:lnTo>
                  <a:lnTo>
                    <a:pt x="1255842" y="1701799"/>
                  </a:lnTo>
                  <a:lnTo>
                    <a:pt x="1230795" y="1663699"/>
                  </a:lnTo>
                  <a:lnTo>
                    <a:pt x="1175443" y="1612899"/>
                  </a:lnTo>
                  <a:lnTo>
                    <a:pt x="1146169" y="1587499"/>
                  </a:lnTo>
                  <a:lnTo>
                    <a:pt x="1086998" y="1536699"/>
                  </a:lnTo>
                  <a:lnTo>
                    <a:pt x="1044427" y="1511299"/>
                  </a:lnTo>
                  <a:lnTo>
                    <a:pt x="1005632" y="1473199"/>
                  </a:lnTo>
                  <a:lnTo>
                    <a:pt x="972382" y="1447799"/>
                  </a:lnTo>
                  <a:lnTo>
                    <a:pt x="946444" y="1396999"/>
                  </a:lnTo>
                  <a:lnTo>
                    <a:pt x="929585" y="1358899"/>
                  </a:lnTo>
                  <a:lnTo>
                    <a:pt x="923573" y="1295399"/>
                  </a:lnTo>
                  <a:lnTo>
                    <a:pt x="929585" y="1244599"/>
                  </a:lnTo>
                  <a:lnTo>
                    <a:pt x="946444" y="1193799"/>
                  </a:lnTo>
                  <a:lnTo>
                    <a:pt x="972382" y="1155699"/>
                  </a:lnTo>
                  <a:lnTo>
                    <a:pt x="1005632" y="1117599"/>
                  </a:lnTo>
                  <a:lnTo>
                    <a:pt x="1044426" y="1092199"/>
                  </a:lnTo>
                  <a:lnTo>
                    <a:pt x="1086998" y="1054099"/>
                  </a:lnTo>
                  <a:lnTo>
                    <a:pt x="1146168" y="1015999"/>
                  </a:lnTo>
                  <a:lnTo>
                    <a:pt x="1175443" y="990599"/>
                  </a:lnTo>
                  <a:lnTo>
                    <a:pt x="1230795" y="927099"/>
                  </a:lnTo>
                  <a:lnTo>
                    <a:pt x="1255842" y="901699"/>
                  </a:lnTo>
                  <a:lnTo>
                    <a:pt x="1278449" y="863599"/>
                  </a:lnTo>
                  <a:lnTo>
                    <a:pt x="1298101" y="825499"/>
                  </a:lnTo>
                  <a:lnTo>
                    <a:pt x="1314283" y="774699"/>
                  </a:lnTo>
                  <a:lnTo>
                    <a:pt x="1326480" y="723899"/>
                  </a:lnTo>
                  <a:lnTo>
                    <a:pt x="1334176" y="660399"/>
                  </a:lnTo>
                  <a:lnTo>
                    <a:pt x="1336855" y="584199"/>
                  </a:lnTo>
                  <a:lnTo>
                    <a:pt x="1336855" y="241299"/>
                  </a:lnTo>
                  <a:close/>
                </a:path>
                <a:path w="1416050" h="2425700">
                  <a:moveTo>
                    <a:pt x="63194" y="1396999"/>
                  </a:moveTo>
                  <a:lnTo>
                    <a:pt x="16523" y="1396999"/>
                  </a:lnTo>
                  <a:lnTo>
                    <a:pt x="27035" y="1409699"/>
                  </a:lnTo>
                  <a:lnTo>
                    <a:pt x="52682" y="1409699"/>
                  </a:lnTo>
                  <a:lnTo>
                    <a:pt x="63194" y="1396999"/>
                  </a:lnTo>
                  <a:close/>
                </a:path>
                <a:path w="1416050" h="2425700">
                  <a:moveTo>
                    <a:pt x="19073" y="1333499"/>
                  </a:moveTo>
                  <a:lnTo>
                    <a:pt x="2129" y="1333499"/>
                  </a:lnTo>
                  <a:lnTo>
                    <a:pt x="0" y="1346199"/>
                  </a:lnTo>
                  <a:lnTo>
                    <a:pt x="0" y="1371599"/>
                  </a:lnTo>
                  <a:lnTo>
                    <a:pt x="2129" y="1384299"/>
                  </a:lnTo>
                  <a:lnTo>
                    <a:pt x="7929" y="1396999"/>
                  </a:lnTo>
                  <a:lnTo>
                    <a:pt x="19083" y="1396999"/>
                  </a:lnTo>
                  <a:lnTo>
                    <a:pt x="12603" y="1384299"/>
                  </a:lnTo>
                  <a:lnTo>
                    <a:pt x="12603" y="1346199"/>
                  </a:lnTo>
                  <a:lnTo>
                    <a:pt x="19073" y="1333499"/>
                  </a:lnTo>
                  <a:close/>
                </a:path>
                <a:path w="1416050" h="2425700">
                  <a:moveTo>
                    <a:pt x="77588" y="1333499"/>
                  </a:moveTo>
                  <a:lnTo>
                    <a:pt x="60643" y="1333499"/>
                  </a:lnTo>
                  <a:lnTo>
                    <a:pt x="67113" y="1346199"/>
                  </a:lnTo>
                  <a:lnTo>
                    <a:pt x="67113" y="1384299"/>
                  </a:lnTo>
                  <a:lnTo>
                    <a:pt x="60643" y="1396999"/>
                  </a:lnTo>
                  <a:lnTo>
                    <a:pt x="71788" y="1396999"/>
                  </a:lnTo>
                  <a:lnTo>
                    <a:pt x="77588" y="1384299"/>
                  </a:lnTo>
                  <a:lnTo>
                    <a:pt x="79716" y="1371599"/>
                  </a:lnTo>
                  <a:lnTo>
                    <a:pt x="661823" y="1371599"/>
                  </a:lnTo>
                  <a:lnTo>
                    <a:pt x="665194" y="1358899"/>
                  </a:lnTo>
                  <a:lnTo>
                    <a:pt x="79716" y="1358899"/>
                  </a:lnTo>
                  <a:lnTo>
                    <a:pt x="79716" y="1346199"/>
                  </a:lnTo>
                  <a:lnTo>
                    <a:pt x="77588" y="1333499"/>
                  </a:lnTo>
                  <a:close/>
                </a:path>
                <a:path w="1416050" h="2425700">
                  <a:moveTo>
                    <a:pt x="260091" y="241299"/>
                  </a:moveTo>
                  <a:lnTo>
                    <a:pt x="247489" y="241299"/>
                  </a:lnTo>
                  <a:lnTo>
                    <a:pt x="247489" y="584199"/>
                  </a:lnTo>
                  <a:lnTo>
                    <a:pt x="250169" y="660399"/>
                  </a:lnTo>
                  <a:lnTo>
                    <a:pt x="257864" y="723899"/>
                  </a:lnTo>
                  <a:lnTo>
                    <a:pt x="270060" y="774699"/>
                  </a:lnTo>
                  <a:lnTo>
                    <a:pt x="286241" y="825499"/>
                  </a:lnTo>
                  <a:lnTo>
                    <a:pt x="305893" y="863599"/>
                  </a:lnTo>
                  <a:lnTo>
                    <a:pt x="328499" y="901699"/>
                  </a:lnTo>
                  <a:lnTo>
                    <a:pt x="353546" y="927099"/>
                  </a:lnTo>
                  <a:lnTo>
                    <a:pt x="380517" y="965199"/>
                  </a:lnTo>
                  <a:lnTo>
                    <a:pt x="408898" y="990599"/>
                  </a:lnTo>
                  <a:lnTo>
                    <a:pt x="438174" y="1015999"/>
                  </a:lnTo>
                  <a:lnTo>
                    <a:pt x="467828" y="1041399"/>
                  </a:lnTo>
                  <a:lnTo>
                    <a:pt x="497347" y="1054099"/>
                  </a:lnTo>
                  <a:lnTo>
                    <a:pt x="539900" y="1092199"/>
                  </a:lnTo>
                  <a:lnTo>
                    <a:pt x="578688" y="1117599"/>
                  </a:lnTo>
                  <a:lnTo>
                    <a:pt x="611939" y="1155699"/>
                  </a:lnTo>
                  <a:lnTo>
                    <a:pt x="637883" y="1193799"/>
                  </a:lnTo>
                  <a:lnTo>
                    <a:pt x="654748" y="1244599"/>
                  </a:lnTo>
                  <a:lnTo>
                    <a:pt x="660764" y="1295399"/>
                  </a:lnTo>
                  <a:lnTo>
                    <a:pt x="660319" y="1308099"/>
                  </a:lnTo>
                  <a:lnTo>
                    <a:pt x="659026" y="1333499"/>
                  </a:lnTo>
                  <a:lnTo>
                    <a:pt x="656940" y="1346199"/>
                  </a:lnTo>
                  <a:lnTo>
                    <a:pt x="654122" y="1358899"/>
                  </a:lnTo>
                  <a:lnTo>
                    <a:pt x="665194" y="1358899"/>
                  </a:lnTo>
                  <a:lnTo>
                    <a:pt x="668564" y="1346199"/>
                  </a:lnTo>
                  <a:lnTo>
                    <a:pt x="673357" y="1295399"/>
                  </a:lnTo>
                  <a:lnTo>
                    <a:pt x="668564" y="1244599"/>
                  </a:lnTo>
                  <a:lnTo>
                    <a:pt x="655083" y="1206499"/>
                  </a:lnTo>
                  <a:lnTo>
                    <a:pt x="634265" y="1168399"/>
                  </a:lnTo>
                  <a:lnTo>
                    <a:pt x="607459" y="1130299"/>
                  </a:lnTo>
                  <a:lnTo>
                    <a:pt x="576015" y="1104899"/>
                  </a:lnTo>
                  <a:lnTo>
                    <a:pt x="541281" y="1066799"/>
                  </a:lnTo>
                  <a:lnTo>
                    <a:pt x="504609" y="1041399"/>
                  </a:lnTo>
                  <a:lnTo>
                    <a:pt x="473080" y="1028699"/>
                  </a:lnTo>
                  <a:lnTo>
                    <a:pt x="441448" y="1003299"/>
                  </a:lnTo>
                  <a:lnTo>
                    <a:pt x="410367" y="977899"/>
                  </a:lnTo>
                  <a:lnTo>
                    <a:pt x="380491" y="939799"/>
                  </a:lnTo>
                  <a:lnTo>
                    <a:pt x="352475" y="914399"/>
                  </a:lnTo>
                  <a:lnTo>
                    <a:pt x="326974" y="876299"/>
                  </a:lnTo>
                  <a:lnTo>
                    <a:pt x="304641" y="825499"/>
                  </a:lnTo>
                  <a:lnTo>
                    <a:pt x="286132" y="787399"/>
                  </a:lnTo>
                  <a:lnTo>
                    <a:pt x="272101" y="723899"/>
                  </a:lnTo>
                  <a:lnTo>
                    <a:pt x="263203" y="660399"/>
                  </a:lnTo>
                  <a:lnTo>
                    <a:pt x="260091" y="584199"/>
                  </a:lnTo>
                  <a:lnTo>
                    <a:pt x="260091" y="241299"/>
                  </a:lnTo>
                  <a:close/>
                </a:path>
                <a:path w="1416050" h="2425700">
                  <a:moveTo>
                    <a:pt x="63194" y="1320799"/>
                  </a:moveTo>
                  <a:lnTo>
                    <a:pt x="16523" y="1320799"/>
                  </a:lnTo>
                  <a:lnTo>
                    <a:pt x="7929" y="1333499"/>
                  </a:lnTo>
                  <a:lnTo>
                    <a:pt x="71788" y="1333499"/>
                  </a:lnTo>
                  <a:lnTo>
                    <a:pt x="63194" y="1320799"/>
                  </a:lnTo>
                  <a:close/>
                </a:path>
                <a:path w="1416050" h="2425700">
                  <a:moveTo>
                    <a:pt x="44384" y="88899"/>
                  </a:moveTo>
                  <a:lnTo>
                    <a:pt x="31791" y="88899"/>
                  </a:lnTo>
                  <a:lnTo>
                    <a:pt x="31792" y="1320799"/>
                  </a:lnTo>
                  <a:lnTo>
                    <a:pt x="44385" y="1320799"/>
                  </a:lnTo>
                  <a:lnTo>
                    <a:pt x="44384" y="88899"/>
                  </a:lnTo>
                  <a:close/>
                </a:path>
                <a:path w="1416050" h="2425700">
                  <a:moveTo>
                    <a:pt x="1404552" y="228599"/>
                  </a:moveTo>
                  <a:lnTo>
                    <a:pt x="179745" y="228599"/>
                  </a:lnTo>
                  <a:lnTo>
                    <a:pt x="192011" y="241299"/>
                  </a:lnTo>
                  <a:lnTo>
                    <a:pt x="1392299" y="241299"/>
                  </a:lnTo>
                  <a:lnTo>
                    <a:pt x="1404552" y="228599"/>
                  </a:lnTo>
                  <a:close/>
                </a:path>
                <a:path w="1416050" h="2425700">
                  <a:moveTo>
                    <a:pt x="196914" y="177799"/>
                  </a:moveTo>
                  <a:lnTo>
                    <a:pt x="179745" y="177799"/>
                  </a:lnTo>
                  <a:lnTo>
                    <a:pt x="171469" y="190499"/>
                  </a:lnTo>
                  <a:lnTo>
                    <a:pt x="168433" y="203199"/>
                  </a:lnTo>
                  <a:lnTo>
                    <a:pt x="171469" y="228599"/>
                  </a:lnTo>
                  <a:lnTo>
                    <a:pt x="188654" y="228599"/>
                  </a:lnTo>
                  <a:lnTo>
                    <a:pt x="183080" y="215899"/>
                  </a:lnTo>
                  <a:lnTo>
                    <a:pt x="181035" y="203199"/>
                  </a:lnTo>
                  <a:lnTo>
                    <a:pt x="183080" y="203199"/>
                  </a:lnTo>
                  <a:lnTo>
                    <a:pt x="188654" y="190499"/>
                  </a:lnTo>
                  <a:lnTo>
                    <a:pt x="196914" y="177799"/>
                  </a:lnTo>
                  <a:close/>
                </a:path>
                <a:path w="1416050" h="2425700">
                  <a:moveTo>
                    <a:pt x="1404552" y="177799"/>
                  </a:moveTo>
                  <a:lnTo>
                    <a:pt x="1387420" y="177799"/>
                  </a:lnTo>
                  <a:lnTo>
                    <a:pt x="1395671" y="190499"/>
                  </a:lnTo>
                  <a:lnTo>
                    <a:pt x="1401234" y="203199"/>
                  </a:lnTo>
                  <a:lnTo>
                    <a:pt x="1403274" y="203199"/>
                  </a:lnTo>
                  <a:lnTo>
                    <a:pt x="1401234" y="215899"/>
                  </a:lnTo>
                  <a:lnTo>
                    <a:pt x="1395671" y="228599"/>
                  </a:lnTo>
                  <a:lnTo>
                    <a:pt x="1412823" y="228599"/>
                  </a:lnTo>
                  <a:lnTo>
                    <a:pt x="1415859" y="203199"/>
                  </a:lnTo>
                  <a:lnTo>
                    <a:pt x="1412823" y="190499"/>
                  </a:lnTo>
                  <a:lnTo>
                    <a:pt x="1404552" y="177799"/>
                  </a:lnTo>
                  <a:close/>
                </a:path>
                <a:path w="1416050" h="2425700">
                  <a:moveTo>
                    <a:pt x="1377318" y="165099"/>
                  </a:moveTo>
                  <a:lnTo>
                    <a:pt x="207017" y="165099"/>
                  </a:lnTo>
                  <a:lnTo>
                    <a:pt x="192010" y="177799"/>
                  </a:lnTo>
                  <a:lnTo>
                    <a:pt x="1392299" y="177799"/>
                  </a:lnTo>
                  <a:lnTo>
                    <a:pt x="1377318" y="165099"/>
                  </a:lnTo>
                  <a:close/>
                </a:path>
                <a:path w="1416050" h="2425700">
                  <a:moveTo>
                    <a:pt x="863166" y="88899"/>
                  </a:moveTo>
                  <a:lnTo>
                    <a:pt x="850564" y="88899"/>
                  </a:lnTo>
                  <a:lnTo>
                    <a:pt x="850564" y="165099"/>
                  </a:lnTo>
                  <a:lnTo>
                    <a:pt x="863166" y="165099"/>
                  </a:lnTo>
                  <a:lnTo>
                    <a:pt x="863166" y="88899"/>
                  </a:lnTo>
                  <a:close/>
                </a:path>
                <a:path w="1416050" h="2425700">
                  <a:moveTo>
                    <a:pt x="19072" y="12699"/>
                  </a:moveTo>
                  <a:lnTo>
                    <a:pt x="7928" y="12699"/>
                  </a:lnTo>
                  <a:lnTo>
                    <a:pt x="2128" y="25399"/>
                  </a:lnTo>
                  <a:lnTo>
                    <a:pt x="0" y="38099"/>
                  </a:lnTo>
                  <a:lnTo>
                    <a:pt x="0" y="63499"/>
                  </a:lnTo>
                  <a:lnTo>
                    <a:pt x="2128" y="63499"/>
                  </a:lnTo>
                  <a:lnTo>
                    <a:pt x="7928" y="76199"/>
                  </a:lnTo>
                  <a:lnTo>
                    <a:pt x="16522" y="88899"/>
                  </a:lnTo>
                  <a:lnTo>
                    <a:pt x="63193" y="88899"/>
                  </a:lnTo>
                  <a:lnTo>
                    <a:pt x="71787" y="76199"/>
                  </a:lnTo>
                  <a:lnTo>
                    <a:pt x="19072" y="76199"/>
                  </a:lnTo>
                  <a:lnTo>
                    <a:pt x="12603" y="63499"/>
                  </a:lnTo>
                  <a:lnTo>
                    <a:pt x="12602" y="25399"/>
                  </a:lnTo>
                  <a:lnTo>
                    <a:pt x="19072" y="12699"/>
                  </a:lnTo>
                  <a:close/>
                </a:path>
                <a:path w="1416050" h="2425700">
                  <a:moveTo>
                    <a:pt x="829065" y="50799"/>
                  </a:moveTo>
                  <a:lnTo>
                    <a:pt x="816472" y="50799"/>
                  </a:lnTo>
                  <a:lnTo>
                    <a:pt x="816472" y="63499"/>
                  </a:lnTo>
                  <a:lnTo>
                    <a:pt x="818599" y="63499"/>
                  </a:lnTo>
                  <a:lnTo>
                    <a:pt x="824397" y="76199"/>
                  </a:lnTo>
                  <a:lnTo>
                    <a:pt x="832993" y="88899"/>
                  </a:lnTo>
                  <a:lnTo>
                    <a:pt x="879664" y="88899"/>
                  </a:lnTo>
                  <a:lnTo>
                    <a:pt x="888276" y="76199"/>
                  </a:lnTo>
                  <a:lnTo>
                    <a:pt x="835550" y="76199"/>
                  </a:lnTo>
                  <a:lnTo>
                    <a:pt x="829065" y="63499"/>
                  </a:lnTo>
                  <a:lnTo>
                    <a:pt x="829065" y="50799"/>
                  </a:lnTo>
                  <a:close/>
                </a:path>
                <a:path w="1416050" h="2425700">
                  <a:moveTo>
                    <a:pt x="71791" y="12699"/>
                  </a:moveTo>
                  <a:lnTo>
                    <a:pt x="60643" y="12699"/>
                  </a:lnTo>
                  <a:lnTo>
                    <a:pt x="67112" y="25399"/>
                  </a:lnTo>
                  <a:lnTo>
                    <a:pt x="67112" y="63499"/>
                  </a:lnTo>
                  <a:lnTo>
                    <a:pt x="60643" y="76199"/>
                  </a:lnTo>
                  <a:lnTo>
                    <a:pt x="71787" y="76199"/>
                  </a:lnTo>
                  <a:lnTo>
                    <a:pt x="77587" y="63499"/>
                  </a:lnTo>
                  <a:lnTo>
                    <a:pt x="79715" y="63499"/>
                  </a:lnTo>
                  <a:lnTo>
                    <a:pt x="79715" y="50799"/>
                  </a:lnTo>
                  <a:lnTo>
                    <a:pt x="829065" y="50799"/>
                  </a:lnTo>
                  <a:lnTo>
                    <a:pt x="829065" y="38099"/>
                  </a:lnTo>
                  <a:lnTo>
                    <a:pt x="79715" y="38099"/>
                  </a:lnTo>
                  <a:lnTo>
                    <a:pt x="77589" y="25399"/>
                  </a:lnTo>
                  <a:lnTo>
                    <a:pt x="71791" y="12699"/>
                  </a:lnTo>
                  <a:close/>
                </a:path>
                <a:path w="1416050" h="2425700">
                  <a:moveTo>
                    <a:pt x="888276" y="12699"/>
                  </a:moveTo>
                  <a:lnTo>
                    <a:pt x="877079" y="12699"/>
                  </a:lnTo>
                  <a:lnTo>
                    <a:pt x="883546" y="25399"/>
                  </a:lnTo>
                  <a:lnTo>
                    <a:pt x="883546" y="63499"/>
                  </a:lnTo>
                  <a:lnTo>
                    <a:pt x="877079" y="76199"/>
                  </a:lnTo>
                  <a:lnTo>
                    <a:pt x="888276" y="76199"/>
                  </a:lnTo>
                  <a:lnTo>
                    <a:pt x="894086" y="63499"/>
                  </a:lnTo>
                  <a:lnTo>
                    <a:pt x="896218" y="63499"/>
                  </a:lnTo>
                  <a:lnTo>
                    <a:pt x="896218" y="38099"/>
                  </a:lnTo>
                  <a:lnTo>
                    <a:pt x="894086" y="25399"/>
                  </a:lnTo>
                  <a:lnTo>
                    <a:pt x="888276" y="12699"/>
                  </a:lnTo>
                  <a:close/>
                </a:path>
                <a:path w="1416050" h="2425700">
                  <a:moveTo>
                    <a:pt x="835550" y="12699"/>
                  </a:moveTo>
                  <a:lnTo>
                    <a:pt x="824406" y="12699"/>
                  </a:lnTo>
                  <a:lnTo>
                    <a:pt x="818607" y="25399"/>
                  </a:lnTo>
                  <a:lnTo>
                    <a:pt x="816480" y="38099"/>
                  </a:lnTo>
                  <a:lnTo>
                    <a:pt x="829065" y="38099"/>
                  </a:lnTo>
                  <a:lnTo>
                    <a:pt x="829065" y="25399"/>
                  </a:lnTo>
                  <a:lnTo>
                    <a:pt x="835550" y="12699"/>
                  </a:lnTo>
                  <a:close/>
                </a:path>
                <a:path w="1416050" h="2425700">
                  <a:moveTo>
                    <a:pt x="52681" y="0"/>
                  </a:moveTo>
                  <a:lnTo>
                    <a:pt x="27034" y="0"/>
                  </a:lnTo>
                  <a:lnTo>
                    <a:pt x="16522" y="12699"/>
                  </a:lnTo>
                  <a:lnTo>
                    <a:pt x="63197" y="12699"/>
                  </a:lnTo>
                  <a:lnTo>
                    <a:pt x="52681" y="0"/>
                  </a:lnTo>
                  <a:close/>
                </a:path>
                <a:path w="1416050" h="2425700">
                  <a:moveTo>
                    <a:pt x="869126" y="0"/>
                  </a:moveTo>
                  <a:lnTo>
                    <a:pt x="843520" y="0"/>
                  </a:lnTo>
                  <a:lnTo>
                    <a:pt x="833001" y="12699"/>
                  </a:lnTo>
                  <a:lnTo>
                    <a:pt x="879664" y="12699"/>
                  </a:lnTo>
                  <a:lnTo>
                    <a:pt x="869126" y="0"/>
                  </a:lnTo>
                  <a:close/>
                </a:path>
              </a:pathLst>
            </a:custGeom>
            <a:solidFill>
              <a:srgbClr val="040404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0" name="object 10" descr="view_time_output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2919" y="3132582"/>
            <a:ext cx="11064240" cy="5667755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1903202" y="2891207"/>
            <a:ext cx="3177540" cy="2665730"/>
          </a:xfrm>
          <a:prstGeom prst="rect">
            <a:avLst/>
          </a:prstGeom>
        </p:spPr>
        <p:txBody>
          <a:bodyPr wrap="square" lIns="0" tIns="190500" rIns="0" bIns="0" rtlCol="0" vert="horz">
            <a:spAutoFit/>
          </a:bodyPr>
          <a:lstStyle/>
          <a:p>
            <a:pPr marL="76200">
              <a:lnSpc>
                <a:spcPct val="100000"/>
              </a:lnSpc>
              <a:spcBef>
                <a:spcPts val="1500"/>
              </a:spcBef>
            </a:pPr>
            <a:r>
              <a:rPr dirty="0" sz="2800">
                <a:latin typeface="Arial Black"/>
                <a:cs typeface="Arial Black"/>
              </a:rPr>
              <a:t>VIEW</a:t>
            </a:r>
            <a:r>
              <a:rPr dirty="0" sz="2800" spc="-210">
                <a:latin typeface="Arial Black"/>
                <a:cs typeface="Arial Black"/>
              </a:rPr>
              <a:t> </a:t>
            </a:r>
            <a:r>
              <a:rPr dirty="0" sz="2800" spc="-20">
                <a:latin typeface="Arial Black"/>
                <a:cs typeface="Arial Black"/>
              </a:rPr>
              <a:t>TIME</a:t>
            </a:r>
            <a:endParaRPr sz="2800">
              <a:latin typeface="Arial Black"/>
              <a:cs typeface="Arial Black"/>
            </a:endParaRPr>
          </a:p>
          <a:p>
            <a:pPr marL="191770" indent="-179070">
              <a:lnSpc>
                <a:spcPct val="100000"/>
              </a:lnSpc>
              <a:spcBef>
                <a:spcPts val="1200"/>
              </a:spcBef>
              <a:buChar char="•"/>
              <a:tabLst>
                <a:tab pos="191770" algn="l"/>
              </a:tabLst>
            </a:pPr>
            <a:r>
              <a:rPr dirty="0" sz="2400">
                <a:latin typeface="Roboto"/>
                <a:cs typeface="Roboto"/>
              </a:rPr>
              <a:t>Selected</a:t>
            </a:r>
            <a:r>
              <a:rPr dirty="0" sz="2400" spc="-80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View</a:t>
            </a:r>
            <a:r>
              <a:rPr dirty="0" sz="2400" spc="-70">
                <a:latin typeface="Roboto"/>
                <a:cs typeface="Roboto"/>
              </a:rPr>
              <a:t> </a:t>
            </a:r>
            <a:r>
              <a:rPr dirty="0" sz="2400" spc="-10">
                <a:latin typeface="Roboto"/>
                <a:cs typeface="Roboto"/>
              </a:rPr>
              <a:t>Time.</a:t>
            </a:r>
            <a:endParaRPr sz="2400">
              <a:latin typeface="Roboto"/>
              <a:cs typeface="Roboto"/>
            </a:endParaRPr>
          </a:p>
          <a:p>
            <a:pPr marL="191770" indent="-179070">
              <a:lnSpc>
                <a:spcPct val="100000"/>
              </a:lnSpc>
              <a:spcBef>
                <a:spcPts val="1105"/>
              </a:spcBef>
              <a:buChar char="•"/>
              <a:tabLst>
                <a:tab pos="191770" algn="l"/>
              </a:tabLst>
            </a:pPr>
            <a:r>
              <a:rPr dirty="0" sz="2400">
                <a:latin typeface="Roboto"/>
                <a:cs typeface="Roboto"/>
              </a:rPr>
              <a:t>Stored</a:t>
            </a:r>
            <a:r>
              <a:rPr dirty="0" sz="2400" spc="-110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time:</a:t>
            </a:r>
            <a:r>
              <a:rPr dirty="0" sz="2400" spc="-95">
                <a:latin typeface="Roboto"/>
                <a:cs typeface="Roboto"/>
              </a:rPr>
              <a:t> </a:t>
            </a:r>
            <a:r>
              <a:rPr dirty="0" sz="2400" spc="-10">
                <a:latin typeface="Roboto"/>
                <a:cs typeface="Roboto"/>
              </a:rPr>
              <a:t>15:13:00.</a:t>
            </a:r>
            <a:endParaRPr sz="2400">
              <a:latin typeface="Roboto"/>
              <a:cs typeface="Roboto"/>
            </a:endParaRPr>
          </a:p>
          <a:p>
            <a:pPr marL="191770" indent="-179070">
              <a:lnSpc>
                <a:spcPct val="100000"/>
              </a:lnSpc>
              <a:spcBef>
                <a:spcPts val="1095"/>
              </a:spcBef>
              <a:buChar char="•"/>
              <a:tabLst>
                <a:tab pos="191770" algn="l"/>
              </a:tabLst>
            </a:pPr>
            <a:r>
              <a:rPr dirty="0" sz="2400">
                <a:latin typeface="Roboto"/>
                <a:cs typeface="Roboto"/>
              </a:rPr>
              <a:t>Alarm</a:t>
            </a:r>
            <a:r>
              <a:rPr dirty="0" sz="2400" spc="-110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label:</a:t>
            </a:r>
            <a:r>
              <a:rPr dirty="0" sz="2400" spc="-90">
                <a:latin typeface="Roboto"/>
                <a:cs typeface="Roboto"/>
              </a:rPr>
              <a:t> </a:t>
            </a:r>
            <a:r>
              <a:rPr dirty="0" sz="2400" spc="-10">
                <a:latin typeface="Roboto"/>
                <a:cs typeface="Roboto"/>
              </a:rPr>
              <a:t>WakeUp.</a:t>
            </a:r>
            <a:endParaRPr sz="2400">
              <a:latin typeface="Roboto"/>
              <a:cs typeface="Roboto"/>
            </a:endParaRPr>
          </a:p>
          <a:p>
            <a:pPr marL="191770" indent="-179070">
              <a:lnSpc>
                <a:spcPct val="100000"/>
              </a:lnSpc>
              <a:spcBef>
                <a:spcPts val="1105"/>
              </a:spcBef>
              <a:buChar char="•"/>
              <a:tabLst>
                <a:tab pos="191770" algn="l"/>
              </a:tabLst>
            </a:pPr>
            <a:r>
              <a:rPr dirty="0" sz="2400">
                <a:latin typeface="Roboto"/>
                <a:cs typeface="Roboto"/>
              </a:rPr>
              <a:t>Alarm</a:t>
            </a:r>
            <a:r>
              <a:rPr dirty="0" sz="2400" spc="-85">
                <a:latin typeface="Roboto"/>
                <a:cs typeface="Roboto"/>
              </a:rPr>
              <a:t> </a:t>
            </a:r>
            <a:r>
              <a:rPr dirty="0" sz="2400" spc="-20">
                <a:latin typeface="Roboto"/>
                <a:cs typeface="Roboto"/>
              </a:rPr>
              <a:t>status:</a:t>
            </a:r>
            <a:r>
              <a:rPr dirty="0" sz="2400" spc="-70">
                <a:latin typeface="Roboto"/>
                <a:cs typeface="Roboto"/>
              </a:rPr>
              <a:t> </a:t>
            </a:r>
            <a:r>
              <a:rPr dirty="0" sz="2400" spc="-10">
                <a:latin typeface="Roboto"/>
                <a:cs typeface="Roboto"/>
              </a:rPr>
              <a:t>Active.</a:t>
            </a:r>
            <a:endParaRPr sz="2400">
              <a:latin typeface="Roboto"/>
              <a:cs typeface="Robo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1767601" y="5613399"/>
            <a:ext cx="6520815" cy="4673600"/>
          </a:xfrm>
          <a:custGeom>
            <a:avLst/>
            <a:gdLst/>
            <a:ahLst/>
            <a:cxnLst/>
            <a:rect l="l" t="t" r="r" b="b"/>
            <a:pathLst>
              <a:path w="6520815" h="4673600">
                <a:moveTo>
                  <a:pt x="5191213" y="38100"/>
                </a:moveTo>
                <a:lnTo>
                  <a:pt x="4170889" y="38099"/>
                </a:lnTo>
                <a:lnTo>
                  <a:pt x="4018102" y="76199"/>
                </a:lnTo>
                <a:lnTo>
                  <a:pt x="3967282" y="76199"/>
                </a:lnTo>
                <a:lnTo>
                  <a:pt x="3570048" y="177799"/>
                </a:lnTo>
                <a:lnTo>
                  <a:pt x="3521472" y="203199"/>
                </a:lnTo>
                <a:lnTo>
                  <a:pt x="3425015" y="228599"/>
                </a:lnTo>
                <a:lnTo>
                  <a:pt x="3377130" y="253999"/>
                </a:lnTo>
                <a:lnTo>
                  <a:pt x="3282036" y="279399"/>
                </a:lnTo>
                <a:lnTo>
                  <a:pt x="3187828" y="330199"/>
                </a:lnTo>
                <a:lnTo>
                  <a:pt x="3141051" y="342899"/>
                </a:lnTo>
                <a:lnTo>
                  <a:pt x="3094490" y="368299"/>
                </a:lnTo>
                <a:lnTo>
                  <a:pt x="3048142" y="380999"/>
                </a:lnTo>
                <a:lnTo>
                  <a:pt x="2864837" y="482599"/>
                </a:lnTo>
                <a:lnTo>
                  <a:pt x="2819522" y="495299"/>
                </a:lnTo>
                <a:lnTo>
                  <a:pt x="2684770" y="571499"/>
                </a:lnTo>
                <a:lnTo>
                  <a:pt x="2560433" y="647699"/>
                </a:lnTo>
                <a:lnTo>
                  <a:pt x="2518144" y="673099"/>
                </a:lnTo>
                <a:lnTo>
                  <a:pt x="2474474" y="698499"/>
                </a:lnTo>
                <a:lnTo>
                  <a:pt x="2428849" y="711199"/>
                </a:lnTo>
                <a:lnTo>
                  <a:pt x="2379877" y="736599"/>
                </a:lnTo>
                <a:lnTo>
                  <a:pt x="2331247" y="749299"/>
                </a:lnTo>
                <a:lnTo>
                  <a:pt x="2282957" y="774699"/>
                </a:lnTo>
                <a:lnTo>
                  <a:pt x="2235004" y="787399"/>
                </a:lnTo>
                <a:lnTo>
                  <a:pt x="2140101" y="838199"/>
                </a:lnTo>
                <a:lnTo>
                  <a:pt x="2093146" y="850899"/>
                </a:lnTo>
                <a:lnTo>
                  <a:pt x="2046520" y="876299"/>
                </a:lnTo>
                <a:lnTo>
                  <a:pt x="1818237" y="1003299"/>
                </a:lnTo>
                <a:lnTo>
                  <a:pt x="1641345" y="1104899"/>
                </a:lnTo>
                <a:lnTo>
                  <a:pt x="1598075" y="1142999"/>
                </a:lnTo>
                <a:lnTo>
                  <a:pt x="1512890" y="1193799"/>
                </a:lnTo>
                <a:lnTo>
                  <a:pt x="1470975" y="1231899"/>
                </a:lnTo>
                <a:lnTo>
                  <a:pt x="1429512" y="1257299"/>
                </a:lnTo>
                <a:lnTo>
                  <a:pt x="1388503" y="1295399"/>
                </a:lnTo>
                <a:lnTo>
                  <a:pt x="1347948" y="1320799"/>
                </a:lnTo>
                <a:lnTo>
                  <a:pt x="1307848" y="1358899"/>
                </a:lnTo>
                <a:lnTo>
                  <a:pt x="1268202" y="1384299"/>
                </a:lnTo>
                <a:lnTo>
                  <a:pt x="1229012" y="1422399"/>
                </a:lnTo>
                <a:lnTo>
                  <a:pt x="1190279" y="1460499"/>
                </a:lnTo>
                <a:lnTo>
                  <a:pt x="1152003" y="1498599"/>
                </a:lnTo>
                <a:lnTo>
                  <a:pt x="1114184" y="1523999"/>
                </a:lnTo>
                <a:lnTo>
                  <a:pt x="1076823" y="1562099"/>
                </a:lnTo>
                <a:lnTo>
                  <a:pt x="1039922" y="1600199"/>
                </a:lnTo>
                <a:lnTo>
                  <a:pt x="1003480" y="1638299"/>
                </a:lnTo>
                <a:lnTo>
                  <a:pt x="968393" y="1676399"/>
                </a:lnTo>
                <a:lnTo>
                  <a:pt x="933841" y="1714499"/>
                </a:lnTo>
                <a:lnTo>
                  <a:pt x="899825" y="1752599"/>
                </a:lnTo>
                <a:lnTo>
                  <a:pt x="866349" y="1790699"/>
                </a:lnTo>
                <a:lnTo>
                  <a:pt x="833413" y="1828799"/>
                </a:lnTo>
                <a:lnTo>
                  <a:pt x="801019" y="1866899"/>
                </a:lnTo>
                <a:lnTo>
                  <a:pt x="769169" y="1904999"/>
                </a:lnTo>
                <a:lnTo>
                  <a:pt x="737865" y="1943099"/>
                </a:lnTo>
                <a:lnTo>
                  <a:pt x="707109" y="1981199"/>
                </a:lnTo>
                <a:lnTo>
                  <a:pt x="676902" y="2031999"/>
                </a:lnTo>
                <a:lnTo>
                  <a:pt x="617554" y="2108199"/>
                </a:lnTo>
                <a:lnTo>
                  <a:pt x="588540" y="2158999"/>
                </a:lnTo>
                <a:lnTo>
                  <a:pt x="560201" y="2197099"/>
                </a:lnTo>
                <a:lnTo>
                  <a:pt x="532537" y="2247899"/>
                </a:lnTo>
                <a:lnTo>
                  <a:pt x="505544" y="2285999"/>
                </a:lnTo>
                <a:lnTo>
                  <a:pt x="479223" y="2336799"/>
                </a:lnTo>
                <a:lnTo>
                  <a:pt x="453570" y="2374899"/>
                </a:lnTo>
                <a:lnTo>
                  <a:pt x="428585" y="2425699"/>
                </a:lnTo>
                <a:lnTo>
                  <a:pt x="404264" y="2463799"/>
                </a:lnTo>
                <a:lnTo>
                  <a:pt x="380607" y="2514599"/>
                </a:lnTo>
                <a:lnTo>
                  <a:pt x="357612" y="2552699"/>
                </a:lnTo>
                <a:lnTo>
                  <a:pt x="335277" y="2603499"/>
                </a:lnTo>
                <a:lnTo>
                  <a:pt x="313599" y="2654299"/>
                </a:lnTo>
                <a:lnTo>
                  <a:pt x="292579" y="2705099"/>
                </a:lnTo>
                <a:lnTo>
                  <a:pt x="272212" y="2743199"/>
                </a:lnTo>
                <a:lnTo>
                  <a:pt x="252498" y="2793999"/>
                </a:lnTo>
                <a:lnTo>
                  <a:pt x="233436" y="2844799"/>
                </a:lnTo>
                <a:lnTo>
                  <a:pt x="215022" y="2895599"/>
                </a:lnTo>
                <a:lnTo>
                  <a:pt x="197575" y="2946399"/>
                </a:lnTo>
                <a:lnTo>
                  <a:pt x="180875" y="2984499"/>
                </a:lnTo>
                <a:lnTo>
                  <a:pt x="164920" y="3035299"/>
                </a:lnTo>
                <a:lnTo>
                  <a:pt x="149710" y="3086099"/>
                </a:lnTo>
                <a:lnTo>
                  <a:pt x="135243" y="3136899"/>
                </a:lnTo>
                <a:lnTo>
                  <a:pt x="121517" y="3187699"/>
                </a:lnTo>
                <a:lnTo>
                  <a:pt x="108532" y="3238499"/>
                </a:lnTo>
                <a:lnTo>
                  <a:pt x="96286" y="3276599"/>
                </a:lnTo>
                <a:lnTo>
                  <a:pt x="84777" y="3327399"/>
                </a:lnTo>
                <a:lnTo>
                  <a:pt x="74005" y="3378199"/>
                </a:lnTo>
                <a:lnTo>
                  <a:pt x="63967" y="3428999"/>
                </a:lnTo>
                <a:lnTo>
                  <a:pt x="54663" y="3479799"/>
                </a:lnTo>
                <a:lnTo>
                  <a:pt x="46091" y="3530599"/>
                </a:lnTo>
                <a:lnTo>
                  <a:pt x="38250" y="3581399"/>
                </a:lnTo>
                <a:lnTo>
                  <a:pt x="31138" y="3632199"/>
                </a:lnTo>
                <a:lnTo>
                  <a:pt x="24754" y="3682999"/>
                </a:lnTo>
                <a:lnTo>
                  <a:pt x="19097" y="3733799"/>
                </a:lnTo>
                <a:lnTo>
                  <a:pt x="14166" y="3784599"/>
                </a:lnTo>
                <a:lnTo>
                  <a:pt x="9958" y="3835399"/>
                </a:lnTo>
                <a:lnTo>
                  <a:pt x="6473" y="3886199"/>
                </a:lnTo>
                <a:lnTo>
                  <a:pt x="3709" y="3936999"/>
                </a:lnTo>
                <a:lnTo>
                  <a:pt x="1733" y="3987799"/>
                </a:lnTo>
                <a:lnTo>
                  <a:pt x="502" y="4038599"/>
                </a:lnTo>
                <a:lnTo>
                  <a:pt x="0" y="4076699"/>
                </a:lnTo>
                <a:lnTo>
                  <a:pt x="106" y="4102099"/>
                </a:lnTo>
                <a:lnTo>
                  <a:pt x="1122" y="4178299"/>
                </a:lnTo>
                <a:lnTo>
                  <a:pt x="2717" y="4229099"/>
                </a:lnTo>
                <a:lnTo>
                  <a:pt x="4979" y="4279899"/>
                </a:lnTo>
                <a:lnTo>
                  <a:pt x="7894" y="4330699"/>
                </a:lnTo>
                <a:lnTo>
                  <a:pt x="11320" y="4381499"/>
                </a:lnTo>
                <a:lnTo>
                  <a:pt x="15288" y="4419599"/>
                </a:lnTo>
                <a:lnTo>
                  <a:pt x="19837" y="4470399"/>
                </a:lnTo>
                <a:lnTo>
                  <a:pt x="25007" y="4521199"/>
                </a:lnTo>
                <a:lnTo>
                  <a:pt x="30835" y="4571999"/>
                </a:lnTo>
                <a:lnTo>
                  <a:pt x="37360" y="4610099"/>
                </a:lnTo>
                <a:lnTo>
                  <a:pt x="44622" y="4660899"/>
                </a:lnTo>
                <a:lnTo>
                  <a:pt x="47747" y="4673599"/>
                </a:lnTo>
                <a:lnTo>
                  <a:pt x="149550" y="4673599"/>
                </a:lnTo>
                <a:lnTo>
                  <a:pt x="145555" y="4660899"/>
                </a:lnTo>
                <a:lnTo>
                  <a:pt x="137875" y="4610099"/>
                </a:lnTo>
                <a:lnTo>
                  <a:pt x="130884" y="4559299"/>
                </a:lnTo>
                <a:lnTo>
                  <a:pt x="124578" y="4508499"/>
                </a:lnTo>
                <a:lnTo>
                  <a:pt x="118948" y="4457699"/>
                </a:lnTo>
                <a:lnTo>
                  <a:pt x="113989" y="4419599"/>
                </a:lnTo>
                <a:lnTo>
                  <a:pt x="109694" y="4368799"/>
                </a:lnTo>
                <a:lnTo>
                  <a:pt x="106056" y="4317999"/>
                </a:lnTo>
                <a:lnTo>
                  <a:pt x="103004" y="4267199"/>
                </a:lnTo>
                <a:lnTo>
                  <a:pt x="100657" y="4216399"/>
                </a:lnTo>
                <a:lnTo>
                  <a:pt x="99022" y="4165599"/>
                </a:lnTo>
                <a:lnTo>
                  <a:pt x="98110" y="4114799"/>
                </a:lnTo>
                <a:lnTo>
                  <a:pt x="98050" y="4102099"/>
                </a:lnTo>
                <a:lnTo>
                  <a:pt x="97930" y="4076699"/>
                </a:lnTo>
                <a:lnTo>
                  <a:pt x="98490" y="4025899"/>
                </a:lnTo>
                <a:lnTo>
                  <a:pt x="99801" y="3975099"/>
                </a:lnTo>
                <a:lnTo>
                  <a:pt x="101871" y="3924299"/>
                </a:lnTo>
                <a:lnTo>
                  <a:pt x="104804" y="3873499"/>
                </a:lnTo>
                <a:lnTo>
                  <a:pt x="108501" y="3822699"/>
                </a:lnTo>
                <a:lnTo>
                  <a:pt x="112961" y="3771899"/>
                </a:lnTo>
                <a:lnTo>
                  <a:pt x="118180" y="3721099"/>
                </a:lnTo>
                <a:lnTo>
                  <a:pt x="124159" y="3670299"/>
                </a:lnTo>
                <a:lnTo>
                  <a:pt x="130894" y="3619499"/>
                </a:lnTo>
                <a:lnTo>
                  <a:pt x="138383" y="3568699"/>
                </a:lnTo>
                <a:lnTo>
                  <a:pt x="146626" y="3517899"/>
                </a:lnTo>
                <a:lnTo>
                  <a:pt x="155619" y="3479799"/>
                </a:lnTo>
                <a:lnTo>
                  <a:pt x="165361" y="3428999"/>
                </a:lnTo>
                <a:lnTo>
                  <a:pt x="175851" y="3378199"/>
                </a:lnTo>
                <a:lnTo>
                  <a:pt x="187085" y="3327399"/>
                </a:lnTo>
                <a:lnTo>
                  <a:pt x="199063" y="3276599"/>
                </a:lnTo>
                <a:lnTo>
                  <a:pt x="211782" y="3225799"/>
                </a:lnTo>
                <a:lnTo>
                  <a:pt x="225241" y="3174999"/>
                </a:lnTo>
                <a:lnTo>
                  <a:pt x="239437" y="3124199"/>
                </a:lnTo>
                <a:lnTo>
                  <a:pt x="254715" y="3086099"/>
                </a:lnTo>
                <a:lnTo>
                  <a:pt x="270695" y="3035299"/>
                </a:lnTo>
                <a:lnTo>
                  <a:pt x="287381" y="2984499"/>
                </a:lnTo>
                <a:lnTo>
                  <a:pt x="304777" y="2933699"/>
                </a:lnTo>
                <a:lnTo>
                  <a:pt x="322886" y="2882899"/>
                </a:lnTo>
                <a:lnTo>
                  <a:pt x="341711" y="2832099"/>
                </a:lnTo>
                <a:lnTo>
                  <a:pt x="361255" y="2793999"/>
                </a:lnTo>
                <a:lnTo>
                  <a:pt x="381522" y="2743199"/>
                </a:lnTo>
                <a:lnTo>
                  <a:pt x="402515" y="2692399"/>
                </a:lnTo>
                <a:lnTo>
                  <a:pt x="424238" y="2641599"/>
                </a:lnTo>
                <a:lnTo>
                  <a:pt x="446694" y="2603499"/>
                </a:lnTo>
                <a:lnTo>
                  <a:pt x="469886" y="2552699"/>
                </a:lnTo>
                <a:lnTo>
                  <a:pt x="493818" y="2514599"/>
                </a:lnTo>
                <a:lnTo>
                  <a:pt x="518482" y="2463799"/>
                </a:lnTo>
                <a:lnTo>
                  <a:pt x="543764" y="2412999"/>
                </a:lnTo>
                <a:lnTo>
                  <a:pt x="569666" y="2374899"/>
                </a:lnTo>
                <a:lnTo>
                  <a:pt x="596192" y="2324099"/>
                </a:lnTo>
                <a:lnTo>
                  <a:pt x="623344" y="2285999"/>
                </a:lnTo>
                <a:lnTo>
                  <a:pt x="651127" y="2235199"/>
                </a:lnTo>
                <a:lnTo>
                  <a:pt x="679542" y="2197099"/>
                </a:lnTo>
                <a:lnTo>
                  <a:pt x="708593" y="2158999"/>
                </a:lnTo>
                <a:lnTo>
                  <a:pt x="738283" y="2108199"/>
                </a:lnTo>
                <a:lnTo>
                  <a:pt x="768615" y="2070099"/>
                </a:lnTo>
                <a:lnTo>
                  <a:pt x="799593" y="2031999"/>
                </a:lnTo>
                <a:lnTo>
                  <a:pt x="831218" y="1981199"/>
                </a:lnTo>
                <a:lnTo>
                  <a:pt x="863496" y="1943099"/>
                </a:lnTo>
                <a:lnTo>
                  <a:pt x="896428" y="1904999"/>
                </a:lnTo>
                <a:lnTo>
                  <a:pt x="930017" y="1866899"/>
                </a:lnTo>
                <a:lnTo>
                  <a:pt x="963285" y="1828799"/>
                </a:lnTo>
                <a:lnTo>
                  <a:pt x="997005" y="1790699"/>
                </a:lnTo>
                <a:lnTo>
                  <a:pt x="1031180" y="1752599"/>
                </a:lnTo>
                <a:lnTo>
                  <a:pt x="1065808" y="1714499"/>
                </a:lnTo>
                <a:lnTo>
                  <a:pt x="1100890" y="1676399"/>
                </a:lnTo>
                <a:lnTo>
                  <a:pt x="1136426" y="1650999"/>
                </a:lnTo>
                <a:lnTo>
                  <a:pt x="1172417" y="1612899"/>
                </a:lnTo>
                <a:lnTo>
                  <a:pt x="1208864" y="1574799"/>
                </a:lnTo>
                <a:lnTo>
                  <a:pt x="1245765" y="1536699"/>
                </a:lnTo>
                <a:lnTo>
                  <a:pt x="1283123" y="1511299"/>
                </a:lnTo>
                <a:lnTo>
                  <a:pt x="1320937" y="1473199"/>
                </a:lnTo>
                <a:lnTo>
                  <a:pt x="1359207" y="1447799"/>
                </a:lnTo>
                <a:lnTo>
                  <a:pt x="1397933" y="1409699"/>
                </a:lnTo>
                <a:lnTo>
                  <a:pt x="1437117" y="1384299"/>
                </a:lnTo>
                <a:lnTo>
                  <a:pt x="1476759" y="1346199"/>
                </a:lnTo>
                <a:lnTo>
                  <a:pt x="1516858" y="1320799"/>
                </a:lnTo>
                <a:lnTo>
                  <a:pt x="1557415" y="1282699"/>
                </a:lnTo>
                <a:lnTo>
                  <a:pt x="1639904" y="1231899"/>
                </a:lnTo>
                <a:lnTo>
                  <a:pt x="1681837" y="1206499"/>
                </a:lnTo>
                <a:lnTo>
                  <a:pt x="1724230" y="1168399"/>
                </a:lnTo>
                <a:lnTo>
                  <a:pt x="1892747" y="1066799"/>
                </a:lnTo>
                <a:lnTo>
                  <a:pt x="1979225" y="1015999"/>
                </a:lnTo>
                <a:lnTo>
                  <a:pt x="2023193" y="1003299"/>
                </a:lnTo>
                <a:lnTo>
                  <a:pt x="2112835" y="952499"/>
                </a:lnTo>
                <a:lnTo>
                  <a:pt x="5632704" y="952500"/>
                </a:lnTo>
                <a:lnTo>
                  <a:pt x="5474564" y="863600"/>
                </a:lnTo>
                <a:lnTo>
                  <a:pt x="5428662" y="850900"/>
                </a:lnTo>
                <a:lnTo>
                  <a:pt x="5335915" y="800100"/>
                </a:lnTo>
                <a:lnTo>
                  <a:pt x="5289072" y="787400"/>
                </a:lnTo>
                <a:lnTo>
                  <a:pt x="5241917" y="762000"/>
                </a:lnTo>
                <a:lnTo>
                  <a:pt x="5194450" y="749300"/>
                </a:lnTo>
                <a:lnTo>
                  <a:pt x="5146671" y="723900"/>
                </a:lnTo>
                <a:lnTo>
                  <a:pt x="5098581" y="711200"/>
                </a:lnTo>
                <a:lnTo>
                  <a:pt x="5051140" y="685799"/>
                </a:lnTo>
                <a:lnTo>
                  <a:pt x="4568157" y="558799"/>
                </a:lnTo>
                <a:lnTo>
                  <a:pt x="2934296" y="558799"/>
                </a:lnTo>
                <a:lnTo>
                  <a:pt x="3070538" y="482599"/>
                </a:lnTo>
                <a:lnTo>
                  <a:pt x="3116318" y="469899"/>
                </a:lnTo>
                <a:lnTo>
                  <a:pt x="3208439" y="419099"/>
                </a:lnTo>
                <a:lnTo>
                  <a:pt x="3254783" y="406399"/>
                </a:lnTo>
                <a:lnTo>
                  <a:pt x="3301316" y="380999"/>
                </a:lnTo>
                <a:lnTo>
                  <a:pt x="3348042" y="368299"/>
                </a:lnTo>
                <a:lnTo>
                  <a:pt x="3394961" y="342899"/>
                </a:lnTo>
                <a:lnTo>
                  <a:pt x="3536896" y="304799"/>
                </a:lnTo>
                <a:lnTo>
                  <a:pt x="3584604" y="279399"/>
                </a:lnTo>
                <a:lnTo>
                  <a:pt x="4023210" y="165099"/>
                </a:lnTo>
                <a:lnTo>
                  <a:pt x="4072997" y="165099"/>
                </a:lnTo>
                <a:lnTo>
                  <a:pt x="4173057" y="139699"/>
                </a:lnTo>
                <a:lnTo>
                  <a:pt x="4223155" y="139699"/>
                </a:lnTo>
                <a:lnTo>
                  <a:pt x="4273293" y="126999"/>
                </a:lnTo>
                <a:lnTo>
                  <a:pt x="4323468" y="126999"/>
                </a:lnTo>
                <a:lnTo>
                  <a:pt x="4373679" y="114299"/>
                </a:lnTo>
                <a:lnTo>
                  <a:pt x="4474201" y="114299"/>
                </a:lnTo>
                <a:lnTo>
                  <a:pt x="4524510" y="101599"/>
                </a:lnTo>
                <a:lnTo>
                  <a:pt x="5486595" y="101600"/>
                </a:lnTo>
                <a:lnTo>
                  <a:pt x="5290395" y="50800"/>
                </a:lnTo>
                <a:lnTo>
                  <a:pt x="5240892" y="50800"/>
                </a:lnTo>
                <a:lnTo>
                  <a:pt x="5191213" y="38100"/>
                </a:lnTo>
                <a:close/>
              </a:path>
              <a:path w="6520815" h="4673600">
                <a:moveTo>
                  <a:pt x="5632704" y="952500"/>
                </a:moveTo>
                <a:lnTo>
                  <a:pt x="2112835" y="952499"/>
                </a:lnTo>
                <a:lnTo>
                  <a:pt x="2115596" y="965199"/>
                </a:lnTo>
                <a:lnTo>
                  <a:pt x="2120610" y="965199"/>
                </a:lnTo>
                <a:lnTo>
                  <a:pt x="2082223" y="1003299"/>
                </a:lnTo>
                <a:lnTo>
                  <a:pt x="2043645" y="1028699"/>
                </a:lnTo>
                <a:lnTo>
                  <a:pt x="2005021" y="1066799"/>
                </a:lnTo>
                <a:lnTo>
                  <a:pt x="1966497" y="1092199"/>
                </a:lnTo>
                <a:lnTo>
                  <a:pt x="1928220" y="1130299"/>
                </a:lnTo>
                <a:lnTo>
                  <a:pt x="1890335" y="1168399"/>
                </a:lnTo>
                <a:lnTo>
                  <a:pt x="1852990" y="1193799"/>
                </a:lnTo>
                <a:lnTo>
                  <a:pt x="1816560" y="1231899"/>
                </a:lnTo>
                <a:lnTo>
                  <a:pt x="1780516" y="1269999"/>
                </a:lnTo>
                <a:lnTo>
                  <a:pt x="1744861" y="1308099"/>
                </a:lnTo>
                <a:lnTo>
                  <a:pt x="1709597" y="1333499"/>
                </a:lnTo>
                <a:lnTo>
                  <a:pt x="1674727" y="1371599"/>
                </a:lnTo>
                <a:lnTo>
                  <a:pt x="1640252" y="1409699"/>
                </a:lnTo>
                <a:lnTo>
                  <a:pt x="1606175" y="1447799"/>
                </a:lnTo>
                <a:lnTo>
                  <a:pt x="1572499" y="1485899"/>
                </a:lnTo>
                <a:lnTo>
                  <a:pt x="1539225" y="1523999"/>
                </a:lnTo>
                <a:lnTo>
                  <a:pt x="1506357" y="1562099"/>
                </a:lnTo>
                <a:lnTo>
                  <a:pt x="1473895" y="1600199"/>
                </a:lnTo>
                <a:lnTo>
                  <a:pt x="1441844" y="1638299"/>
                </a:lnTo>
                <a:lnTo>
                  <a:pt x="1410204" y="1676399"/>
                </a:lnTo>
                <a:lnTo>
                  <a:pt x="1378979" y="1714499"/>
                </a:lnTo>
                <a:lnTo>
                  <a:pt x="1348170" y="1752599"/>
                </a:lnTo>
                <a:lnTo>
                  <a:pt x="1317780" y="1790699"/>
                </a:lnTo>
                <a:lnTo>
                  <a:pt x="1287812" y="1828799"/>
                </a:lnTo>
                <a:lnTo>
                  <a:pt x="1258267" y="1866899"/>
                </a:lnTo>
                <a:lnTo>
                  <a:pt x="1229149" y="1917699"/>
                </a:lnTo>
                <a:lnTo>
                  <a:pt x="1200458" y="1955799"/>
                </a:lnTo>
                <a:lnTo>
                  <a:pt x="1172199" y="1993899"/>
                </a:lnTo>
                <a:lnTo>
                  <a:pt x="1144372" y="2031999"/>
                </a:lnTo>
                <a:lnTo>
                  <a:pt x="1116980" y="2082799"/>
                </a:lnTo>
                <a:lnTo>
                  <a:pt x="1089766" y="2120899"/>
                </a:lnTo>
                <a:lnTo>
                  <a:pt x="1063036" y="2171699"/>
                </a:lnTo>
                <a:lnTo>
                  <a:pt x="1036795" y="2209799"/>
                </a:lnTo>
                <a:lnTo>
                  <a:pt x="1011044" y="2247899"/>
                </a:lnTo>
                <a:lnTo>
                  <a:pt x="985787" y="2298699"/>
                </a:lnTo>
                <a:lnTo>
                  <a:pt x="961026" y="2336799"/>
                </a:lnTo>
                <a:lnTo>
                  <a:pt x="936765" y="2387599"/>
                </a:lnTo>
                <a:lnTo>
                  <a:pt x="913005" y="2425699"/>
                </a:lnTo>
                <a:lnTo>
                  <a:pt x="889751" y="2476499"/>
                </a:lnTo>
                <a:lnTo>
                  <a:pt x="867004" y="2514599"/>
                </a:lnTo>
                <a:lnTo>
                  <a:pt x="844767" y="2565399"/>
                </a:lnTo>
                <a:lnTo>
                  <a:pt x="823043" y="2603499"/>
                </a:lnTo>
                <a:lnTo>
                  <a:pt x="801836" y="2654299"/>
                </a:lnTo>
                <a:lnTo>
                  <a:pt x="781147" y="2705099"/>
                </a:lnTo>
                <a:lnTo>
                  <a:pt x="760979" y="2743199"/>
                </a:lnTo>
                <a:lnTo>
                  <a:pt x="741336" y="2793999"/>
                </a:lnTo>
                <a:lnTo>
                  <a:pt x="722220" y="2844799"/>
                </a:lnTo>
                <a:lnTo>
                  <a:pt x="703634" y="2882899"/>
                </a:lnTo>
                <a:lnTo>
                  <a:pt x="685581" y="2933699"/>
                </a:lnTo>
                <a:lnTo>
                  <a:pt x="668063" y="2984499"/>
                </a:lnTo>
                <a:lnTo>
                  <a:pt x="651084" y="3035299"/>
                </a:lnTo>
                <a:lnTo>
                  <a:pt x="634660" y="3073399"/>
                </a:lnTo>
                <a:lnTo>
                  <a:pt x="618830" y="3124199"/>
                </a:lnTo>
                <a:lnTo>
                  <a:pt x="603595" y="3174999"/>
                </a:lnTo>
                <a:lnTo>
                  <a:pt x="588955" y="3225799"/>
                </a:lnTo>
                <a:lnTo>
                  <a:pt x="574911" y="3276599"/>
                </a:lnTo>
                <a:lnTo>
                  <a:pt x="561465" y="3327399"/>
                </a:lnTo>
                <a:lnTo>
                  <a:pt x="548617" y="3365499"/>
                </a:lnTo>
                <a:lnTo>
                  <a:pt x="536369" y="3416299"/>
                </a:lnTo>
                <a:lnTo>
                  <a:pt x="524720" y="3467099"/>
                </a:lnTo>
                <a:lnTo>
                  <a:pt x="513674" y="3517899"/>
                </a:lnTo>
                <a:lnTo>
                  <a:pt x="503229" y="3568699"/>
                </a:lnTo>
                <a:lnTo>
                  <a:pt x="493387" y="3619499"/>
                </a:lnTo>
                <a:lnTo>
                  <a:pt x="484150" y="3670299"/>
                </a:lnTo>
                <a:lnTo>
                  <a:pt x="475518" y="3721099"/>
                </a:lnTo>
                <a:lnTo>
                  <a:pt x="467492" y="3771899"/>
                </a:lnTo>
                <a:lnTo>
                  <a:pt x="460603" y="3809999"/>
                </a:lnTo>
                <a:lnTo>
                  <a:pt x="454528" y="3860799"/>
                </a:lnTo>
                <a:lnTo>
                  <a:pt x="449181" y="3911599"/>
                </a:lnTo>
                <a:lnTo>
                  <a:pt x="444476" y="3962399"/>
                </a:lnTo>
                <a:lnTo>
                  <a:pt x="440326" y="4000499"/>
                </a:lnTo>
                <a:lnTo>
                  <a:pt x="436647" y="4051299"/>
                </a:lnTo>
                <a:lnTo>
                  <a:pt x="433351" y="4102099"/>
                </a:lnTo>
                <a:lnTo>
                  <a:pt x="430354" y="4152899"/>
                </a:lnTo>
                <a:lnTo>
                  <a:pt x="427953" y="4203699"/>
                </a:lnTo>
                <a:lnTo>
                  <a:pt x="426650" y="4254499"/>
                </a:lnTo>
                <a:lnTo>
                  <a:pt x="426327" y="4305299"/>
                </a:lnTo>
                <a:lnTo>
                  <a:pt x="426864" y="4356099"/>
                </a:lnTo>
                <a:lnTo>
                  <a:pt x="428142" y="4406899"/>
                </a:lnTo>
                <a:lnTo>
                  <a:pt x="430042" y="4457699"/>
                </a:lnTo>
                <a:lnTo>
                  <a:pt x="432446" y="4508499"/>
                </a:lnTo>
                <a:lnTo>
                  <a:pt x="435396" y="4559299"/>
                </a:lnTo>
                <a:lnTo>
                  <a:pt x="439120" y="4610099"/>
                </a:lnTo>
                <a:lnTo>
                  <a:pt x="443619" y="4660899"/>
                </a:lnTo>
                <a:lnTo>
                  <a:pt x="6520399" y="4673599"/>
                </a:lnTo>
                <a:lnTo>
                  <a:pt x="6520399" y="1625600"/>
                </a:lnTo>
                <a:lnTo>
                  <a:pt x="6489756" y="1587500"/>
                </a:lnTo>
                <a:lnTo>
                  <a:pt x="6454626" y="1549400"/>
                </a:lnTo>
                <a:lnTo>
                  <a:pt x="6419065" y="1524000"/>
                </a:lnTo>
                <a:lnTo>
                  <a:pt x="6383073" y="1485900"/>
                </a:lnTo>
                <a:lnTo>
                  <a:pt x="6346650" y="1447800"/>
                </a:lnTo>
                <a:lnTo>
                  <a:pt x="6309795" y="1422400"/>
                </a:lnTo>
                <a:lnTo>
                  <a:pt x="6272508" y="1384300"/>
                </a:lnTo>
                <a:lnTo>
                  <a:pt x="6234789" y="1358900"/>
                </a:lnTo>
                <a:lnTo>
                  <a:pt x="6196638" y="1320800"/>
                </a:lnTo>
                <a:lnTo>
                  <a:pt x="6119036" y="1270000"/>
                </a:lnTo>
                <a:lnTo>
                  <a:pt x="6079585" y="1231900"/>
                </a:lnTo>
                <a:lnTo>
                  <a:pt x="5999381" y="1181100"/>
                </a:lnTo>
                <a:lnTo>
                  <a:pt x="5958628" y="1143000"/>
                </a:lnTo>
                <a:lnTo>
                  <a:pt x="5787050" y="1041400"/>
                </a:lnTo>
                <a:lnTo>
                  <a:pt x="5632704" y="952500"/>
                </a:lnTo>
                <a:close/>
              </a:path>
              <a:path w="6520815" h="4673600">
                <a:moveTo>
                  <a:pt x="5486595" y="101600"/>
                </a:moveTo>
                <a:lnTo>
                  <a:pt x="4826916" y="101600"/>
                </a:lnTo>
                <a:lnTo>
                  <a:pt x="4877393" y="114300"/>
                </a:lnTo>
                <a:lnTo>
                  <a:pt x="5028891" y="114300"/>
                </a:lnTo>
                <a:lnTo>
                  <a:pt x="5079048" y="127000"/>
                </a:lnTo>
                <a:lnTo>
                  <a:pt x="5129030" y="127000"/>
                </a:lnTo>
                <a:lnTo>
                  <a:pt x="5178835" y="139700"/>
                </a:lnTo>
                <a:lnTo>
                  <a:pt x="5228461" y="139700"/>
                </a:lnTo>
                <a:lnTo>
                  <a:pt x="5425141" y="190500"/>
                </a:lnTo>
                <a:lnTo>
                  <a:pt x="5473844" y="190500"/>
                </a:lnTo>
                <a:lnTo>
                  <a:pt x="5522356" y="203200"/>
                </a:lnTo>
                <a:lnTo>
                  <a:pt x="5570676" y="228600"/>
                </a:lnTo>
                <a:lnTo>
                  <a:pt x="5761986" y="279400"/>
                </a:lnTo>
                <a:lnTo>
                  <a:pt x="5809312" y="304800"/>
                </a:lnTo>
                <a:lnTo>
                  <a:pt x="5856433" y="317500"/>
                </a:lnTo>
                <a:lnTo>
                  <a:pt x="5950053" y="368300"/>
                </a:lnTo>
                <a:lnTo>
                  <a:pt x="5996555" y="381000"/>
                </a:lnTo>
                <a:lnTo>
                  <a:pt x="6087893" y="431800"/>
                </a:lnTo>
                <a:lnTo>
                  <a:pt x="6177005" y="482600"/>
                </a:lnTo>
                <a:lnTo>
                  <a:pt x="6220724" y="495300"/>
                </a:lnTo>
                <a:lnTo>
                  <a:pt x="6263883" y="533400"/>
                </a:lnTo>
                <a:lnTo>
                  <a:pt x="6348522" y="584200"/>
                </a:lnTo>
                <a:lnTo>
                  <a:pt x="6430914" y="635000"/>
                </a:lnTo>
                <a:lnTo>
                  <a:pt x="6471265" y="673100"/>
                </a:lnTo>
                <a:lnTo>
                  <a:pt x="6511052" y="698500"/>
                </a:lnTo>
                <a:lnTo>
                  <a:pt x="6520399" y="711200"/>
                </a:lnTo>
                <a:lnTo>
                  <a:pt x="6520399" y="584200"/>
                </a:lnTo>
                <a:lnTo>
                  <a:pt x="6480823" y="558800"/>
                </a:lnTo>
                <a:lnTo>
                  <a:pt x="6440355" y="520700"/>
                </a:lnTo>
                <a:lnTo>
                  <a:pt x="6357976" y="469900"/>
                </a:lnTo>
                <a:lnTo>
                  <a:pt x="6273681" y="419100"/>
                </a:lnTo>
                <a:lnTo>
                  <a:pt x="6143670" y="342900"/>
                </a:lnTo>
                <a:lnTo>
                  <a:pt x="6099387" y="317500"/>
                </a:lnTo>
                <a:lnTo>
                  <a:pt x="6054632" y="304800"/>
                </a:lnTo>
                <a:lnTo>
                  <a:pt x="5963714" y="254000"/>
                </a:lnTo>
                <a:lnTo>
                  <a:pt x="5916901" y="241300"/>
                </a:lnTo>
                <a:lnTo>
                  <a:pt x="5869883" y="215900"/>
                </a:lnTo>
                <a:lnTo>
                  <a:pt x="5775240" y="190500"/>
                </a:lnTo>
                <a:lnTo>
                  <a:pt x="5727619" y="165100"/>
                </a:lnTo>
                <a:lnTo>
                  <a:pt x="5486595" y="101600"/>
                </a:lnTo>
                <a:close/>
              </a:path>
              <a:path w="6520815" h="4673600">
                <a:moveTo>
                  <a:pt x="4370710" y="520699"/>
                </a:moveTo>
                <a:lnTo>
                  <a:pt x="3157341" y="520699"/>
                </a:lnTo>
                <a:lnTo>
                  <a:pt x="3057678" y="546099"/>
                </a:lnTo>
                <a:lnTo>
                  <a:pt x="3007946" y="546099"/>
                </a:lnTo>
                <a:lnTo>
                  <a:pt x="2958275" y="558799"/>
                </a:lnTo>
                <a:lnTo>
                  <a:pt x="4568157" y="558799"/>
                </a:lnTo>
                <a:lnTo>
                  <a:pt x="4469731" y="533399"/>
                </a:lnTo>
                <a:lnTo>
                  <a:pt x="4420295" y="533399"/>
                </a:lnTo>
                <a:lnTo>
                  <a:pt x="4370710" y="520699"/>
                </a:lnTo>
                <a:close/>
              </a:path>
              <a:path w="6520815" h="4673600">
                <a:moveTo>
                  <a:pt x="4268939" y="507999"/>
                </a:moveTo>
                <a:lnTo>
                  <a:pt x="3257286" y="507999"/>
                </a:lnTo>
                <a:lnTo>
                  <a:pt x="3207277" y="520699"/>
                </a:lnTo>
                <a:lnTo>
                  <a:pt x="4319885" y="520699"/>
                </a:lnTo>
                <a:lnTo>
                  <a:pt x="4268939" y="507999"/>
                </a:lnTo>
                <a:close/>
              </a:path>
              <a:path w="6520815" h="4673600">
                <a:moveTo>
                  <a:pt x="4166735" y="495299"/>
                </a:moveTo>
                <a:lnTo>
                  <a:pt x="3357531" y="495299"/>
                </a:lnTo>
                <a:lnTo>
                  <a:pt x="3307369" y="507999"/>
                </a:lnTo>
                <a:lnTo>
                  <a:pt x="4217885" y="507999"/>
                </a:lnTo>
                <a:lnTo>
                  <a:pt x="4166735" y="495299"/>
                </a:lnTo>
                <a:close/>
              </a:path>
              <a:path w="6520815" h="4673600">
                <a:moveTo>
                  <a:pt x="4064201" y="482599"/>
                </a:moveTo>
                <a:lnTo>
                  <a:pt x="3458098" y="482599"/>
                </a:lnTo>
                <a:lnTo>
                  <a:pt x="3407773" y="495299"/>
                </a:lnTo>
                <a:lnTo>
                  <a:pt x="4115503" y="495299"/>
                </a:lnTo>
                <a:lnTo>
                  <a:pt x="4064201" y="482599"/>
                </a:lnTo>
                <a:close/>
              </a:path>
              <a:path w="6520815" h="4673600">
                <a:moveTo>
                  <a:pt x="5091330" y="25400"/>
                </a:moveTo>
                <a:lnTo>
                  <a:pt x="4273007" y="25399"/>
                </a:lnTo>
                <a:lnTo>
                  <a:pt x="4221923" y="38099"/>
                </a:lnTo>
                <a:lnTo>
                  <a:pt x="5141358" y="38100"/>
                </a:lnTo>
                <a:lnTo>
                  <a:pt x="5091330" y="25400"/>
                </a:lnTo>
                <a:close/>
              </a:path>
              <a:path w="6520815" h="4673600">
                <a:moveTo>
                  <a:pt x="4990763" y="12700"/>
                </a:moveTo>
                <a:lnTo>
                  <a:pt x="4426552" y="12699"/>
                </a:lnTo>
                <a:lnTo>
                  <a:pt x="4375323" y="25399"/>
                </a:lnTo>
                <a:lnTo>
                  <a:pt x="5041131" y="25400"/>
                </a:lnTo>
                <a:lnTo>
                  <a:pt x="4990763" y="12700"/>
                </a:lnTo>
                <a:close/>
              </a:path>
              <a:path w="6520815" h="4673600">
                <a:moveTo>
                  <a:pt x="4786369" y="0"/>
                </a:moveTo>
                <a:lnTo>
                  <a:pt x="4631914" y="0"/>
                </a:lnTo>
                <a:lnTo>
                  <a:pt x="4580509" y="12699"/>
                </a:lnTo>
                <a:lnTo>
                  <a:pt x="4837930" y="12700"/>
                </a:lnTo>
                <a:lnTo>
                  <a:pt x="4786369" y="0"/>
                </a:lnTo>
                <a:close/>
              </a:path>
            </a:pathLst>
          </a:custGeom>
          <a:solidFill>
            <a:srgbClr val="F5F6F7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" y="730"/>
            <a:ext cx="3100267" cy="3611824"/>
          </a:xfrm>
          <a:prstGeom prst="rect">
            <a:avLst/>
          </a:prstGeom>
        </p:spPr>
      </p:pic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73252" rIns="0" bIns="0" rtlCol="0" vert="horz">
            <a:spAutoFit/>
          </a:bodyPr>
          <a:lstStyle/>
          <a:p>
            <a:pPr marL="1669414">
              <a:lnSpc>
                <a:spcPct val="100000"/>
              </a:lnSpc>
              <a:spcBef>
                <a:spcPts val="95"/>
              </a:spcBef>
            </a:pPr>
            <a:r>
              <a:rPr dirty="0" sz="3100" spc="240"/>
              <a:t>RESULTS</a:t>
            </a:r>
            <a:r>
              <a:rPr dirty="0" sz="3100" spc="200"/>
              <a:t> </a:t>
            </a:r>
            <a:r>
              <a:rPr dirty="0" sz="3100"/>
              <a:t>—</a:t>
            </a:r>
            <a:r>
              <a:rPr dirty="0" sz="3100" spc="185"/>
              <a:t> </a:t>
            </a:r>
            <a:r>
              <a:rPr dirty="0" sz="3100" spc="295"/>
              <a:t>ALARM</a:t>
            </a:r>
            <a:r>
              <a:rPr dirty="0" sz="3100" spc="190"/>
              <a:t> TRIGGER</a:t>
            </a:r>
            <a:endParaRPr sz="3100"/>
          </a:p>
        </p:txBody>
      </p:sp>
      <p:sp>
        <p:nvSpPr>
          <p:cNvPr id="2" name="object 2"/>
          <p:cNvSpPr/>
          <p:nvPr/>
        </p:nvSpPr>
        <p:spPr>
          <a:xfrm>
            <a:off x="13555102" y="0"/>
            <a:ext cx="4733290" cy="2751455"/>
          </a:xfrm>
          <a:custGeom>
            <a:avLst/>
            <a:gdLst/>
            <a:ahLst/>
            <a:cxnLst/>
            <a:rect l="l" t="t" r="r" b="b"/>
            <a:pathLst>
              <a:path w="4733290" h="2751455">
                <a:moveTo>
                  <a:pt x="4239490" y="2751271"/>
                </a:moveTo>
                <a:lnTo>
                  <a:pt x="4158044" y="2751271"/>
                </a:lnTo>
                <a:lnTo>
                  <a:pt x="4032390" y="2750090"/>
                </a:lnTo>
                <a:lnTo>
                  <a:pt x="3905397" y="2747157"/>
                </a:lnTo>
                <a:lnTo>
                  <a:pt x="3791002" y="2742692"/>
                </a:lnTo>
                <a:lnTo>
                  <a:pt x="3739529" y="2739936"/>
                </a:lnTo>
                <a:lnTo>
                  <a:pt x="3692407" y="2736856"/>
                </a:lnTo>
                <a:lnTo>
                  <a:pt x="3650037" y="2733473"/>
                </a:lnTo>
                <a:lnTo>
                  <a:pt x="3581153" y="2725878"/>
                </a:lnTo>
                <a:lnTo>
                  <a:pt x="3536081" y="2717308"/>
                </a:lnTo>
                <a:lnTo>
                  <a:pt x="3488685" y="2683431"/>
                </a:lnTo>
                <a:lnTo>
                  <a:pt x="3471558" y="2644698"/>
                </a:lnTo>
                <a:lnTo>
                  <a:pt x="3472009" y="2603342"/>
                </a:lnTo>
                <a:lnTo>
                  <a:pt x="3489951" y="2566202"/>
                </a:lnTo>
                <a:lnTo>
                  <a:pt x="3525295" y="2540112"/>
                </a:lnTo>
                <a:lnTo>
                  <a:pt x="3570023" y="2534139"/>
                </a:lnTo>
                <a:lnTo>
                  <a:pt x="3633974" y="2531253"/>
                </a:lnTo>
                <a:lnTo>
                  <a:pt x="3680776" y="2530021"/>
                </a:lnTo>
                <a:lnTo>
                  <a:pt x="3682333" y="2530021"/>
                </a:lnTo>
                <a:lnTo>
                  <a:pt x="3728167" y="2529176"/>
                </a:lnTo>
                <a:lnTo>
                  <a:pt x="4017354" y="2527214"/>
                </a:lnTo>
                <a:lnTo>
                  <a:pt x="4337107" y="2527214"/>
                </a:lnTo>
                <a:lnTo>
                  <a:pt x="4501031" y="2528423"/>
                </a:lnTo>
                <a:lnTo>
                  <a:pt x="4563966" y="2530021"/>
                </a:lnTo>
                <a:lnTo>
                  <a:pt x="4611910" y="2532387"/>
                </a:lnTo>
                <a:lnTo>
                  <a:pt x="4677468" y="2540368"/>
                </a:lnTo>
                <a:lnTo>
                  <a:pt x="4722520" y="2563209"/>
                </a:lnTo>
                <a:lnTo>
                  <a:pt x="4732898" y="2583555"/>
                </a:lnTo>
                <a:lnTo>
                  <a:pt x="4732898" y="2678846"/>
                </a:lnTo>
                <a:lnTo>
                  <a:pt x="4721790" y="2696955"/>
                </a:lnTo>
                <a:lnTo>
                  <a:pt x="4692100" y="2724173"/>
                </a:lnTo>
                <a:lnTo>
                  <a:pt x="4680925" y="2731403"/>
                </a:lnTo>
                <a:lnTo>
                  <a:pt x="4667398" y="2736856"/>
                </a:lnTo>
                <a:lnTo>
                  <a:pt x="4667689" y="2736856"/>
                </a:lnTo>
                <a:lnTo>
                  <a:pt x="4646737" y="2741167"/>
                </a:lnTo>
                <a:lnTo>
                  <a:pt x="4615973" y="2744239"/>
                </a:lnTo>
                <a:lnTo>
                  <a:pt x="4570928" y="2746462"/>
                </a:lnTo>
                <a:lnTo>
                  <a:pt x="4507727" y="2748105"/>
                </a:lnTo>
                <a:lnTo>
                  <a:pt x="4239490" y="2751271"/>
                </a:lnTo>
                <a:close/>
              </a:path>
              <a:path w="4733290" h="2751455">
                <a:moveTo>
                  <a:pt x="3059967" y="2658092"/>
                </a:moveTo>
                <a:lnTo>
                  <a:pt x="3008497" y="2652534"/>
                </a:lnTo>
                <a:lnTo>
                  <a:pt x="2925374" y="2631064"/>
                </a:lnTo>
                <a:lnTo>
                  <a:pt x="2866737" y="2613183"/>
                </a:lnTo>
                <a:lnTo>
                  <a:pt x="2794136" y="2589956"/>
                </a:lnTo>
                <a:lnTo>
                  <a:pt x="2629913" y="2535589"/>
                </a:lnTo>
                <a:lnTo>
                  <a:pt x="2561985" y="2511964"/>
                </a:lnTo>
                <a:lnTo>
                  <a:pt x="2501459" y="2489910"/>
                </a:lnTo>
                <a:lnTo>
                  <a:pt x="2447990" y="2469281"/>
                </a:lnTo>
                <a:lnTo>
                  <a:pt x="2401233" y="2449930"/>
                </a:lnTo>
                <a:lnTo>
                  <a:pt x="2360842" y="2431711"/>
                </a:lnTo>
                <a:lnTo>
                  <a:pt x="2326471" y="2414476"/>
                </a:lnTo>
                <a:lnTo>
                  <a:pt x="2274409" y="2382375"/>
                </a:lnTo>
                <a:lnTo>
                  <a:pt x="2230977" y="2332306"/>
                </a:lnTo>
                <a:lnTo>
                  <a:pt x="2222821" y="2293384"/>
                </a:lnTo>
                <a:lnTo>
                  <a:pt x="2230555" y="2255201"/>
                </a:lnTo>
                <a:lnTo>
                  <a:pt x="2253175" y="2222506"/>
                </a:lnTo>
                <a:lnTo>
                  <a:pt x="2289676" y="2200052"/>
                </a:lnTo>
                <a:lnTo>
                  <a:pt x="2314458" y="2194145"/>
                </a:lnTo>
                <a:lnTo>
                  <a:pt x="2340149" y="2195338"/>
                </a:lnTo>
                <a:lnTo>
                  <a:pt x="2369479" y="2204168"/>
                </a:lnTo>
                <a:lnTo>
                  <a:pt x="2405174" y="2221174"/>
                </a:lnTo>
                <a:lnTo>
                  <a:pt x="2429188" y="2233069"/>
                </a:lnTo>
                <a:lnTo>
                  <a:pt x="2457616" y="2245573"/>
                </a:lnTo>
                <a:lnTo>
                  <a:pt x="2530367" y="2273320"/>
                </a:lnTo>
                <a:lnTo>
                  <a:pt x="2576018" y="2289020"/>
                </a:lnTo>
                <a:lnTo>
                  <a:pt x="2628738" y="2306242"/>
                </a:lnTo>
                <a:lnTo>
                  <a:pt x="2758036" y="2346168"/>
                </a:lnTo>
                <a:lnTo>
                  <a:pt x="2930615" y="2397841"/>
                </a:lnTo>
                <a:lnTo>
                  <a:pt x="3005368" y="2422212"/>
                </a:lnTo>
                <a:lnTo>
                  <a:pt x="3062451" y="2443706"/>
                </a:lnTo>
                <a:lnTo>
                  <a:pt x="3104113" y="2463584"/>
                </a:lnTo>
                <a:lnTo>
                  <a:pt x="3150167" y="2503541"/>
                </a:lnTo>
                <a:lnTo>
                  <a:pt x="3161521" y="2552182"/>
                </a:lnTo>
                <a:lnTo>
                  <a:pt x="3158144" y="2586283"/>
                </a:lnTo>
                <a:lnTo>
                  <a:pt x="3128653" y="2633439"/>
                </a:lnTo>
                <a:lnTo>
                  <a:pt x="3091385" y="2652534"/>
                </a:lnTo>
                <a:lnTo>
                  <a:pt x="3071527" y="2657112"/>
                </a:lnTo>
                <a:lnTo>
                  <a:pt x="3071738" y="2657112"/>
                </a:lnTo>
                <a:lnTo>
                  <a:pt x="3059967" y="2658092"/>
                </a:lnTo>
                <a:close/>
              </a:path>
              <a:path w="4733290" h="2751455">
                <a:moveTo>
                  <a:pt x="1512464" y="914399"/>
                </a:moveTo>
                <a:lnTo>
                  <a:pt x="1432503" y="914399"/>
                </a:lnTo>
                <a:lnTo>
                  <a:pt x="1402395" y="901699"/>
                </a:lnTo>
                <a:lnTo>
                  <a:pt x="1371298" y="876299"/>
                </a:lnTo>
                <a:lnTo>
                  <a:pt x="1346215" y="863599"/>
                </a:lnTo>
                <a:lnTo>
                  <a:pt x="1318519" y="838199"/>
                </a:lnTo>
                <a:lnTo>
                  <a:pt x="1288456" y="812799"/>
                </a:lnTo>
                <a:lnTo>
                  <a:pt x="1256275" y="787399"/>
                </a:lnTo>
                <a:lnTo>
                  <a:pt x="1222222" y="761999"/>
                </a:lnTo>
                <a:lnTo>
                  <a:pt x="1186542" y="723899"/>
                </a:lnTo>
                <a:lnTo>
                  <a:pt x="1149485" y="685799"/>
                </a:lnTo>
                <a:lnTo>
                  <a:pt x="1111295" y="647699"/>
                </a:lnTo>
                <a:lnTo>
                  <a:pt x="1072220" y="609599"/>
                </a:lnTo>
                <a:lnTo>
                  <a:pt x="992403" y="533399"/>
                </a:lnTo>
                <a:lnTo>
                  <a:pt x="952155" y="482599"/>
                </a:lnTo>
                <a:lnTo>
                  <a:pt x="872211" y="406399"/>
                </a:lnTo>
                <a:lnTo>
                  <a:pt x="833010" y="355599"/>
                </a:lnTo>
                <a:lnTo>
                  <a:pt x="794651" y="317499"/>
                </a:lnTo>
                <a:lnTo>
                  <a:pt x="757382" y="266699"/>
                </a:lnTo>
                <a:lnTo>
                  <a:pt x="721450" y="228599"/>
                </a:lnTo>
                <a:lnTo>
                  <a:pt x="687101" y="190499"/>
                </a:lnTo>
                <a:lnTo>
                  <a:pt x="654582" y="139699"/>
                </a:lnTo>
                <a:lnTo>
                  <a:pt x="624140" y="101599"/>
                </a:lnTo>
                <a:lnTo>
                  <a:pt x="596022" y="76199"/>
                </a:lnTo>
                <a:lnTo>
                  <a:pt x="570474" y="38099"/>
                </a:lnTo>
                <a:lnTo>
                  <a:pt x="547744" y="0"/>
                </a:lnTo>
                <a:lnTo>
                  <a:pt x="808277" y="0"/>
                </a:lnTo>
                <a:lnTo>
                  <a:pt x="827521" y="12699"/>
                </a:lnTo>
                <a:lnTo>
                  <a:pt x="857912" y="50799"/>
                </a:lnTo>
                <a:lnTo>
                  <a:pt x="890383" y="88899"/>
                </a:lnTo>
                <a:lnTo>
                  <a:pt x="924699" y="126999"/>
                </a:lnTo>
                <a:lnTo>
                  <a:pt x="960624" y="165099"/>
                </a:lnTo>
                <a:lnTo>
                  <a:pt x="997922" y="203199"/>
                </a:lnTo>
                <a:lnTo>
                  <a:pt x="1036358" y="253999"/>
                </a:lnTo>
                <a:lnTo>
                  <a:pt x="1075695" y="292099"/>
                </a:lnTo>
                <a:lnTo>
                  <a:pt x="1115698" y="330199"/>
                </a:lnTo>
                <a:lnTo>
                  <a:pt x="1196759" y="406399"/>
                </a:lnTo>
                <a:lnTo>
                  <a:pt x="1237346" y="457199"/>
                </a:lnTo>
                <a:lnTo>
                  <a:pt x="1277656" y="495299"/>
                </a:lnTo>
                <a:lnTo>
                  <a:pt x="1317453" y="533399"/>
                </a:lnTo>
                <a:lnTo>
                  <a:pt x="1356502" y="571499"/>
                </a:lnTo>
                <a:lnTo>
                  <a:pt x="1394567" y="596899"/>
                </a:lnTo>
                <a:lnTo>
                  <a:pt x="1431412" y="634999"/>
                </a:lnTo>
                <a:lnTo>
                  <a:pt x="1494989" y="685799"/>
                </a:lnTo>
                <a:lnTo>
                  <a:pt x="1539646" y="736599"/>
                </a:lnTo>
                <a:lnTo>
                  <a:pt x="1567308" y="774699"/>
                </a:lnTo>
                <a:lnTo>
                  <a:pt x="1579901" y="800099"/>
                </a:lnTo>
                <a:lnTo>
                  <a:pt x="1579351" y="838199"/>
                </a:lnTo>
                <a:lnTo>
                  <a:pt x="1567584" y="863599"/>
                </a:lnTo>
                <a:lnTo>
                  <a:pt x="1552716" y="888999"/>
                </a:lnTo>
                <a:lnTo>
                  <a:pt x="1534193" y="901699"/>
                </a:lnTo>
                <a:lnTo>
                  <a:pt x="1512464" y="914399"/>
                </a:lnTo>
                <a:close/>
              </a:path>
              <a:path w="4733290" h="2751455">
                <a:moveTo>
                  <a:pt x="2321052" y="723899"/>
                </a:moveTo>
                <a:lnTo>
                  <a:pt x="2248926" y="723899"/>
                </a:lnTo>
                <a:lnTo>
                  <a:pt x="2215217" y="711199"/>
                </a:lnTo>
                <a:lnTo>
                  <a:pt x="2175849" y="685799"/>
                </a:lnTo>
                <a:lnTo>
                  <a:pt x="2129946" y="660399"/>
                </a:lnTo>
                <a:lnTo>
                  <a:pt x="2076630" y="622299"/>
                </a:lnTo>
                <a:lnTo>
                  <a:pt x="2015027" y="584199"/>
                </a:lnTo>
                <a:lnTo>
                  <a:pt x="1979764" y="558799"/>
                </a:lnTo>
                <a:lnTo>
                  <a:pt x="1941527" y="533399"/>
                </a:lnTo>
                <a:lnTo>
                  <a:pt x="1900763" y="507999"/>
                </a:lnTo>
                <a:lnTo>
                  <a:pt x="1857920" y="469899"/>
                </a:lnTo>
                <a:lnTo>
                  <a:pt x="1813447" y="444499"/>
                </a:lnTo>
                <a:lnTo>
                  <a:pt x="1767792" y="406399"/>
                </a:lnTo>
                <a:lnTo>
                  <a:pt x="1674731" y="330199"/>
                </a:lnTo>
                <a:lnTo>
                  <a:pt x="1628221" y="304799"/>
                </a:lnTo>
                <a:lnTo>
                  <a:pt x="1582322" y="266699"/>
                </a:lnTo>
                <a:lnTo>
                  <a:pt x="1537484" y="228599"/>
                </a:lnTo>
                <a:lnTo>
                  <a:pt x="1494155" y="190499"/>
                </a:lnTo>
                <a:lnTo>
                  <a:pt x="1452782" y="165099"/>
                </a:lnTo>
                <a:lnTo>
                  <a:pt x="1413814" y="126999"/>
                </a:lnTo>
                <a:lnTo>
                  <a:pt x="1377700" y="101599"/>
                </a:lnTo>
                <a:lnTo>
                  <a:pt x="1344887" y="76199"/>
                </a:lnTo>
                <a:lnTo>
                  <a:pt x="1315825" y="50799"/>
                </a:lnTo>
                <a:lnTo>
                  <a:pt x="1290962" y="25399"/>
                </a:lnTo>
                <a:lnTo>
                  <a:pt x="1270745" y="12699"/>
                </a:lnTo>
                <a:lnTo>
                  <a:pt x="1254079" y="0"/>
                </a:lnTo>
                <a:lnTo>
                  <a:pt x="1611335" y="0"/>
                </a:lnTo>
                <a:lnTo>
                  <a:pt x="1666380" y="38099"/>
                </a:lnTo>
                <a:lnTo>
                  <a:pt x="1729866" y="88899"/>
                </a:lnTo>
                <a:lnTo>
                  <a:pt x="1789503" y="139699"/>
                </a:lnTo>
                <a:lnTo>
                  <a:pt x="1845421" y="177799"/>
                </a:lnTo>
                <a:lnTo>
                  <a:pt x="1897750" y="228599"/>
                </a:lnTo>
                <a:lnTo>
                  <a:pt x="1946622" y="266699"/>
                </a:lnTo>
                <a:lnTo>
                  <a:pt x="1992166" y="304799"/>
                </a:lnTo>
                <a:lnTo>
                  <a:pt x="2034514" y="330199"/>
                </a:lnTo>
                <a:lnTo>
                  <a:pt x="2073797" y="355599"/>
                </a:lnTo>
                <a:lnTo>
                  <a:pt x="2110144" y="393699"/>
                </a:lnTo>
                <a:lnTo>
                  <a:pt x="2143687" y="419099"/>
                </a:lnTo>
                <a:lnTo>
                  <a:pt x="2174557" y="431799"/>
                </a:lnTo>
                <a:lnTo>
                  <a:pt x="2202883" y="457199"/>
                </a:lnTo>
                <a:lnTo>
                  <a:pt x="2228798" y="469899"/>
                </a:lnTo>
                <a:lnTo>
                  <a:pt x="2273913" y="495299"/>
                </a:lnTo>
                <a:lnTo>
                  <a:pt x="2326358" y="533399"/>
                </a:lnTo>
                <a:lnTo>
                  <a:pt x="2363150" y="571499"/>
                </a:lnTo>
                <a:lnTo>
                  <a:pt x="2390410" y="634999"/>
                </a:lnTo>
                <a:lnTo>
                  <a:pt x="2381199" y="660399"/>
                </a:lnTo>
                <a:lnTo>
                  <a:pt x="2356974" y="698499"/>
                </a:lnTo>
                <a:lnTo>
                  <a:pt x="2339581" y="711199"/>
                </a:lnTo>
                <a:lnTo>
                  <a:pt x="2321052" y="723899"/>
                </a:lnTo>
                <a:close/>
              </a:path>
              <a:path w="4733290" h="2751455">
                <a:moveTo>
                  <a:pt x="659490" y="1117599"/>
                </a:moveTo>
                <a:lnTo>
                  <a:pt x="620771" y="1117599"/>
                </a:lnTo>
                <a:lnTo>
                  <a:pt x="599786" y="1104899"/>
                </a:lnTo>
                <a:lnTo>
                  <a:pt x="577766" y="1104899"/>
                </a:lnTo>
                <a:lnTo>
                  <a:pt x="554746" y="1092199"/>
                </a:lnTo>
                <a:lnTo>
                  <a:pt x="533147" y="1066799"/>
                </a:lnTo>
                <a:lnTo>
                  <a:pt x="508705" y="1054099"/>
                </a:lnTo>
                <a:lnTo>
                  <a:pt x="481797" y="1028699"/>
                </a:lnTo>
                <a:lnTo>
                  <a:pt x="452797" y="990599"/>
                </a:lnTo>
                <a:lnTo>
                  <a:pt x="422082" y="952499"/>
                </a:lnTo>
                <a:lnTo>
                  <a:pt x="390028" y="914399"/>
                </a:lnTo>
                <a:lnTo>
                  <a:pt x="357010" y="863599"/>
                </a:lnTo>
                <a:lnTo>
                  <a:pt x="323403" y="825499"/>
                </a:lnTo>
                <a:lnTo>
                  <a:pt x="255929" y="723899"/>
                </a:lnTo>
                <a:lnTo>
                  <a:pt x="222812" y="673099"/>
                </a:lnTo>
                <a:lnTo>
                  <a:pt x="190609" y="622299"/>
                </a:lnTo>
                <a:lnTo>
                  <a:pt x="159697" y="571499"/>
                </a:lnTo>
                <a:lnTo>
                  <a:pt x="130451" y="520699"/>
                </a:lnTo>
                <a:lnTo>
                  <a:pt x="103246" y="469899"/>
                </a:lnTo>
                <a:lnTo>
                  <a:pt x="78458" y="419099"/>
                </a:lnTo>
                <a:lnTo>
                  <a:pt x="56464" y="380999"/>
                </a:lnTo>
                <a:lnTo>
                  <a:pt x="37638" y="330199"/>
                </a:lnTo>
                <a:lnTo>
                  <a:pt x="22357" y="292099"/>
                </a:lnTo>
                <a:lnTo>
                  <a:pt x="10995" y="266699"/>
                </a:lnTo>
                <a:lnTo>
                  <a:pt x="0" y="203199"/>
                </a:lnTo>
                <a:lnTo>
                  <a:pt x="65" y="190499"/>
                </a:lnTo>
                <a:lnTo>
                  <a:pt x="130" y="177799"/>
                </a:lnTo>
                <a:lnTo>
                  <a:pt x="196" y="165099"/>
                </a:lnTo>
                <a:lnTo>
                  <a:pt x="11839" y="139699"/>
                </a:lnTo>
                <a:lnTo>
                  <a:pt x="35186" y="114299"/>
                </a:lnTo>
                <a:lnTo>
                  <a:pt x="62879" y="88899"/>
                </a:lnTo>
                <a:lnTo>
                  <a:pt x="124700" y="88899"/>
                </a:lnTo>
                <a:lnTo>
                  <a:pt x="153655" y="101599"/>
                </a:lnTo>
                <a:lnTo>
                  <a:pt x="167036" y="114299"/>
                </a:lnTo>
                <a:lnTo>
                  <a:pt x="182488" y="139699"/>
                </a:lnTo>
                <a:lnTo>
                  <a:pt x="199060" y="177799"/>
                </a:lnTo>
                <a:lnTo>
                  <a:pt x="215800" y="215899"/>
                </a:lnTo>
                <a:lnTo>
                  <a:pt x="230833" y="241299"/>
                </a:lnTo>
                <a:lnTo>
                  <a:pt x="249034" y="279399"/>
                </a:lnTo>
                <a:lnTo>
                  <a:pt x="270123" y="317499"/>
                </a:lnTo>
                <a:lnTo>
                  <a:pt x="293819" y="368299"/>
                </a:lnTo>
                <a:lnTo>
                  <a:pt x="319841" y="406399"/>
                </a:lnTo>
                <a:lnTo>
                  <a:pt x="347910" y="457199"/>
                </a:lnTo>
                <a:lnTo>
                  <a:pt x="377744" y="507999"/>
                </a:lnTo>
                <a:lnTo>
                  <a:pt x="409063" y="546099"/>
                </a:lnTo>
                <a:lnTo>
                  <a:pt x="441588" y="596899"/>
                </a:lnTo>
                <a:lnTo>
                  <a:pt x="475036" y="647699"/>
                </a:lnTo>
                <a:lnTo>
                  <a:pt x="509129" y="698499"/>
                </a:lnTo>
                <a:lnTo>
                  <a:pt x="543585" y="736599"/>
                </a:lnTo>
                <a:lnTo>
                  <a:pt x="578124" y="787399"/>
                </a:lnTo>
                <a:lnTo>
                  <a:pt x="612465" y="825499"/>
                </a:lnTo>
                <a:lnTo>
                  <a:pt x="668267" y="888999"/>
                </a:lnTo>
                <a:lnTo>
                  <a:pt x="706552" y="939799"/>
                </a:lnTo>
                <a:lnTo>
                  <a:pt x="728536" y="990599"/>
                </a:lnTo>
                <a:lnTo>
                  <a:pt x="735430" y="1028699"/>
                </a:lnTo>
                <a:lnTo>
                  <a:pt x="728448" y="1054099"/>
                </a:lnTo>
                <a:lnTo>
                  <a:pt x="708805" y="1079499"/>
                </a:lnTo>
                <a:lnTo>
                  <a:pt x="693583" y="1092199"/>
                </a:lnTo>
                <a:lnTo>
                  <a:pt x="677133" y="1104899"/>
                </a:lnTo>
                <a:lnTo>
                  <a:pt x="659490" y="1117599"/>
                </a:lnTo>
                <a:close/>
              </a:path>
              <a:path w="4733290" h="2751455">
                <a:moveTo>
                  <a:pt x="2933253" y="952499"/>
                </a:moveTo>
                <a:lnTo>
                  <a:pt x="2905386" y="939799"/>
                </a:lnTo>
                <a:lnTo>
                  <a:pt x="2861764" y="927099"/>
                </a:lnTo>
                <a:lnTo>
                  <a:pt x="2808570" y="914399"/>
                </a:lnTo>
                <a:lnTo>
                  <a:pt x="2751988" y="888999"/>
                </a:lnTo>
                <a:lnTo>
                  <a:pt x="2698201" y="876299"/>
                </a:lnTo>
                <a:lnTo>
                  <a:pt x="2653391" y="850899"/>
                </a:lnTo>
                <a:lnTo>
                  <a:pt x="2623742" y="838199"/>
                </a:lnTo>
                <a:lnTo>
                  <a:pt x="2592904" y="812799"/>
                </a:lnTo>
                <a:lnTo>
                  <a:pt x="2575292" y="774699"/>
                </a:lnTo>
                <a:lnTo>
                  <a:pt x="2571402" y="736599"/>
                </a:lnTo>
                <a:lnTo>
                  <a:pt x="2581729" y="698499"/>
                </a:lnTo>
                <a:lnTo>
                  <a:pt x="2606766" y="673099"/>
                </a:lnTo>
                <a:lnTo>
                  <a:pt x="2638516" y="647699"/>
                </a:lnTo>
                <a:lnTo>
                  <a:pt x="2677740" y="647699"/>
                </a:lnTo>
                <a:lnTo>
                  <a:pt x="2728389" y="660399"/>
                </a:lnTo>
                <a:lnTo>
                  <a:pt x="2794413" y="685799"/>
                </a:lnTo>
                <a:lnTo>
                  <a:pt x="2947702" y="749299"/>
                </a:lnTo>
                <a:lnTo>
                  <a:pt x="2986769" y="761999"/>
                </a:lnTo>
                <a:lnTo>
                  <a:pt x="3009728" y="787399"/>
                </a:lnTo>
                <a:lnTo>
                  <a:pt x="3023287" y="812799"/>
                </a:lnTo>
                <a:lnTo>
                  <a:pt x="3034033" y="850899"/>
                </a:lnTo>
                <a:lnTo>
                  <a:pt x="3028133" y="888999"/>
                </a:lnTo>
                <a:lnTo>
                  <a:pt x="3007856" y="914399"/>
                </a:lnTo>
                <a:lnTo>
                  <a:pt x="2975473" y="939799"/>
                </a:lnTo>
                <a:lnTo>
                  <a:pt x="2933253" y="952499"/>
                </a:lnTo>
                <a:close/>
              </a:path>
              <a:path w="4733290" h="2751455">
                <a:moveTo>
                  <a:pt x="4164284" y="1092199"/>
                </a:moveTo>
                <a:lnTo>
                  <a:pt x="3536635" y="1092199"/>
                </a:lnTo>
                <a:lnTo>
                  <a:pt x="3482855" y="1079499"/>
                </a:lnTo>
                <a:lnTo>
                  <a:pt x="3432789" y="1066799"/>
                </a:lnTo>
                <a:lnTo>
                  <a:pt x="3387061" y="1066799"/>
                </a:lnTo>
                <a:lnTo>
                  <a:pt x="3346298" y="1054099"/>
                </a:lnTo>
                <a:lnTo>
                  <a:pt x="3282164" y="1028699"/>
                </a:lnTo>
                <a:lnTo>
                  <a:pt x="3227555" y="990599"/>
                </a:lnTo>
                <a:lnTo>
                  <a:pt x="3202939" y="952499"/>
                </a:lnTo>
                <a:lnTo>
                  <a:pt x="3189065" y="914399"/>
                </a:lnTo>
                <a:lnTo>
                  <a:pt x="3188978" y="901699"/>
                </a:lnTo>
                <a:lnTo>
                  <a:pt x="3188891" y="888999"/>
                </a:lnTo>
                <a:lnTo>
                  <a:pt x="3201764" y="850899"/>
                </a:lnTo>
                <a:lnTo>
                  <a:pt x="3249770" y="812799"/>
                </a:lnTo>
                <a:lnTo>
                  <a:pt x="3286834" y="800099"/>
                </a:lnTo>
                <a:lnTo>
                  <a:pt x="3344304" y="812799"/>
                </a:lnTo>
                <a:lnTo>
                  <a:pt x="3431927" y="838199"/>
                </a:lnTo>
                <a:lnTo>
                  <a:pt x="3483676" y="850899"/>
                </a:lnTo>
                <a:lnTo>
                  <a:pt x="3538384" y="850899"/>
                </a:lnTo>
                <a:lnTo>
                  <a:pt x="3653659" y="876299"/>
                </a:lnTo>
                <a:lnTo>
                  <a:pt x="3712720" y="876299"/>
                </a:lnTo>
                <a:lnTo>
                  <a:pt x="3771724" y="888999"/>
                </a:lnTo>
                <a:lnTo>
                  <a:pt x="4289666" y="888999"/>
                </a:lnTo>
                <a:lnTo>
                  <a:pt x="4314079" y="914399"/>
                </a:lnTo>
                <a:lnTo>
                  <a:pt x="4326430" y="952499"/>
                </a:lnTo>
                <a:lnTo>
                  <a:pt x="4321655" y="990599"/>
                </a:lnTo>
                <a:lnTo>
                  <a:pt x="4299215" y="1028699"/>
                </a:lnTo>
                <a:lnTo>
                  <a:pt x="4258572" y="1054099"/>
                </a:lnTo>
                <a:lnTo>
                  <a:pt x="4199187" y="1079499"/>
                </a:lnTo>
                <a:lnTo>
                  <a:pt x="4164284" y="1092199"/>
                </a:lnTo>
                <a:close/>
              </a:path>
              <a:path w="4733290" h="2751455">
                <a:moveTo>
                  <a:pt x="4289666" y="888999"/>
                </a:moveTo>
                <a:lnTo>
                  <a:pt x="4082361" y="888999"/>
                </a:lnTo>
                <a:lnTo>
                  <a:pt x="4119869" y="876299"/>
                </a:lnTo>
                <a:lnTo>
                  <a:pt x="4151290" y="876299"/>
                </a:lnTo>
                <a:lnTo>
                  <a:pt x="4209807" y="863599"/>
                </a:lnTo>
                <a:lnTo>
                  <a:pt x="4255421" y="863599"/>
                </a:lnTo>
                <a:lnTo>
                  <a:pt x="4289666" y="888999"/>
                </a:lnTo>
                <a:close/>
              </a:path>
              <a:path w="4733290" h="2751455">
                <a:moveTo>
                  <a:pt x="4732898" y="1104899"/>
                </a:moveTo>
                <a:lnTo>
                  <a:pt x="4695009" y="1104899"/>
                </a:lnTo>
                <a:lnTo>
                  <a:pt x="4673382" y="1092199"/>
                </a:lnTo>
                <a:lnTo>
                  <a:pt x="4640869" y="1066799"/>
                </a:lnTo>
                <a:lnTo>
                  <a:pt x="4620194" y="1015999"/>
                </a:lnTo>
                <a:lnTo>
                  <a:pt x="4618437" y="1003299"/>
                </a:lnTo>
                <a:lnTo>
                  <a:pt x="4623164" y="977899"/>
                </a:lnTo>
                <a:lnTo>
                  <a:pt x="4638467" y="939799"/>
                </a:lnTo>
                <a:lnTo>
                  <a:pt x="4666031" y="914399"/>
                </a:lnTo>
                <a:lnTo>
                  <a:pt x="4707539" y="901699"/>
                </a:lnTo>
                <a:lnTo>
                  <a:pt x="4732898" y="888999"/>
                </a:lnTo>
                <a:lnTo>
                  <a:pt x="4732898" y="1104899"/>
                </a:lnTo>
                <a:close/>
              </a:path>
              <a:path w="4733290" h="2751455">
                <a:moveTo>
                  <a:pt x="3192442" y="1727199"/>
                </a:moveTo>
                <a:lnTo>
                  <a:pt x="3171977" y="1727199"/>
                </a:lnTo>
                <a:lnTo>
                  <a:pt x="3142097" y="1714499"/>
                </a:lnTo>
                <a:lnTo>
                  <a:pt x="3104151" y="1714499"/>
                </a:lnTo>
                <a:lnTo>
                  <a:pt x="3059485" y="1701799"/>
                </a:lnTo>
                <a:lnTo>
                  <a:pt x="3009446" y="1689099"/>
                </a:lnTo>
                <a:lnTo>
                  <a:pt x="2955382" y="1676399"/>
                </a:lnTo>
                <a:lnTo>
                  <a:pt x="2898641" y="1663699"/>
                </a:lnTo>
                <a:lnTo>
                  <a:pt x="2840569" y="1638299"/>
                </a:lnTo>
                <a:lnTo>
                  <a:pt x="2725823" y="1612899"/>
                </a:lnTo>
                <a:lnTo>
                  <a:pt x="2671844" y="1587499"/>
                </a:lnTo>
                <a:lnTo>
                  <a:pt x="2621923" y="1574799"/>
                </a:lnTo>
                <a:lnTo>
                  <a:pt x="2565157" y="1562099"/>
                </a:lnTo>
                <a:lnTo>
                  <a:pt x="2454207" y="1511299"/>
                </a:lnTo>
                <a:lnTo>
                  <a:pt x="2400673" y="1485899"/>
                </a:lnTo>
                <a:lnTo>
                  <a:pt x="2348863" y="1473199"/>
                </a:lnTo>
                <a:lnTo>
                  <a:pt x="2299104" y="1447799"/>
                </a:lnTo>
                <a:lnTo>
                  <a:pt x="2251718" y="1422399"/>
                </a:lnTo>
                <a:lnTo>
                  <a:pt x="2207031" y="1396999"/>
                </a:lnTo>
                <a:lnTo>
                  <a:pt x="2165366" y="1384299"/>
                </a:lnTo>
                <a:lnTo>
                  <a:pt x="2127047" y="1358899"/>
                </a:lnTo>
                <a:lnTo>
                  <a:pt x="2092400" y="1333499"/>
                </a:lnTo>
                <a:lnTo>
                  <a:pt x="2061747" y="1308099"/>
                </a:lnTo>
                <a:lnTo>
                  <a:pt x="2035413" y="1295399"/>
                </a:lnTo>
                <a:lnTo>
                  <a:pt x="2013723" y="1269999"/>
                </a:lnTo>
                <a:lnTo>
                  <a:pt x="1981983" y="1231899"/>
                </a:lnTo>
                <a:lnTo>
                  <a:pt x="1968858" y="1193799"/>
                </a:lnTo>
                <a:lnTo>
                  <a:pt x="1974308" y="1155699"/>
                </a:lnTo>
                <a:lnTo>
                  <a:pt x="1998293" y="1117599"/>
                </a:lnTo>
                <a:lnTo>
                  <a:pt x="2033130" y="1092199"/>
                </a:lnTo>
                <a:lnTo>
                  <a:pt x="2073727" y="1079499"/>
                </a:lnTo>
                <a:lnTo>
                  <a:pt x="2120252" y="1092199"/>
                </a:lnTo>
                <a:lnTo>
                  <a:pt x="2172874" y="1130299"/>
                </a:lnTo>
                <a:lnTo>
                  <a:pt x="2196705" y="1142999"/>
                </a:lnTo>
                <a:lnTo>
                  <a:pt x="2223347" y="1168399"/>
                </a:lnTo>
                <a:lnTo>
                  <a:pt x="2252772" y="1181099"/>
                </a:lnTo>
                <a:lnTo>
                  <a:pt x="2284952" y="1193799"/>
                </a:lnTo>
                <a:lnTo>
                  <a:pt x="2319857" y="1219199"/>
                </a:lnTo>
                <a:lnTo>
                  <a:pt x="2357460" y="1231899"/>
                </a:lnTo>
                <a:lnTo>
                  <a:pt x="2397732" y="1257299"/>
                </a:lnTo>
                <a:lnTo>
                  <a:pt x="2440644" y="1269999"/>
                </a:lnTo>
                <a:lnTo>
                  <a:pt x="2486167" y="1282699"/>
                </a:lnTo>
                <a:lnTo>
                  <a:pt x="2534274" y="1308099"/>
                </a:lnTo>
                <a:lnTo>
                  <a:pt x="2584935" y="1320799"/>
                </a:lnTo>
                <a:lnTo>
                  <a:pt x="2638123" y="1346199"/>
                </a:lnTo>
                <a:lnTo>
                  <a:pt x="2751961" y="1371599"/>
                </a:lnTo>
                <a:lnTo>
                  <a:pt x="2812555" y="1396999"/>
                </a:lnTo>
                <a:lnTo>
                  <a:pt x="2875561" y="1409699"/>
                </a:lnTo>
                <a:lnTo>
                  <a:pt x="2940949" y="1435099"/>
                </a:lnTo>
                <a:lnTo>
                  <a:pt x="3008693" y="1447799"/>
                </a:lnTo>
                <a:lnTo>
                  <a:pt x="3078763" y="1473199"/>
                </a:lnTo>
                <a:lnTo>
                  <a:pt x="3156786" y="1485899"/>
                </a:lnTo>
                <a:lnTo>
                  <a:pt x="3215290" y="1511299"/>
                </a:lnTo>
                <a:lnTo>
                  <a:pt x="3257391" y="1523999"/>
                </a:lnTo>
                <a:lnTo>
                  <a:pt x="3304844" y="1562099"/>
                </a:lnTo>
                <a:lnTo>
                  <a:pt x="3322625" y="1638299"/>
                </a:lnTo>
                <a:lnTo>
                  <a:pt x="3311505" y="1663699"/>
                </a:lnTo>
                <a:lnTo>
                  <a:pt x="3284889" y="1701799"/>
                </a:lnTo>
                <a:lnTo>
                  <a:pt x="3244595" y="1714499"/>
                </a:lnTo>
                <a:lnTo>
                  <a:pt x="3192442" y="1727199"/>
                </a:lnTo>
                <a:close/>
              </a:path>
              <a:path w="4733290" h="2751455">
                <a:moveTo>
                  <a:pt x="4083594" y="1104899"/>
                </a:moveTo>
                <a:lnTo>
                  <a:pt x="3714003" y="1104899"/>
                </a:lnTo>
                <a:lnTo>
                  <a:pt x="3652834" y="1092199"/>
                </a:lnTo>
                <a:lnTo>
                  <a:pt x="4127824" y="1092199"/>
                </a:lnTo>
                <a:lnTo>
                  <a:pt x="4083594" y="1104899"/>
                </a:lnTo>
                <a:close/>
              </a:path>
              <a:path w="4733290" h="2751455">
                <a:moveTo>
                  <a:pt x="1107319" y="1511299"/>
                </a:moveTo>
                <a:lnTo>
                  <a:pt x="1093283" y="1511299"/>
                </a:lnTo>
                <a:lnTo>
                  <a:pt x="1086089" y="1498599"/>
                </a:lnTo>
                <a:lnTo>
                  <a:pt x="1078793" y="1498599"/>
                </a:lnTo>
                <a:lnTo>
                  <a:pt x="1053500" y="1485899"/>
                </a:lnTo>
                <a:lnTo>
                  <a:pt x="1017090" y="1460499"/>
                </a:lnTo>
                <a:lnTo>
                  <a:pt x="974398" y="1422399"/>
                </a:lnTo>
                <a:lnTo>
                  <a:pt x="930258" y="1384299"/>
                </a:lnTo>
                <a:lnTo>
                  <a:pt x="889504" y="1346199"/>
                </a:lnTo>
                <a:lnTo>
                  <a:pt x="856970" y="1308099"/>
                </a:lnTo>
                <a:lnTo>
                  <a:pt x="837490" y="1282699"/>
                </a:lnTo>
                <a:lnTo>
                  <a:pt x="824177" y="1244599"/>
                </a:lnTo>
                <a:lnTo>
                  <a:pt x="827205" y="1193799"/>
                </a:lnTo>
                <a:lnTo>
                  <a:pt x="845342" y="1155699"/>
                </a:lnTo>
                <a:lnTo>
                  <a:pt x="877353" y="1130299"/>
                </a:lnTo>
                <a:lnTo>
                  <a:pt x="904231" y="1117599"/>
                </a:lnTo>
                <a:lnTo>
                  <a:pt x="930487" y="1117599"/>
                </a:lnTo>
                <a:lnTo>
                  <a:pt x="959494" y="1130299"/>
                </a:lnTo>
                <a:lnTo>
                  <a:pt x="994628" y="1155699"/>
                </a:lnTo>
                <a:lnTo>
                  <a:pt x="1039261" y="1193799"/>
                </a:lnTo>
                <a:lnTo>
                  <a:pt x="1096770" y="1257299"/>
                </a:lnTo>
                <a:lnTo>
                  <a:pt x="1160411" y="1320799"/>
                </a:lnTo>
                <a:lnTo>
                  <a:pt x="1197565" y="1358899"/>
                </a:lnTo>
                <a:lnTo>
                  <a:pt x="1214939" y="1384299"/>
                </a:lnTo>
                <a:lnTo>
                  <a:pt x="1219240" y="1409699"/>
                </a:lnTo>
                <a:lnTo>
                  <a:pt x="1210803" y="1447799"/>
                </a:lnTo>
                <a:lnTo>
                  <a:pt x="1187414" y="1485899"/>
                </a:lnTo>
                <a:lnTo>
                  <a:pt x="1151958" y="1498599"/>
                </a:lnTo>
                <a:lnTo>
                  <a:pt x="1107319" y="1511299"/>
                </a:lnTo>
                <a:close/>
              </a:path>
              <a:path w="4733290" h="2751455">
                <a:moveTo>
                  <a:pt x="4352465" y="1854199"/>
                </a:moveTo>
                <a:lnTo>
                  <a:pt x="4231623" y="1854199"/>
                </a:lnTo>
                <a:lnTo>
                  <a:pt x="4214647" y="1841499"/>
                </a:lnTo>
                <a:lnTo>
                  <a:pt x="4196762" y="1828799"/>
                </a:lnTo>
                <a:lnTo>
                  <a:pt x="4173637" y="1790699"/>
                </a:lnTo>
                <a:lnTo>
                  <a:pt x="4166144" y="1752599"/>
                </a:lnTo>
                <a:lnTo>
                  <a:pt x="4174338" y="1727199"/>
                </a:lnTo>
                <a:lnTo>
                  <a:pt x="4198277" y="1689099"/>
                </a:lnTo>
                <a:lnTo>
                  <a:pt x="4212156" y="1676399"/>
                </a:lnTo>
                <a:lnTo>
                  <a:pt x="4226318" y="1663699"/>
                </a:lnTo>
                <a:lnTo>
                  <a:pt x="4248903" y="1663699"/>
                </a:lnTo>
                <a:lnTo>
                  <a:pt x="4267503" y="1650999"/>
                </a:lnTo>
                <a:lnTo>
                  <a:pt x="4304719" y="1638299"/>
                </a:lnTo>
                <a:lnTo>
                  <a:pt x="4355179" y="1625599"/>
                </a:lnTo>
                <a:lnTo>
                  <a:pt x="4413510" y="1612899"/>
                </a:lnTo>
                <a:lnTo>
                  <a:pt x="4456963" y="1600199"/>
                </a:lnTo>
                <a:lnTo>
                  <a:pt x="4505173" y="1587499"/>
                </a:lnTo>
                <a:lnTo>
                  <a:pt x="4555420" y="1562099"/>
                </a:lnTo>
                <a:lnTo>
                  <a:pt x="4604986" y="1549399"/>
                </a:lnTo>
                <a:lnTo>
                  <a:pt x="4651150" y="1536699"/>
                </a:lnTo>
                <a:lnTo>
                  <a:pt x="4691191" y="1536699"/>
                </a:lnTo>
                <a:lnTo>
                  <a:pt x="4732898" y="1523999"/>
                </a:lnTo>
                <a:lnTo>
                  <a:pt x="4732898" y="1752599"/>
                </a:lnTo>
                <a:lnTo>
                  <a:pt x="4720639" y="1752599"/>
                </a:lnTo>
                <a:lnTo>
                  <a:pt x="4668943" y="1765299"/>
                </a:lnTo>
                <a:lnTo>
                  <a:pt x="4622643" y="1777999"/>
                </a:lnTo>
                <a:lnTo>
                  <a:pt x="4579284" y="1777999"/>
                </a:lnTo>
                <a:lnTo>
                  <a:pt x="4536412" y="1790699"/>
                </a:lnTo>
                <a:lnTo>
                  <a:pt x="4491572" y="1803399"/>
                </a:lnTo>
                <a:lnTo>
                  <a:pt x="4442309" y="1828799"/>
                </a:lnTo>
                <a:lnTo>
                  <a:pt x="4352465" y="1854199"/>
                </a:lnTo>
                <a:close/>
              </a:path>
              <a:path w="4733290" h="2751455">
                <a:moveTo>
                  <a:pt x="3820369" y="1816099"/>
                </a:moveTo>
                <a:lnTo>
                  <a:pt x="3713923" y="1816099"/>
                </a:lnTo>
                <a:lnTo>
                  <a:pt x="3685659" y="1803399"/>
                </a:lnTo>
                <a:lnTo>
                  <a:pt x="3617646" y="1790699"/>
                </a:lnTo>
                <a:lnTo>
                  <a:pt x="3561414" y="1765299"/>
                </a:lnTo>
                <a:lnTo>
                  <a:pt x="3517224" y="1739899"/>
                </a:lnTo>
                <a:lnTo>
                  <a:pt x="3485336" y="1714499"/>
                </a:lnTo>
                <a:lnTo>
                  <a:pt x="3459513" y="1650999"/>
                </a:lnTo>
                <a:lnTo>
                  <a:pt x="3464425" y="1625599"/>
                </a:lnTo>
                <a:lnTo>
                  <a:pt x="3477664" y="1600199"/>
                </a:lnTo>
                <a:lnTo>
                  <a:pt x="3496984" y="1574799"/>
                </a:lnTo>
                <a:lnTo>
                  <a:pt x="3520142" y="1562099"/>
                </a:lnTo>
                <a:lnTo>
                  <a:pt x="3545526" y="1549399"/>
                </a:lnTo>
                <a:lnTo>
                  <a:pt x="3566561" y="1549399"/>
                </a:lnTo>
                <a:lnTo>
                  <a:pt x="3598112" y="1562099"/>
                </a:lnTo>
                <a:lnTo>
                  <a:pt x="3655041" y="1574799"/>
                </a:lnTo>
                <a:lnTo>
                  <a:pt x="3728706" y="1600199"/>
                </a:lnTo>
                <a:lnTo>
                  <a:pt x="3761190" y="1600199"/>
                </a:lnTo>
                <a:lnTo>
                  <a:pt x="3785091" y="1612899"/>
                </a:lnTo>
                <a:lnTo>
                  <a:pt x="3828030" y="1625599"/>
                </a:lnTo>
                <a:lnTo>
                  <a:pt x="3860417" y="1650999"/>
                </a:lnTo>
                <a:lnTo>
                  <a:pt x="3881425" y="1676399"/>
                </a:lnTo>
                <a:lnTo>
                  <a:pt x="3890225" y="1714499"/>
                </a:lnTo>
                <a:lnTo>
                  <a:pt x="3885990" y="1752599"/>
                </a:lnTo>
                <a:lnTo>
                  <a:pt x="3867894" y="1777999"/>
                </a:lnTo>
                <a:lnTo>
                  <a:pt x="3835110" y="1803399"/>
                </a:lnTo>
                <a:lnTo>
                  <a:pt x="3820369" y="1816099"/>
                </a:lnTo>
                <a:close/>
              </a:path>
              <a:path w="4733290" h="2751455">
                <a:moveTo>
                  <a:pt x="1981131" y="2158999"/>
                </a:moveTo>
                <a:lnTo>
                  <a:pt x="1923565" y="2158999"/>
                </a:lnTo>
                <a:lnTo>
                  <a:pt x="1889369" y="2146299"/>
                </a:lnTo>
                <a:lnTo>
                  <a:pt x="1847778" y="2133599"/>
                </a:lnTo>
                <a:lnTo>
                  <a:pt x="1797095" y="2095499"/>
                </a:lnTo>
                <a:lnTo>
                  <a:pt x="1752767" y="2070099"/>
                </a:lnTo>
                <a:lnTo>
                  <a:pt x="1704158" y="2031999"/>
                </a:lnTo>
                <a:lnTo>
                  <a:pt x="1602839" y="1955799"/>
                </a:lnTo>
                <a:lnTo>
                  <a:pt x="1554497" y="1917699"/>
                </a:lnTo>
                <a:lnTo>
                  <a:pt x="1510614" y="1879599"/>
                </a:lnTo>
                <a:lnTo>
                  <a:pt x="1473374" y="1841499"/>
                </a:lnTo>
                <a:lnTo>
                  <a:pt x="1444962" y="1816099"/>
                </a:lnTo>
                <a:lnTo>
                  <a:pt x="1427561" y="1803399"/>
                </a:lnTo>
                <a:lnTo>
                  <a:pt x="1408147" y="1765299"/>
                </a:lnTo>
                <a:lnTo>
                  <a:pt x="1401821" y="1727199"/>
                </a:lnTo>
                <a:lnTo>
                  <a:pt x="1408561" y="1689099"/>
                </a:lnTo>
                <a:lnTo>
                  <a:pt x="1428350" y="1650999"/>
                </a:lnTo>
                <a:lnTo>
                  <a:pt x="1462861" y="1625599"/>
                </a:lnTo>
                <a:lnTo>
                  <a:pt x="1501730" y="1625599"/>
                </a:lnTo>
                <a:lnTo>
                  <a:pt x="1545015" y="1638299"/>
                </a:lnTo>
                <a:lnTo>
                  <a:pt x="1592776" y="1676399"/>
                </a:lnTo>
                <a:lnTo>
                  <a:pt x="1621989" y="1701799"/>
                </a:lnTo>
                <a:lnTo>
                  <a:pt x="1656214" y="1727199"/>
                </a:lnTo>
                <a:lnTo>
                  <a:pt x="1694380" y="1752599"/>
                </a:lnTo>
                <a:lnTo>
                  <a:pt x="1735417" y="1790699"/>
                </a:lnTo>
                <a:lnTo>
                  <a:pt x="1778254" y="1816099"/>
                </a:lnTo>
                <a:lnTo>
                  <a:pt x="1821821" y="1854199"/>
                </a:lnTo>
                <a:lnTo>
                  <a:pt x="1865048" y="1879599"/>
                </a:lnTo>
                <a:lnTo>
                  <a:pt x="1906864" y="1904999"/>
                </a:lnTo>
                <a:lnTo>
                  <a:pt x="1962860" y="1955799"/>
                </a:lnTo>
                <a:lnTo>
                  <a:pt x="2002776" y="1993899"/>
                </a:lnTo>
                <a:lnTo>
                  <a:pt x="2026898" y="2031999"/>
                </a:lnTo>
                <a:lnTo>
                  <a:pt x="2035512" y="2057399"/>
                </a:lnTo>
                <a:lnTo>
                  <a:pt x="2028903" y="2095499"/>
                </a:lnTo>
                <a:lnTo>
                  <a:pt x="2007357" y="2133599"/>
                </a:lnTo>
                <a:lnTo>
                  <a:pt x="1994416" y="2146299"/>
                </a:lnTo>
                <a:lnTo>
                  <a:pt x="1981131" y="2158999"/>
                </a:lnTo>
                <a:close/>
              </a:path>
            </a:pathLst>
          </a:custGeom>
          <a:solidFill>
            <a:srgbClr val="F5F6F7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-4471" y="3088767"/>
            <a:ext cx="11709400" cy="7198359"/>
            <a:chOff x="-4471" y="3088767"/>
            <a:chExt cx="11709400" cy="7198359"/>
          </a:xfrm>
        </p:grpSpPr>
        <p:sp>
          <p:nvSpPr>
            <p:cNvPr id="5" name="object 5"/>
            <p:cNvSpPr/>
            <p:nvPr/>
          </p:nvSpPr>
          <p:spPr>
            <a:xfrm>
              <a:off x="-4471" y="8033533"/>
              <a:ext cx="6159500" cy="2253615"/>
            </a:xfrm>
            <a:custGeom>
              <a:avLst/>
              <a:gdLst/>
              <a:ahLst/>
              <a:cxnLst/>
              <a:rect l="l" t="t" r="r" b="b"/>
              <a:pathLst>
                <a:path w="6159500" h="2253615">
                  <a:moveTo>
                    <a:pt x="4449874" y="503945"/>
                  </a:moveTo>
                  <a:lnTo>
                    <a:pt x="4376053" y="469540"/>
                  </a:lnTo>
                  <a:lnTo>
                    <a:pt x="4261662" y="417531"/>
                  </a:lnTo>
                  <a:lnTo>
                    <a:pt x="4145317" y="366544"/>
                  </a:lnTo>
                  <a:lnTo>
                    <a:pt x="4039743" y="322266"/>
                  </a:lnTo>
                  <a:lnTo>
                    <a:pt x="3991924" y="303021"/>
                  </a:lnTo>
                  <a:lnTo>
                    <a:pt x="3947912" y="285907"/>
                  </a:lnTo>
                  <a:lnTo>
                    <a:pt x="3908079" y="271075"/>
                  </a:lnTo>
                  <a:lnTo>
                    <a:pt x="3842434" y="248861"/>
                  </a:lnTo>
                  <a:lnTo>
                    <a:pt x="3797961" y="237589"/>
                  </a:lnTo>
                  <a:lnTo>
                    <a:pt x="3784593" y="236434"/>
                  </a:lnTo>
                  <a:lnTo>
                    <a:pt x="3740691" y="248273"/>
                  </a:lnTo>
                  <a:lnTo>
                    <a:pt x="3708806" y="276147"/>
                  </a:lnTo>
                  <a:lnTo>
                    <a:pt x="3691802" y="313698"/>
                  </a:lnTo>
                  <a:lnTo>
                    <a:pt x="3692319" y="355065"/>
                  </a:lnTo>
                  <a:lnTo>
                    <a:pt x="3713335" y="393643"/>
                  </a:lnTo>
                  <a:lnTo>
                    <a:pt x="3751353" y="417951"/>
                  </a:lnTo>
                  <a:lnTo>
                    <a:pt x="3808098" y="447582"/>
                  </a:lnTo>
                  <a:lnTo>
                    <a:pt x="3849999" y="468468"/>
                  </a:lnTo>
                  <a:lnTo>
                    <a:pt x="3851410" y="469126"/>
                  </a:lnTo>
                  <a:lnTo>
                    <a:pt x="3892598" y="489254"/>
                  </a:lnTo>
                  <a:lnTo>
                    <a:pt x="4153887" y="613193"/>
                  </a:lnTo>
                  <a:lnTo>
                    <a:pt x="4443708" y="748265"/>
                  </a:lnTo>
                  <a:lnTo>
                    <a:pt x="4592799" y="816417"/>
                  </a:lnTo>
                  <a:lnTo>
                    <a:pt x="4650519" y="841553"/>
                  </a:lnTo>
                  <a:lnTo>
                    <a:pt x="4694975" y="859662"/>
                  </a:lnTo>
                  <a:lnTo>
                    <a:pt x="4757768" y="880121"/>
                  </a:lnTo>
                  <a:lnTo>
                    <a:pt x="4778984" y="883410"/>
                  </a:lnTo>
                  <a:lnTo>
                    <a:pt x="4795332" y="882696"/>
                  </a:lnTo>
                  <a:lnTo>
                    <a:pt x="4829559" y="861235"/>
                  </a:lnTo>
                  <a:lnTo>
                    <a:pt x="4860215" y="821284"/>
                  </a:lnTo>
                  <a:lnTo>
                    <a:pt x="4867950" y="790647"/>
                  </a:lnTo>
                  <a:lnTo>
                    <a:pt x="4864085" y="756914"/>
                  </a:lnTo>
                  <a:lnTo>
                    <a:pt x="4848672" y="719702"/>
                  </a:lnTo>
                  <a:lnTo>
                    <a:pt x="4841597" y="708428"/>
                  </a:lnTo>
                  <a:lnTo>
                    <a:pt x="4831640" y="697771"/>
                  </a:lnTo>
                  <a:lnTo>
                    <a:pt x="4831903" y="697894"/>
                  </a:lnTo>
                  <a:lnTo>
                    <a:pt x="4814734" y="685136"/>
                  </a:lnTo>
                  <a:lnTo>
                    <a:pt x="4788147" y="669356"/>
                  </a:lnTo>
                  <a:lnTo>
                    <a:pt x="4748257" y="648313"/>
                  </a:lnTo>
                  <a:lnTo>
                    <a:pt x="4691666" y="620125"/>
                  </a:lnTo>
                  <a:lnTo>
                    <a:pt x="4449874" y="503945"/>
                  </a:lnTo>
                  <a:close/>
                </a:path>
                <a:path w="6159500" h="2253615">
                  <a:moveTo>
                    <a:pt x="3341400" y="90138"/>
                  </a:moveTo>
                  <a:lnTo>
                    <a:pt x="3292400" y="73433"/>
                  </a:lnTo>
                  <a:lnTo>
                    <a:pt x="3207989" y="57780"/>
                  </a:lnTo>
                  <a:lnTo>
                    <a:pt x="3147286" y="49217"/>
                  </a:lnTo>
                  <a:lnTo>
                    <a:pt x="3071670" y="39602"/>
                  </a:lnTo>
                  <a:lnTo>
                    <a:pt x="2899854" y="19508"/>
                  </a:lnTo>
                  <a:lnTo>
                    <a:pt x="2828304" y="12227"/>
                  </a:lnTo>
                  <a:lnTo>
                    <a:pt x="2764128" y="6648"/>
                  </a:lnTo>
                  <a:lnTo>
                    <a:pt x="2706950" y="2760"/>
                  </a:lnTo>
                  <a:lnTo>
                    <a:pt x="2656395" y="548"/>
                  </a:lnTo>
                  <a:lnTo>
                    <a:pt x="2612089" y="0"/>
                  </a:lnTo>
                  <a:lnTo>
                    <a:pt x="2573655" y="1102"/>
                  </a:lnTo>
                  <a:lnTo>
                    <a:pt x="2512907" y="8205"/>
                  </a:lnTo>
                  <a:lnTo>
                    <a:pt x="2452390" y="35241"/>
                  </a:lnTo>
                  <a:lnTo>
                    <a:pt x="2428556" y="67075"/>
                  </a:lnTo>
                  <a:lnTo>
                    <a:pt x="2419437" y="104951"/>
                  </a:lnTo>
                  <a:lnTo>
                    <a:pt x="2426128" y="144140"/>
                  </a:lnTo>
                  <a:lnTo>
                    <a:pt x="2449728" y="179912"/>
                  </a:lnTo>
                  <a:lnTo>
                    <a:pt x="2469695" y="195735"/>
                  </a:lnTo>
                  <a:lnTo>
                    <a:pt x="2493485" y="205507"/>
                  </a:lnTo>
                  <a:lnTo>
                    <a:pt x="2523800" y="209892"/>
                  </a:lnTo>
                  <a:lnTo>
                    <a:pt x="2563337" y="209557"/>
                  </a:lnTo>
                  <a:lnTo>
                    <a:pt x="2590128" y="208919"/>
                  </a:lnTo>
                  <a:lnTo>
                    <a:pt x="2621177" y="209595"/>
                  </a:lnTo>
                  <a:lnTo>
                    <a:pt x="2698839" y="215177"/>
                  </a:lnTo>
                  <a:lnTo>
                    <a:pt x="2746849" y="220231"/>
                  </a:lnTo>
                  <a:lnTo>
                    <a:pt x="2801909" y="226891"/>
                  </a:lnTo>
                  <a:lnTo>
                    <a:pt x="2935970" y="245322"/>
                  </a:lnTo>
                  <a:lnTo>
                    <a:pt x="3114221" y="271388"/>
                  </a:lnTo>
                  <a:lnTo>
                    <a:pt x="3192272" y="280875"/>
                  </a:lnTo>
                  <a:lnTo>
                    <a:pt x="3253091" y="285507"/>
                  </a:lnTo>
                  <a:lnTo>
                    <a:pt x="3299250" y="285089"/>
                  </a:lnTo>
                  <a:lnTo>
                    <a:pt x="3333320" y="279427"/>
                  </a:lnTo>
                  <a:lnTo>
                    <a:pt x="3375478" y="251594"/>
                  </a:lnTo>
                  <a:lnTo>
                    <a:pt x="3400054" y="196698"/>
                  </a:lnTo>
                  <a:lnTo>
                    <a:pt x="3401634" y="168020"/>
                  </a:lnTo>
                  <a:lnTo>
                    <a:pt x="3393243" y="141498"/>
                  </a:lnTo>
                  <a:lnTo>
                    <a:pt x="3374670" y="115630"/>
                  </a:lnTo>
                  <a:lnTo>
                    <a:pt x="3367529" y="108448"/>
                  </a:lnTo>
                  <a:lnTo>
                    <a:pt x="3359886" y="101874"/>
                  </a:lnTo>
                  <a:lnTo>
                    <a:pt x="3351464" y="95909"/>
                  </a:lnTo>
                  <a:lnTo>
                    <a:pt x="3351655" y="95998"/>
                  </a:lnTo>
                  <a:lnTo>
                    <a:pt x="3341400" y="90138"/>
                  </a:lnTo>
                  <a:close/>
                </a:path>
                <a:path w="6159500" h="2253615">
                  <a:moveTo>
                    <a:pt x="4114602" y="1326016"/>
                  </a:moveTo>
                  <a:lnTo>
                    <a:pt x="4086860" y="1314137"/>
                  </a:lnTo>
                  <a:lnTo>
                    <a:pt x="4065808" y="1309434"/>
                  </a:lnTo>
                  <a:lnTo>
                    <a:pt x="4046075" y="1311587"/>
                  </a:lnTo>
                  <a:lnTo>
                    <a:pt x="4022292" y="1320279"/>
                  </a:lnTo>
                  <a:lnTo>
                    <a:pt x="3986774" y="1341749"/>
                  </a:lnTo>
                  <a:lnTo>
                    <a:pt x="3965639" y="1369361"/>
                  </a:lnTo>
                  <a:lnTo>
                    <a:pt x="3959058" y="1402881"/>
                  </a:lnTo>
                  <a:lnTo>
                    <a:pt x="3967202" y="1442078"/>
                  </a:lnTo>
                  <a:lnTo>
                    <a:pt x="3991779" y="1486022"/>
                  </a:lnTo>
                  <a:lnTo>
                    <a:pt x="4014828" y="1503765"/>
                  </a:lnTo>
                  <a:lnTo>
                    <a:pt x="4044179" y="1528887"/>
                  </a:lnTo>
                  <a:lnTo>
                    <a:pt x="4083430" y="1564117"/>
                  </a:lnTo>
                  <a:lnTo>
                    <a:pt x="4161915" y="1636664"/>
                  </a:lnTo>
                  <a:lnTo>
                    <a:pt x="4199480" y="1670188"/>
                  </a:lnTo>
                  <a:lnTo>
                    <a:pt x="4238927" y="1704498"/>
                  </a:lnTo>
                  <a:lnTo>
                    <a:pt x="4278106" y="1737767"/>
                  </a:lnTo>
                  <a:lnTo>
                    <a:pt x="4314867" y="1768171"/>
                  </a:lnTo>
                  <a:lnTo>
                    <a:pt x="4446717" y="1872310"/>
                  </a:lnTo>
                  <a:lnTo>
                    <a:pt x="4490901" y="1908138"/>
                  </a:lnTo>
                  <a:lnTo>
                    <a:pt x="4531869" y="1942239"/>
                  </a:lnTo>
                  <a:lnTo>
                    <a:pt x="4570033" y="1975010"/>
                  </a:lnTo>
                  <a:lnTo>
                    <a:pt x="4605801" y="2006846"/>
                  </a:lnTo>
                  <a:lnTo>
                    <a:pt x="4639585" y="2038146"/>
                  </a:lnTo>
                  <a:lnTo>
                    <a:pt x="4671794" y="2069304"/>
                  </a:lnTo>
                  <a:lnTo>
                    <a:pt x="4702840" y="2100719"/>
                  </a:lnTo>
                  <a:lnTo>
                    <a:pt x="4733131" y="2132787"/>
                  </a:lnTo>
                  <a:lnTo>
                    <a:pt x="4763079" y="2165905"/>
                  </a:lnTo>
                  <a:lnTo>
                    <a:pt x="4793094" y="2200469"/>
                  </a:lnTo>
                  <a:lnTo>
                    <a:pt x="4823586" y="2236876"/>
                  </a:lnTo>
                  <a:lnTo>
                    <a:pt x="4837030" y="2253432"/>
                  </a:lnTo>
                  <a:lnTo>
                    <a:pt x="5129228" y="2253431"/>
                  </a:lnTo>
                  <a:lnTo>
                    <a:pt x="5083775" y="2189386"/>
                  </a:lnTo>
                  <a:lnTo>
                    <a:pt x="5031976" y="2124078"/>
                  </a:lnTo>
                  <a:lnTo>
                    <a:pt x="4998691" y="2083867"/>
                  </a:lnTo>
                  <a:lnTo>
                    <a:pt x="4965680" y="2045345"/>
                  </a:lnTo>
                  <a:lnTo>
                    <a:pt x="4932774" y="2008349"/>
                  </a:lnTo>
                  <a:lnTo>
                    <a:pt x="4899805" y="1972718"/>
                  </a:lnTo>
                  <a:lnTo>
                    <a:pt x="4866601" y="1938290"/>
                  </a:lnTo>
                  <a:lnTo>
                    <a:pt x="4832995" y="1904903"/>
                  </a:lnTo>
                  <a:lnTo>
                    <a:pt x="4798816" y="1872396"/>
                  </a:lnTo>
                  <a:lnTo>
                    <a:pt x="4763895" y="1840607"/>
                  </a:lnTo>
                  <a:lnTo>
                    <a:pt x="4728063" y="1809374"/>
                  </a:lnTo>
                  <a:lnTo>
                    <a:pt x="4691150" y="1778535"/>
                  </a:lnTo>
                  <a:lnTo>
                    <a:pt x="4652986" y="1747929"/>
                  </a:lnTo>
                  <a:lnTo>
                    <a:pt x="4613403" y="1717395"/>
                  </a:lnTo>
                  <a:lnTo>
                    <a:pt x="4466090" y="1608189"/>
                  </a:lnTo>
                  <a:lnTo>
                    <a:pt x="4424018" y="1576083"/>
                  </a:lnTo>
                  <a:lnTo>
                    <a:pt x="4386657" y="1546644"/>
                  </a:lnTo>
                  <a:lnTo>
                    <a:pt x="4352039" y="1518280"/>
                  </a:lnTo>
                  <a:lnTo>
                    <a:pt x="4318198" y="1489402"/>
                  </a:lnTo>
                  <a:lnTo>
                    <a:pt x="4283169" y="1458416"/>
                  </a:lnTo>
                  <a:lnTo>
                    <a:pt x="4244983" y="1423732"/>
                  </a:lnTo>
                  <a:lnTo>
                    <a:pt x="4209775" y="1393170"/>
                  </a:lnTo>
                  <a:lnTo>
                    <a:pt x="4173442" y="1364549"/>
                  </a:lnTo>
                  <a:lnTo>
                    <a:pt x="4140285" y="1341091"/>
                  </a:lnTo>
                  <a:lnTo>
                    <a:pt x="4114602" y="1326016"/>
                  </a:lnTo>
                  <a:close/>
                </a:path>
                <a:path w="6159500" h="2253615">
                  <a:moveTo>
                    <a:pt x="5216346" y="1061944"/>
                  </a:moveTo>
                  <a:lnTo>
                    <a:pt x="5208510" y="1058292"/>
                  </a:lnTo>
                  <a:lnTo>
                    <a:pt x="5202043" y="1056043"/>
                  </a:lnTo>
                  <a:lnTo>
                    <a:pt x="5195877" y="1054495"/>
                  </a:lnTo>
                  <a:lnTo>
                    <a:pt x="5189789" y="1053452"/>
                  </a:lnTo>
                  <a:lnTo>
                    <a:pt x="5138611" y="1057112"/>
                  </a:lnTo>
                  <a:lnTo>
                    <a:pt x="5099051" y="1078700"/>
                  </a:lnTo>
                  <a:lnTo>
                    <a:pt x="5075031" y="1114710"/>
                  </a:lnTo>
                  <a:lnTo>
                    <a:pt x="5070476" y="1161633"/>
                  </a:lnTo>
                  <a:lnTo>
                    <a:pt x="5074476" y="1178383"/>
                  </a:lnTo>
                  <a:lnTo>
                    <a:pt x="5103710" y="1221022"/>
                  </a:lnTo>
                  <a:lnTo>
                    <a:pt x="5135895" y="1254682"/>
                  </a:lnTo>
                  <a:lnTo>
                    <a:pt x="5184425" y="1301747"/>
                  </a:lnTo>
                  <a:lnTo>
                    <a:pt x="5295266" y="1406199"/>
                  </a:lnTo>
                  <a:lnTo>
                    <a:pt x="5419872" y="1526089"/>
                  </a:lnTo>
                  <a:lnTo>
                    <a:pt x="5484920" y="1590541"/>
                  </a:lnTo>
                  <a:lnTo>
                    <a:pt x="5528743" y="1637120"/>
                  </a:lnTo>
                  <a:lnTo>
                    <a:pt x="5555665" y="1668554"/>
                  </a:lnTo>
                  <a:lnTo>
                    <a:pt x="5587117" y="1706586"/>
                  </a:lnTo>
                  <a:lnTo>
                    <a:pt x="5622108" y="1749917"/>
                  </a:lnTo>
                  <a:lnTo>
                    <a:pt x="5698731" y="1847287"/>
                  </a:lnTo>
                  <a:lnTo>
                    <a:pt x="5777589" y="1950281"/>
                  </a:lnTo>
                  <a:lnTo>
                    <a:pt x="5850736" y="2048517"/>
                  </a:lnTo>
                  <a:lnTo>
                    <a:pt x="5882686" y="2092607"/>
                  </a:lnTo>
                  <a:lnTo>
                    <a:pt x="5910229" y="2131614"/>
                  </a:lnTo>
                  <a:lnTo>
                    <a:pt x="5932372" y="2164240"/>
                  </a:lnTo>
                  <a:lnTo>
                    <a:pt x="5967670" y="2220229"/>
                  </a:lnTo>
                  <a:lnTo>
                    <a:pt x="5984180" y="2240366"/>
                  </a:lnTo>
                  <a:lnTo>
                    <a:pt x="6000867" y="2252720"/>
                  </a:lnTo>
                  <a:lnTo>
                    <a:pt x="6002706" y="2253425"/>
                  </a:lnTo>
                  <a:lnTo>
                    <a:pt x="6095800" y="2253424"/>
                  </a:lnTo>
                  <a:lnTo>
                    <a:pt x="6115338" y="2240036"/>
                  </a:lnTo>
                  <a:lnTo>
                    <a:pt x="6139093" y="2209281"/>
                  </a:lnTo>
                  <a:lnTo>
                    <a:pt x="6154922" y="2172321"/>
                  </a:lnTo>
                  <a:lnTo>
                    <a:pt x="6158985" y="2133496"/>
                  </a:lnTo>
                  <a:lnTo>
                    <a:pt x="6151228" y="2091910"/>
                  </a:lnTo>
                  <a:lnTo>
                    <a:pt x="6131601" y="2046664"/>
                  </a:lnTo>
                  <a:lnTo>
                    <a:pt x="6102912" y="2001473"/>
                  </a:lnTo>
                  <a:lnTo>
                    <a:pt x="6080292" y="1968970"/>
                  </a:lnTo>
                  <a:lnTo>
                    <a:pt x="6053239" y="1931315"/>
                  </a:lnTo>
                  <a:lnTo>
                    <a:pt x="6022566" y="1889595"/>
                  </a:lnTo>
                  <a:lnTo>
                    <a:pt x="5989087" y="1844901"/>
                  </a:lnTo>
                  <a:lnTo>
                    <a:pt x="5916964" y="1750942"/>
                  </a:lnTo>
                  <a:lnTo>
                    <a:pt x="5879946" y="1703855"/>
                  </a:lnTo>
                  <a:lnTo>
                    <a:pt x="5843374" y="1658149"/>
                  </a:lnTo>
                  <a:lnTo>
                    <a:pt x="5778697" y="1579354"/>
                  </a:lnTo>
                  <a:lnTo>
                    <a:pt x="5752461" y="1548203"/>
                  </a:lnTo>
                  <a:lnTo>
                    <a:pt x="5703414" y="1493207"/>
                  </a:lnTo>
                  <a:lnTo>
                    <a:pt x="5648994" y="1438094"/>
                  </a:lnTo>
                  <a:lnTo>
                    <a:pt x="5616040" y="1406799"/>
                  </a:lnTo>
                  <a:lnTo>
                    <a:pt x="5577270" y="1371040"/>
                  </a:lnTo>
                  <a:lnTo>
                    <a:pt x="5347219" y="1165546"/>
                  </a:lnTo>
                  <a:lnTo>
                    <a:pt x="5298496" y="1123251"/>
                  </a:lnTo>
                  <a:lnTo>
                    <a:pt x="5262173" y="1093206"/>
                  </a:lnTo>
                  <a:lnTo>
                    <a:pt x="5235443" y="1073305"/>
                  </a:lnTo>
                  <a:lnTo>
                    <a:pt x="5216346" y="1061944"/>
                  </a:lnTo>
                  <a:close/>
                </a:path>
                <a:path w="6159500" h="2253615">
                  <a:moveTo>
                    <a:pt x="1817910" y="1507650"/>
                  </a:moveTo>
                  <a:lnTo>
                    <a:pt x="1786326" y="1506942"/>
                  </a:lnTo>
                  <a:lnTo>
                    <a:pt x="1750407" y="1504213"/>
                  </a:lnTo>
                  <a:lnTo>
                    <a:pt x="1709359" y="1499094"/>
                  </a:lnTo>
                  <a:lnTo>
                    <a:pt x="1657023" y="1502726"/>
                  </a:lnTo>
                  <a:lnTo>
                    <a:pt x="1592605" y="1514738"/>
                  </a:lnTo>
                  <a:lnTo>
                    <a:pt x="1520673" y="1523249"/>
                  </a:lnTo>
                  <a:lnTo>
                    <a:pt x="1477982" y="1531376"/>
                  </a:lnTo>
                  <a:lnTo>
                    <a:pt x="1432595" y="1538246"/>
                  </a:lnTo>
                  <a:lnTo>
                    <a:pt x="1379552" y="1555560"/>
                  </a:lnTo>
                  <a:lnTo>
                    <a:pt x="1329990" y="1560484"/>
                  </a:lnTo>
                  <a:lnTo>
                    <a:pt x="1273586" y="1576231"/>
                  </a:lnTo>
                  <a:lnTo>
                    <a:pt x="1221475" y="1579968"/>
                  </a:lnTo>
                  <a:lnTo>
                    <a:pt x="1046686" y="1624611"/>
                  </a:lnTo>
                  <a:lnTo>
                    <a:pt x="988990" y="1639756"/>
                  </a:lnTo>
                  <a:lnTo>
                    <a:pt x="937619" y="1643838"/>
                  </a:lnTo>
                  <a:lnTo>
                    <a:pt x="882251" y="1660068"/>
                  </a:lnTo>
                  <a:lnTo>
                    <a:pt x="828657" y="1677125"/>
                  </a:lnTo>
                  <a:lnTo>
                    <a:pt x="782608" y="1683686"/>
                  </a:lnTo>
                  <a:lnTo>
                    <a:pt x="739144" y="1691453"/>
                  </a:lnTo>
                  <a:lnTo>
                    <a:pt x="698674" y="1700615"/>
                  </a:lnTo>
                  <a:lnTo>
                    <a:pt x="661603" y="1711361"/>
                  </a:lnTo>
                  <a:lnTo>
                    <a:pt x="628337" y="1723880"/>
                  </a:lnTo>
                  <a:lnTo>
                    <a:pt x="599284" y="1738363"/>
                  </a:lnTo>
                  <a:lnTo>
                    <a:pt x="559891" y="1748027"/>
                  </a:lnTo>
                  <a:lnTo>
                    <a:pt x="519289" y="1771139"/>
                  </a:lnTo>
                  <a:lnTo>
                    <a:pt x="486100" y="1797706"/>
                  </a:lnTo>
                  <a:lnTo>
                    <a:pt x="463283" y="1843118"/>
                  </a:lnTo>
                  <a:lnTo>
                    <a:pt x="460047" y="1883644"/>
                  </a:lnTo>
                  <a:lnTo>
                    <a:pt x="466473" y="1914662"/>
                  </a:lnTo>
                  <a:lnTo>
                    <a:pt x="479062" y="1934541"/>
                  </a:lnTo>
                  <a:lnTo>
                    <a:pt x="548586" y="1966943"/>
                  </a:lnTo>
                  <a:lnTo>
                    <a:pt x="578397" y="1966825"/>
                  </a:lnTo>
                  <a:lnTo>
                    <a:pt x="595362" y="1960720"/>
                  </a:lnTo>
                  <a:lnTo>
                    <a:pt x="621672" y="1958970"/>
                  </a:lnTo>
                  <a:lnTo>
                    <a:pt x="661511" y="1949514"/>
                  </a:lnTo>
                  <a:lnTo>
                    <a:pt x="708331" y="1943312"/>
                  </a:lnTo>
                  <a:lnTo>
                    <a:pt x="766316" y="1928301"/>
                  </a:lnTo>
                  <a:lnTo>
                    <a:pt x="828919" y="1915443"/>
                  </a:lnTo>
                  <a:lnTo>
                    <a:pt x="900322" y="1892675"/>
                  </a:lnTo>
                  <a:lnTo>
                    <a:pt x="973979" y="1870956"/>
                  </a:lnTo>
                  <a:lnTo>
                    <a:pt x="1052982" y="1851730"/>
                  </a:lnTo>
                  <a:lnTo>
                    <a:pt x="1123131" y="1842388"/>
                  </a:lnTo>
                  <a:lnTo>
                    <a:pt x="1195273" y="1819964"/>
                  </a:lnTo>
                  <a:lnTo>
                    <a:pt x="1258798" y="1807536"/>
                  </a:lnTo>
                  <a:lnTo>
                    <a:pt x="1319189" y="1793647"/>
                  </a:lnTo>
                  <a:lnTo>
                    <a:pt x="1376564" y="1778352"/>
                  </a:lnTo>
                  <a:lnTo>
                    <a:pt x="1431043" y="1761707"/>
                  </a:lnTo>
                  <a:lnTo>
                    <a:pt x="1477377" y="1755278"/>
                  </a:lnTo>
                  <a:lnTo>
                    <a:pt x="1521052" y="1747610"/>
                  </a:lnTo>
                  <a:lnTo>
                    <a:pt x="1562185" y="1738757"/>
                  </a:lnTo>
                  <a:lnTo>
                    <a:pt x="1600894" y="1728775"/>
                  </a:lnTo>
                  <a:lnTo>
                    <a:pt x="1631934" y="1729229"/>
                  </a:lnTo>
                  <a:lnTo>
                    <a:pt x="1666152" y="1717154"/>
                  </a:lnTo>
                  <a:lnTo>
                    <a:pt x="1692938" y="1715626"/>
                  </a:lnTo>
                  <a:lnTo>
                    <a:pt x="1717773" y="1713189"/>
                  </a:lnTo>
                  <a:lnTo>
                    <a:pt x="1781404" y="1700809"/>
                  </a:lnTo>
                  <a:lnTo>
                    <a:pt x="1825481" y="1693329"/>
                  </a:lnTo>
                  <a:lnTo>
                    <a:pt x="1860879" y="1667791"/>
                  </a:lnTo>
                  <a:lnTo>
                    <a:pt x="1877013" y="1647288"/>
                  </a:lnTo>
                  <a:lnTo>
                    <a:pt x="1884759" y="1608863"/>
                  </a:lnTo>
                  <a:lnTo>
                    <a:pt x="1873531" y="1575607"/>
                  </a:lnTo>
                  <a:lnTo>
                    <a:pt x="1863130" y="1556748"/>
                  </a:lnTo>
                  <a:lnTo>
                    <a:pt x="1851700" y="1537410"/>
                  </a:lnTo>
                  <a:lnTo>
                    <a:pt x="1833256" y="1528814"/>
                  </a:lnTo>
                  <a:lnTo>
                    <a:pt x="1817910" y="1507650"/>
                  </a:lnTo>
                  <a:close/>
                </a:path>
                <a:path w="6159500" h="2253615">
                  <a:moveTo>
                    <a:pt x="1204635" y="1011658"/>
                  </a:moveTo>
                  <a:lnTo>
                    <a:pt x="1158150" y="989994"/>
                  </a:lnTo>
                  <a:lnTo>
                    <a:pt x="1126794" y="989392"/>
                  </a:lnTo>
                  <a:lnTo>
                    <a:pt x="1094139" y="988185"/>
                  </a:lnTo>
                  <a:lnTo>
                    <a:pt x="1060588" y="986560"/>
                  </a:lnTo>
                  <a:lnTo>
                    <a:pt x="1027123" y="998986"/>
                  </a:lnTo>
                  <a:lnTo>
                    <a:pt x="996655" y="998798"/>
                  </a:lnTo>
                  <a:lnTo>
                    <a:pt x="958678" y="1009121"/>
                  </a:lnTo>
                  <a:lnTo>
                    <a:pt x="918779" y="1018550"/>
                  </a:lnTo>
                  <a:lnTo>
                    <a:pt x="871819" y="1038698"/>
                  </a:lnTo>
                  <a:lnTo>
                    <a:pt x="828750" y="1046649"/>
                  </a:lnTo>
                  <a:lnTo>
                    <a:pt x="779067" y="1065529"/>
                  </a:lnTo>
                  <a:lnTo>
                    <a:pt x="728358" y="1083930"/>
                  </a:lnTo>
                  <a:lnTo>
                    <a:pt x="676847" y="1101958"/>
                  </a:lnTo>
                  <a:lnTo>
                    <a:pt x="624757" y="1119716"/>
                  </a:lnTo>
                  <a:lnTo>
                    <a:pt x="566948" y="1148820"/>
                  </a:lnTo>
                  <a:lnTo>
                    <a:pt x="461890" y="1183927"/>
                  </a:lnTo>
                  <a:lnTo>
                    <a:pt x="404359" y="1213160"/>
                  </a:lnTo>
                  <a:lnTo>
                    <a:pt x="352733" y="1231135"/>
                  </a:lnTo>
                  <a:lnTo>
                    <a:pt x="296507" y="1260976"/>
                  </a:lnTo>
                  <a:lnTo>
                    <a:pt x="246632" y="1279766"/>
                  </a:lnTo>
                  <a:lnTo>
                    <a:pt x="192605" y="1310633"/>
                  </a:lnTo>
                  <a:lnTo>
                    <a:pt x="145377" y="1330657"/>
                  </a:lnTo>
                  <a:lnTo>
                    <a:pt x="99808" y="1351454"/>
                  </a:lnTo>
                  <a:lnTo>
                    <a:pt x="56121" y="1373128"/>
                  </a:lnTo>
                  <a:lnTo>
                    <a:pt x="14541" y="1395784"/>
                  </a:lnTo>
                  <a:lnTo>
                    <a:pt x="1248" y="1403600"/>
                  </a:lnTo>
                  <a:lnTo>
                    <a:pt x="2779" y="1642510"/>
                  </a:lnTo>
                  <a:lnTo>
                    <a:pt x="15577" y="1634463"/>
                  </a:lnTo>
                  <a:lnTo>
                    <a:pt x="41930" y="1618722"/>
                  </a:lnTo>
                  <a:lnTo>
                    <a:pt x="62208" y="1614161"/>
                  </a:lnTo>
                  <a:lnTo>
                    <a:pt x="90805" y="1599466"/>
                  </a:lnTo>
                  <a:lnTo>
                    <a:pt x="127507" y="1574536"/>
                  </a:lnTo>
                  <a:lnTo>
                    <a:pt x="161370" y="1562295"/>
                  </a:lnTo>
                  <a:lnTo>
                    <a:pt x="202912" y="1539621"/>
                  </a:lnTo>
                  <a:lnTo>
                    <a:pt x="246552" y="1517925"/>
                  </a:lnTo>
                  <a:lnTo>
                    <a:pt x="292078" y="1497108"/>
                  </a:lnTo>
                  <a:lnTo>
                    <a:pt x="339276" y="1477070"/>
                  </a:lnTo>
                  <a:lnTo>
                    <a:pt x="387932" y="1457712"/>
                  </a:lnTo>
                  <a:lnTo>
                    <a:pt x="437833" y="1438934"/>
                  </a:lnTo>
                  <a:lnTo>
                    <a:pt x="488765" y="1420636"/>
                  </a:lnTo>
                  <a:lnTo>
                    <a:pt x="540514" y="1402720"/>
                  </a:lnTo>
                  <a:lnTo>
                    <a:pt x="598232" y="1373573"/>
                  </a:lnTo>
                  <a:lnTo>
                    <a:pt x="809406" y="1303853"/>
                  </a:lnTo>
                  <a:lnTo>
                    <a:pt x="861572" y="1286130"/>
                  </a:lnTo>
                  <a:lnTo>
                    <a:pt x="913060" y="1268092"/>
                  </a:lnTo>
                  <a:lnTo>
                    <a:pt x="963656" y="1249638"/>
                  </a:lnTo>
                  <a:lnTo>
                    <a:pt x="1007781" y="1242179"/>
                  </a:lnTo>
                  <a:lnTo>
                    <a:pt x="1092231" y="1211480"/>
                  </a:lnTo>
                  <a:lnTo>
                    <a:pt x="1154166" y="1184299"/>
                  </a:lnTo>
                  <a:lnTo>
                    <a:pt x="1195333" y="1161450"/>
                  </a:lnTo>
                  <a:lnTo>
                    <a:pt x="1227708" y="1120493"/>
                  </a:lnTo>
                  <a:lnTo>
                    <a:pt x="1233137" y="1080988"/>
                  </a:lnTo>
                  <a:lnTo>
                    <a:pt x="1225025" y="1063196"/>
                  </a:lnTo>
                  <a:lnTo>
                    <a:pt x="1218965" y="1032348"/>
                  </a:lnTo>
                  <a:lnTo>
                    <a:pt x="1204635" y="1011658"/>
                  </a:lnTo>
                  <a:close/>
                </a:path>
                <a:path w="6159500" h="2253615">
                  <a:moveTo>
                    <a:pt x="527965" y="486121"/>
                  </a:moveTo>
                  <a:lnTo>
                    <a:pt x="457858" y="453447"/>
                  </a:lnTo>
                  <a:lnTo>
                    <a:pt x="432534" y="455657"/>
                  </a:lnTo>
                  <a:lnTo>
                    <a:pt x="406304" y="457444"/>
                  </a:lnTo>
                  <a:lnTo>
                    <a:pt x="381362" y="459831"/>
                  </a:lnTo>
                  <a:lnTo>
                    <a:pt x="348479" y="472529"/>
                  </a:lnTo>
                  <a:lnTo>
                    <a:pt x="313360" y="484184"/>
                  </a:lnTo>
                  <a:lnTo>
                    <a:pt x="276345" y="494957"/>
                  </a:lnTo>
                  <a:lnTo>
                    <a:pt x="232411" y="516516"/>
                  </a:lnTo>
                  <a:lnTo>
                    <a:pt x="181899" y="549021"/>
                  </a:lnTo>
                  <a:lnTo>
                    <a:pt x="135877" y="569607"/>
                  </a:lnTo>
                  <a:lnTo>
                    <a:pt x="31846" y="633215"/>
                  </a:lnTo>
                  <a:lnTo>
                    <a:pt x="2195" y="647419"/>
                  </a:lnTo>
                  <a:lnTo>
                    <a:pt x="0" y="912615"/>
                  </a:lnTo>
                  <a:lnTo>
                    <a:pt x="48941" y="879378"/>
                  </a:lnTo>
                  <a:lnTo>
                    <a:pt x="99879" y="847072"/>
                  </a:lnTo>
                  <a:lnTo>
                    <a:pt x="146291" y="826668"/>
                  </a:lnTo>
                  <a:lnTo>
                    <a:pt x="198651" y="795024"/>
                  </a:lnTo>
                  <a:lnTo>
                    <a:pt x="251341" y="763534"/>
                  </a:lnTo>
                  <a:lnTo>
                    <a:pt x="345962" y="723563"/>
                  </a:lnTo>
                  <a:lnTo>
                    <a:pt x="428728" y="678068"/>
                  </a:lnTo>
                  <a:lnTo>
                    <a:pt x="484889" y="648196"/>
                  </a:lnTo>
                  <a:lnTo>
                    <a:pt x="520909" y="622948"/>
                  </a:lnTo>
                  <a:lnTo>
                    <a:pt x="543252" y="591326"/>
                  </a:lnTo>
                  <a:lnTo>
                    <a:pt x="547653" y="565355"/>
                  </a:lnTo>
                  <a:lnTo>
                    <a:pt x="545942" y="522523"/>
                  </a:lnTo>
                  <a:lnTo>
                    <a:pt x="537510" y="504581"/>
                  </a:lnTo>
                  <a:lnTo>
                    <a:pt x="527965" y="486121"/>
                  </a:lnTo>
                  <a:close/>
                </a:path>
                <a:path w="6159500" h="2253615">
                  <a:moveTo>
                    <a:pt x="2503161" y="1588818"/>
                  </a:moveTo>
                  <a:lnTo>
                    <a:pt x="2477902" y="1577046"/>
                  </a:lnTo>
                  <a:lnTo>
                    <a:pt x="2432999" y="1570130"/>
                  </a:lnTo>
                  <a:lnTo>
                    <a:pt x="2374055" y="1570682"/>
                  </a:lnTo>
                  <a:lnTo>
                    <a:pt x="2317405" y="1558291"/>
                  </a:lnTo>
                  <a:lnTo>
                    <a:pt x="2257922" y="1558593"/>
                  </a:lnTo>
                  <a:lnTo>
                    <a:pt x="2211942" y="1551175"/>
                  </a:lnTo>
                  <a:lnTo>
                    <a:pt x="2179704" y="1550162"/>
                  </a:lnTo>
                  <a:lnTo>
                    <a:pt x="2135658" y="1571669"/>
                  </a:lnTo>
                  <a:lnTo>
                    <a:pt x="2108966" y="1587252"/>
                  </a:lnTo>
                  <a:lnTo>
                    <a:pt x="2089346" y="1620142"/>
                  </a:lnTo>
                  <a:lnTo>
                    <a:pt x="2082612" y="1659038"/>
                  </a:lnTo>
                  <a:lnTo>
                    <a:pt x="2089211" y="1704149"/>
                  </a:lnTo>
                  <a:lnTo>
                    <a:pt x="2112624" y="1729072"/>
                  </a:lnTo>
                  <a:lnTo>
                    <a:pt x="2194085" y="1767037"/>
                  </a:lnTo>
                  <a:lnTo>
                    <a:pt x="2264658" y="1771905"/>
                  </a:lnTo>
                  <a:lnTo>
                    <a:pt x="2430423" y="1779102"/>
                  </a:lnTo>
                  <a:lnTo>
                    <a:pt x="2476562" y="1772583"/>
                  </a:lnTo>
                  <a:lnTo>
                    <a:pt x="2502737" y="1770770"/>
                  </a:lnTo>
                  <a:lnTo>
                    <a:pt x="2525756" y="1753475"/>
                  </a:lnTo>
                  <a:lnTo>
                    <a:pt x="2551590" y="1723480"/>
                  </a:lnTo>
                  <a:lnTo>
                    <a:pt x="2562336" y="1686454"/>
                  </a:lnTo>
                  <a:lnTo>
                    <a:pt x="2560051" y="1643355"/>
                  </a:lnTo>
                  <a:lnTo>
                    <a:pt x="2536064" y="1618164"/>
                  </a:lnTo>
                  <a:lnTo>
                    <a:pt x="2503161" y="1588818"/>
                  </a:lnTo>
                  <a:close/>
                </a:path>
                <a:path w="6159500" h="2253615">
                  <a:moveTo>
                    <a:pt x="3650291" y="1955303"/>
                  </a:moveTo>
                  <a:lnTo>
                    <a:pt x="3165985" y="1729590"/>
                  </a:lnTo>
                  <a:lnTo>
                    <a:pt x="3109075" y="1717079"/>
                  </a:lnTo>
                  <a:lnTo>
                    <a:pt x="3054965" y="1705872"/>
                  </a:lnTo>
                  <a:lnTo>
                    <a:pt x="3009585" y="1684723"/>
                  </a:lnTo>
                  <a:lnTo>
                    <a:pt x="2962773" y="1676917"/>
                  </a:lnTo>
                  <a:lnTo>
                    <a:pt x="2920460" y="1671209"/>
                  </a:lnTo>
                  <a:lnTo>
                    <a:pt x="2883214" y="1667862"/>
                  </a:lnTo>
                  <a:lnTo>
                    <a:pt x="2856965" y="1655628"/>
                  </a:lnTo>
                  <a:lnTo>
                    <a:pt x="2831551" y="1657795"/>
                  </a:lnTo>
                  <a:lnTo>
                    <a:pt x="2786009" y="1678605"/>
                  </a:lnTo>
                  <a:lnTo>
                    <a:pt x="2752967" y="1691229"/>
                  </a:lnTo>
                  <a:lnTo>
                    <a:pt x="2724298" y="1719902"/>
                  </a:lnTo>
                  <a:lnTo>
                    <a:pt x="2707968" y="1754326"/>
                  </a:lnTo>
                  <a:lnTo>
                    <a:pt x="2706957" y="1767867"/>
                  </a:lnTo>
                  <a:lnTo>
                    <a:pt x="2708985" y="1782823"/>
                  </a:lnTo>
                  <a:lnTo>
                    <a:pt x="2731039" y="1849148"/>
                  </a:lnTo>
                  <a:lnTo>
                    <a:pt x="2816724" y="1889081"/>
                  </a:lnTo>
                  <a:lnTo>
                    <a:pt x="2906875" y="1903073"/>
                  </a:lnTo>
                  <a:lnTo>
                    <a:pt x="2959145" y="1913422"/>
                  </a:lnTo>
                  <a:lnTo>
                    <a:pt x="3071046" y="1937551"/>
                  </a:lnTo>
                  <a:lnTo>
                    <a:pt x="3123946" y="1962206"/>
                  </a:lnTo>
                  <a:lnTo>
                    <a:pt x="3182843" y="1975643"/>
                  </a:lnTo>
                  <a:lnTo>
                    <a:pt x="3236324" y="2000568"/>
                  </a:lnTo>
                  <a:lnTo>
                    <a:pt x="3294436" y="2013640"/>
                  </a:lnTo>
                  <a:lnTo>
                    <a:pt x="3718525" y="2211288"/>
                  </a:lnTo>
                  <a:lnTo>
                    <a:pt x="3744006" y="2195141"/>
                  </a:lnTo>
                  <a:lnTo>
                    <a:pt x="3771296" y="2165824"/>
                  </a:lnTo>
                  <a:lnTo>
                    <a:pt x="3783062" y="2129273"/>
                  </a:lnTo>
                  <a:lnTo>
                    <a:pt x="3773451" y="2096771"/>
                  </a:lnTo>
                  <a:lnTo>
                    <a:pt x="3747342" y="2056580"/>
                  </a:lnTo>
                  <a:lnTo>
                    <a:pt x="3704245" y="2008471"/>
                  </a:lnTo>
                  <a:lnTo>
                    <a:pt x="3677974" y="1982216"/>
                  </a:lnTo>
                  <a:lnTo>
                    <a:pt x="3650291" y="1955303"/>
                  </a:lnTo>
                  <a:close/>
                </a:path>
                <a:path w="6159500" h="2253615">
                  <a:moveTo>
                    <a:pt x="3718525" y="2211288"/>
                  </a:moveTo>
                  <a:lnTo>
                    <a:pt x="3484420" y="2102183"/>
                  </a:lnTo>
                  <a:lnTo>
                    <a:pt x="3517884" y="2131790"/>
                  </a:lnTo>
                  <a:lnTo>
                    <a:pt x="3551881" y="2147634"/>
                  </a:lnTo>
                  <a:lnTo>
                    <a:pt x="3574996" y="2172419"/>
                  </a:lnTo>
                  <a:lnTo>
                    <a:pt x="3622671" y="2208649"/>
                  </a:lnTo>
                  <a:lnTo>
                    <a:pt x="3669380" y="2216407"/>
                  </a:lnTo>
                  <a:lnTo>
                    <a:pt x="3705785" y="2219362"/>
                  </a:lnTo>
                  <a:lnTo>
                    <a:pt x="3718525" y="2211288"/>
                  </a:lnTo>
                  <a:close/>
                </a:path>
                <a:path w="6159500" h="2253615">
                  <a:moveTo>
                    <a:pt x="3112606" y="1018148"/>
                  </a:moveTo>
                  <a:lnTo>
                    <a:pt x="3019703" y="974850"/>
                  </a:lnTo>
                  <a:lnTo>
                    <a:pt x="2979944" y="970332"/>
                  </a:lnTo>
                  <a:lnTo>
                    <a:pt x="2934094" y="962975"/>
                  </a:lnTo>
                  <a:lnTo>
                    <a:pt x="2883374" y="953348"/>
                  </a:lnTo>
                  <a:lnTo>
                    <a:pt x="2829006" y="942022"/>
                  </a:lnTo>
                  <a:lnTo>
                    <a:pt x="2656225" y="903531"/>
                  </a:lnTo>
                  <a:lnTo>
                    <a:pt x="2594111" y="902606"/>
                  </a:lnTo>
                  <a:lnTo>
                    <a:pt x="2539820" y="891314"/>
                  </a:lnTo>
                  <a:lnTo>
                    <a:pt x="2489207" y="881738"/>
                  </a:lnTo>
                  <a:lnTo>
                    <a:pt x="2365526" y="880142"/>
                  </a:lnTo>
                  <a:lnTo>
                    <a:pt x="2310367" y="868446"/>
                  </a:lnTo>
                  <a:lnTo>
                    <a:pt x="2251114" y="868854"/>
                  </a:lnTo>
                  <a:lnTo>
                    <a:pt x="2193425" y="869991"/>
                  </a:lnTo>
                  <a:lnTo>
                    <a:pt x="2137594" y="871994"/>
                  </a:lnTo>
                  <a:lnTo>
                    <a:pt x="2089279" y="863488"/>
                  </a:lnTo>
                  <a:lnTo>
                    <a:pt x="2038045" y="867634"/>
                  </a:lnTo>
                  <a:lnTo>
                    <a:pt x="1989551" y="873056"/>
                  </a:lnTo>
                  <a:lnTo>
                    <a:pt x="1944090" y="879892"/>
                  </a:lnTo>
                  <a:lnTo>
                    <a:pt x="1907321" y="876767"/>
                  </a:lnTo>
                  <a:lnTo>
                    <a:pt x="1868808" y="886841"/>
                  </a:lnTo>
                  <a:lnTo>
                    <a:pt x="1834210" y="898739"/>
                  </a:lnTo>
                  <a:lnTo>
                    <a:pt x="1809185" y="901088"/>
                  </a:lnTo>
                  <a:lnTo>
                    <a:pt x="1764322" y="922214"/>
                  </a:lnTo>
                  <a:lnTo>
                    <a:pt x="1736331" y="951203"/>
                  </a:lnTo>
                  <a:lnTo>
                    <a:pt x="1725177" y="988039"/>
                  </a:lnTo>
                  <a:lnTo>
                    <a:pt x="1730823" y="1032705"/>
                  </a:lnTo>
                  <a:lnTo>
                    <a:pt x="1751669" y="1070444"/>
                  </a:lnTo>
                  <a:lnTo>
                    <a:pt x="1783102" y="1099105"/>
                  </a:lnTo>
                  <a:lnTo>
                    <a:pt x="1830637" y="1107247"/>
                  </a:lnTo>
                  <a:lnTo>
                    <a:pt x="1894427" y="1094942"/>
                  </a:lnTo>
                  <a:lnTo>
                    <a:pt x="1921392" y="1093498"/>
                  </a:lnTo>
                  <a:lnTo>
                    <a:pt x="1950905" y="1093241"/>
                  </a:lnTo>
                  <a:lnTo>
                    <a:pt x="1988305" y="1082648"/>
                  </a:lnTo>
                  <a:lnTo>
                    <a:pt x="2022837" y="1084730"/>
                  </a:lnTo>
                  <a:lnTo>
                    <a:pt x="2059840" y="1087964"/>
                  </a:lnTo>
                  <a:lnTo>
                    <a:pt x="2104653" y="1080826"/>
                  </a:lnTo>
                  <a:lnTo>
                    <a:pt x="2146519" y="1086327"/>
                  </a:lnTo>
                  <a:lnTo>
                    <a:pt x="2196144" y="1081431"/>
                  </a:lnTo>
                  <a:lnTo>
                    <a:pt x="2242771" y="1089151"/>
                  </a:lnTo>
                  <a:lnTo>
                    <a:pt x="2291739" y="1097961"/>
                  </a:lnTo>
                  <a:lnTo>
                    <a:pt x="2348388" y="1096339"/>
                  </a:lnTo>
                  <a:lnTo>
                    <a:pt x="2401961" y="1107296"/>
                  </a:lnTo>
                  <a:lnTo>
                    <a:pt x="2463163" y="1107796"/>
                  </a:lnTo>
                  <a:lnTo>
                    <a:pt x="2581525" y="1134936"/>
                  </a:lnTo>
                  <a:lnTo>
                    <a:pt x="2649362" y="1138528"/>
                  </a:lnTo>
                  <a:lnTo>
                    <a:pt x="2713995" y="1154639"/>
                  </a:lnTo>
                  <a:lnTo>
                    <a:pt x="2786127" y="1160234"/>
                  </a:lnTo>
                  <a:lnTo>
                    <a:pt x="2855003" y="1178322"/>
                  </a:lnTo>
                  <a:lnTo>
                    <a:pt x="2936452" y="1188258"/>
                  </a:lnTo>
                  <a:lnTo>
                    <a:pt x="2994845" y="1201461"/>
                  </a:lnTo>
                  <a:lnTo>
                    <a:pt x="3043734" y="1196223"/>
                  </a:lnTo>
                  <a:lnTo>
                    <a:pt x="3075214" y="1196883"/>
                  </a:lnTo>
                  <a:lnTo>
                    <a:pt x="3102840" y="1181735"/>
                  </a:lnTo>
                  <a:lnTo>
                    <a:pt x="3124069" y="1163605"/>
                  </a:lnTo>
                  <a:lnTo>
                    <a:pt x="3145779" y="1131689"/>
                  </a:lnTo>
                  <a:lnTo>
                    <a:pt x="3151795" y="1092458"/>
                  </a:lnTo>
                  <a:lnTo>
                    <a:pt x="3138399" y="1058192"/>
                  </a:lnTo>
                  <a:lnTo>
                    <a:pt x="3112606" y="1018148"/>
                  </a:lnTo>
                  <a:close/>
                </a:path>
                <a:path w="6159500" h="2253615">
                  <a:moveTo>
                    <a:pt x="3562802" y="1900517"/>
                  </a:moveTo>
                  <a:lnTo>
                    <a:pt x="3337113" y="1795334"/>
                  </a:lnTo>
                  <a:lnTo>
                    <a:pt x="3275206" y="1780493"/>
                  </a:lnTo>
                  <a:lnTo>
                    <a:pt x="3610202" y="1936619"/>
                  </a:lnTo>
                  <a:lnTo>
                    <a:pt x="3562802" y="1900517"/>
                  </a:lnTo>
                  <a:close/>
                </a:path>
                <a:path w="6159500" h="2253615">
                  <a:moveTo>
                    <a:pt x="1124649" y="329850"/>
                  </a:moveTo>
                  <a:lnTo>
                    <a:pt x="1058333" y="298943"/>
                  </a:lnTo>
                  <a:lnTo>
                    <a:pt x="1030042" y="299770"/>
                  </a:lnTo>
                  <a:lnTo>
                    <a:pt x="986312" y="307412"/>
                  </a:lnTo>
                  <a:lnTo>
                    <a:pt x="931522" y="323912"/>
                  </a:lnTo>
                  <a:lnTo>
                    <a:pt x="875419" y="339800"/>
                  </a:lnTo>
                  <a:lnTo>
                    <a:pt x="822386" y="357118"/>
                  </a:lnTo>
                  <a:lnTo>
                    <a:pt x="776803" y="377908"/>
                  </a:lnTo>
                  <a:lnTo>
                    <a:pt x="714891" y="433124"/>
                  </a:lnTo>
                  <a:lnTo>
                    <a:pt x="701542" y="468937"/>
                  </a:lnTo>
                  <a:lnTo>
                    <a:pt x="701887" y="511132"/>
                  </a:lnTo>
                  <a:lnTo>
                    <a:pt x="720173" y="547677"/>
                  </a:lnTo>
                  <a:lnTo>
                    <a:pt x="739170" y="570542"/>
                  </a:lnTo>
                  <a:lnTo>
                    <a:pt x="762968" y="581634"/>
                  </a:lnTo>
                  <a:lnTo>
                    <a:pt x="794625" y="582376"/>
                  </a:lnTo>
                  <a:lnTo>
                    <a:pt x="837199" y="574195"/>
                  </a:lnTo>
                  <a:lnTo>
                    <a:pt x="893749" y="558515"/>
                  </a:lnTo>
                  <a:lnTo>
                    <a:pt x="967333" y="536763"/>
                  </a:lnTo>
                  <a:lnTo>
                    <a:pt x="1051841" y="506091"/>
                  </a:lnTo>
                  <a:lnTo>
                    <a:pt x="1106976" y="475740"/>
                  </a:lnTo>
                  <a:lnTo>
                    <a:pt x="1148081" y="438851"/>
                  </a:lnTo>
                  <a:lnTo>
                    <a:pt x="1156527" y="400753"/>
                  </a:lnTo>
                  <a:lnTo>
                    <a:pt x="1151422" y="356339"/>
                  </a:lnTo>
                  <a:lnTo>
                    <a:pt x="1124649" y="329850"/>
                  </a:lnTo>
                  <a:close/>
                </a:path>
                <a:path w="6159500" h="2253615">
                  <a:moveTo>
                    <a:pt x="3685399" y="1187019"/>
                  </a:moveTo>
                  <a:lnTo>
                    <a:pt x="3549938" y="1123887"/>
                  </a:lnTo>
                  <a:lnTo>
                    <a:pt x="3477562" y="1118179"/>
                  </a:lnTo>
                  <a:lnTo>
                    <a:pt x="3415864" y="1117448"/>
                  </a:lnTo>
                  <a:lnTo>
                    <a:pt x="3365081" y="1121803"/>
                  </a:lnTo>
                  <a:lnTo>
                    <a:pt x="3325448" y="1131355"/>
                  </a:lnTo>
                  <a:lnTo>
                    <a:pt x="3297204" y="1146215"/>
                  </a:lnTo>
                  <a:lnTo>
                    <a:pt x="3280583" y="1166492"/>
                  </a:lnTo>
                  <a:lnTo>
                    <a:pt x="3274306" y="1191589"/>
                  </a:lnTo>
                  <a:lnTo>
                    <a:pt x="3275576" y="1220205"/>
                  </a:lnTo>
                  <a:lnTo>
                    <a:pt x="3297984" y="1272682"/>
                  </a:lnTo>
                  <a:lnTo>
                    <a:pt x="3363291" y="1317130"/>
                  </a:lnTo>
                  <a:lnTo>
                    <a:pt x="3425621" y="1318157"/>
                  </a:lnTo>
                  <a:lnTo>
                    <a:pt x="3459032" y="1333728"/>
                  </a:lnTo>
                  <a:lnTo>
                    <a:pt x="3497755" y="1337763"/>
                  </a:lnTo>
                  <a:lnTo>
                    <a:pt x="3532563" y="1339974"/>
                  </a:lnTo>
                  <a:lnTo>
                    <a:pt x="3554227" y="1350070"/>
                  </a:lnTo>
                  <a:lnTo>
                    <a:pt x="3598512" y="1356698"/>
                  </a:lnTo>
                  <a:lnTo>
                    <a:pt x="3638597" y="1347357"/>
                  </a:lnTo>
                  <a:lnTo>
                    <a:pt x="3673732" y="1321697"/>
                  </a:lnTo>
                  <a:lnTo>
                    <a:pt x="3697802" y="1290880"/>
                  </a:lnTo>
                  <a:lnTo>
                    <a:pt x="3704693" y="1266069"/>
                  </a:lnTo>
                  <a:lnTo>
                    <a:pt x="3704385" y="1223891"/>
                  </a:lnTo>
                  <a:lnTo>
                    <a:pt x="3685399" y="1187019"/>
                  </a:lnTo>
                  <a:close/>
                </a:path>
                <a:path w="6159500" h="2253615">
                  <a:moveTo>
                    <a:pt x="2142487" y="75617"/>
                  </a:moveTo>
                  <a:lnTo>
                    <a:pt x="2102994" y="57211"/>
                  </a:lnTo>
                  <a:lnTo>
                    <a:pt x="2066634" y="54277"/>
                  </a:lnTo>
                  <a:lnTo>
                    <a:pt x="2018207" y="59731"/>
                  </a:lnTo>
                  <a:lnTo>
                    <a:pt x="1961539" y="61344"/>
                  </a:lnTo>
                  <a:lnTo>
                    <a:pt x="1910631" y="65641"/>
                  </a:lnTo>
                  <a:lnTo>
                    <a:pt x="1850478" y="79641"/>
                  </a:lnTo>
                  <a:lnTo>
                    <a:pt x="1726454" y="105908"/>
                  </a:lnTo>
                  <a:lnTo>
                    <a:pt x="1666544" y="120021"/>
                  </a:lnTo>
                  <a:lnTo>
                    <a:pt x="1610674" y="136018"/>
                  </a:lnTo>
                  <a:lnTo>
                    <a:pt x="1560826" y="154821"/>
                  </a:lnTo>
                  <a:lnTo>
                    <a:pt x="1524344" y="165841"/>
                  </a:lnTo>
                  <a:lnTo>
                    <a:pt x="1497843" y="181513"/>
                  </a:lnTo>
                  <a:lnTo>
                    <a:pt x="1464152" y="207846"/>
                  </a:lnTo>
                  <a:lnTo>
                    <a:pt x="1442323" y="239707"/>
                  </a:lnTo>
                  <a:lnTo>
                    <a:pt x="1432339" y="277089"/>
                  </a:lnTo>
                  <a:lnTo>
                    <a:pt x="1439546" y="308470"/>
                  </a:lnTo>
                  <a:lnTo>
                    <a:pt x="1460098" y="346072"/>
                  </a:lnTo>
                  <a:lnTo>
                    <a:pt x="1489963" y="374002"/>
                  </a:lnTo>
                  <a:lnTo>
                    <a:pt x="1539926" y="369264"/>
                  </a:lnTo>
                  <a:lnTo>
                    <a:pt x="1593945" y="366417"/>
                  </a:lnTo>
                  <a:lnTo>
                    <a:pt x="1631154" y="355735"/>
                  </a:lnTo>
                  <a:lnTo>
                    <a:pt x="1672904" y="347170"/>
                  </a:lnTo>
                  <a:lnTo>
                    <a:pt x="1723592" y="328759"/>
                  </a:lnTo>
                  <a:lnTo>
                    <a:pt x="1771517" y="323071"/>
                  </a:lnTo>
                  <a:lnTo>
                    <a:pt x="1826438" y="306633"/>
                  </a:lnTo>
                  <a:lnTo>
                    <a:pt x="1876657" y="302014"/>
                  </a:lnTo>
                  <a:lnTo>
                    <a:pt x="1931932" y="285741"/>
                  </a:lnTo>
                  <a:lnTo>
                    <a:pt x="1980563" y="280383"/>
                  </a:lnTo>
                  <a:lnTo>
                    <a:pt x="2047411" y="269503"/>
                  </a:lnTo>
                  <a:lnTo>
                    <a:pt x="2099685" y="251831"/>
                  </a:lnTo>
                  <a:lnTo>
                    <a:pt x="2137644" y="227487"/>
                  </a:lnTo>
                  <a:lnTo>
                    <a:pt x="2161545" y="196592"/>
                  </a:lnTo>
                  <a:lnTo>
                    <a:pt x="2171649" y="159266"/>
                  </a:lnTo>
                  <a:lnTo>
                    <a:pt x="2162849" y="127141"/>
                  </a:lnTo>
                  <a:lnTo>
                    <a:pt x="2156484" y="110163"/>
                  </a:lnTo>
                  <a:lnTo>
                    <a:pt x="2149807" y="93040"/>
                  </a:lnTo>
                  <a:lnTo>
                    <a:pt x="2142487" y="75617"/>
                  </a:lnTo>
                  <a:close/>
                </a:path>
                <a:path w="6159500" h="2253615">
                  <a:moveTo>
                    <a:pt x="3664454" y="1163246"/>
                  </a:moveTo>
                  <a:lnTo>
                    <a:pt x="3602597" y="1134417"/>
                  </a:lnTo>
                  <a:lnTo>
                    <a:pt x="3575555" y="1135826"/>
                  </a:lnTo>
                  <a:lnTo>
                    <a:pt x="3672038" y="1180792"/>
                  </a:lnTo>
                  <a:lnTo>
                    <a:pt x="3664454" y="1163246"/>
                  </a:lnTo>
                  <a:close/>
                </a:path>
                <a:path w="6159500" h="2253615">
                  <a:moveTo>
                    <a:pt x="4225802" y="2207193"/>
                  </a:moveTo>
                  <a:lnTo>
                    <a:pt x="4194105" y="2192420"/>
                  </a:lnTo>
                  <a:lnTo>
                    <a:pt x="4168975" y="2185051"/>
                  </a:lnTo>
                  <a:lnTo>
                    <a:pt x="4146172" y="2182781"/>
                  </a:lnTo>
                  <a:lnTo>
                    <a:pt x="4125249" y="2185357"/>
                  </a:lnTo>
                  <a:lnTo>
                    <a:pt x="4078566" y="2213292"/>
                  </a:lnTo>
                  <a:lnTo>
                    <a:pt x="4054747" y="2253438"/>
                  </a:lnTo>
                  <a:lnTo>
                    <a:pt x="4295380" y="2253436"/>
                  </a:lnTo>
                  <a:lnTo>
                    <a:pt x="4260494" y="2228286"/>
                  </a:lnTo>
                  <a:lnTo>
                    <a:pt x="4225802" y="2207193"/>
                  </a:lnTo>
                  <a:close/>
                </a:path>
                <a:path w="6159500" h="2253615">
                  <a:moveTo>
                    <a:pt x="162868" y="1872549"/>
                  </a:moveTo>
                  <a:lnTo>
                    <a:pt x="142686" y="1864833"/>
                  </a:lnTo>
                  <a:lnTo>
                    <a:pt x="120355" y="1861579"/>
                  </a:lnTo>
                  <a:lnTo>
                    <a:pt x="96420" y="1863327"/>
                  </a:lnTo>
                  <a:lnTo>
                    <a:pt x="53165" y="1878984"/>
                  </a:lnTo>
                  <a:lnTo>
                    <a:pt x="4470" y="1904230"/>
                  </a:lnTo>
                  <a:lnTo>
                    <a:pt x="4470" y="2149355"/>
                  </a:lnTo>
                  <a:lnTo>
                    <a:pt x="51815" y="2120170"/>
                  </a:lnTo>
                  <a:lnTo>
                    <a:pt x="118343" y="2077355"/>
                  </a:lnTo>
                  <a:lnTo>
                    <a:pt x="161514" y="2046100"/>
                  </a:lnTo>
                  <a:lnTo>
                    <a:pt x="201958" y="1998727"/>
                  </a:lnTo>
                  <a:lnTo>
                    <a:pt x="212286" y="1959477"/>
                  </a:lnTo>
                  <a:lnTo>
                    <a:pt x="207524" y="1923710"/>
                  </a:lnTo>
                  <a:lnTo>
                    <a:pt x="190207" y="1893906"/>
                  </a:lnTo>
                  <a:lnTo>
                    <a:pt x="162868" y="1872549"/>
                  </a:lnTo>
                  <a:close/>
                </a:path>
              </a:pathLst>
            </a:custGeom>
            <a:solidFill>
              <a:srgbClr val="F5F6F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alarm_triggered_output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2920" y="3088767"/>
              <a:ext cx="11201400" cy="5755512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1948921" y="2860574"/>
            <a:ext cx="5160010" cy="6018530"/>
          </a:xfrm>
          <a:prstGeom prst="rect">
            <a:avLst/>
          </a:prstGeom>
        </p:spPr>
        <p:txBody>
          <a:bodyPr wrap="square" lIns="0" tIns="83820" rIns="0" bIns="0" rtlCol="0" vert="horz">
            <a:spAutoFit/>
          </a:bodyPr>
          <a:lstStyle/>
          <a:p>
            <a:pPr marL="76200">
              <a:lnSpc>
                <a:spcPct val="100000"/>
              </a:lnSpc>
              <a:spcBef>
                <a:spcPts val="660"/>
              </a:spcBef>
            </a:pPr>
            <a:r>
              <a:rPr dirty="0" sz="2800" spc="-45">
                <a:latin typeface="Arial Black"/>
                <a:cs typeface="Arial Black"/>
              </a:rPr>
              <a:t>SIGNAL</a:t>
            </a:r>
            <a:r>
              <a:rPr dirty="0" sz="2800" spc="-355">
                <a:latin typeface="Arial Black"/>
                <a:cs typeface="Arial Black"/>
              </a:rPr>
              <a:t> </a:t>
            </a:r>
            <a:r>
              <a:rPr dirty="0" sz="2800" spc="-10">
                <a:latin typeface="Arial Black"/>
                <a:cs typeface="Arial Black"/>
              </a:rPr>
              <a:t>HANDLING</a:t>
            </a:r>
            <a:endParaRPr sz="2800">
              <a:latin typeface="Arial Black"/>
              <a:cs typeface="Arial Black"/>
            </a:endParaRPr>
          </a:p>
          <a:p>
            <a:pPr marL="191770" indent="-179070">
              <a:lnSpc>
                <a:spcPct val="100000"/>
              </a:lnSpc>
              <a:spcBef>
                <a:spcPts val="484"/>
              </a:spcBef>
              <a:buChar char="•"/>
              <a:tabLst>
                <a:tab pos="191770" algn="l"/>
              </a:tabLst>
            </a:pPr>
            <a:r>
              <a:rPr dirty="0" sz="2400">
                <a:latin typeface="Roboto"/>
                <a:cs typeface="Roboto"/>
              </a:rPr>
              <a:t>SIGALRM</a:t>
            </a:r>
            <a:r>
              <a:rPr dirty="0" sz="2400" spc="-105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was</a:t>
            </a:r>
            <a:r>
              <a:rPr dirty="0" sz="2400" spc="-100">
                <a:latin typeface="Roboto"/>
                <a:cs typeface="Roboto"/>
              </a:rPr>
              <a:t> </a:t>
            </a:r>
            <a:r>
              <a:rPr dirty="0" sz="2400" spc="-10">
                <a:latin typeface="Roboto"/>
                <a:cs typeface="Roboto"/>
              </a:rPr>
              <a:t>received.</a:t>
            </a:r>
            <a:endParaRPr sz="2400">
              <a:latin typeface="Roboto"/>
              <a:cs typeface="Roboto"/>
            </a:endParaRPr>
          </a:p>
          <a:p>
            <a:pPr marL="191770" indent="-179070">
              <a:lnSpc>
                <a:spcPct val="100000"/>
              </a:lnSpc>
              <a:spcBef>
                <a:spcPts val="695"/>
              </a:spcBef>
              <a:buChar char="•"/>
              <a:tabLst>
                <a:tab pos="191770" algn="l"/>
              </a:tabLst>
            </a:pPr>
            <a:r>
              <a:rPr dirty="0" sz="2400">
                <a:latin typeface="Roboto"/>
                <a:cs typeface="Roboto"/>
              </a:rPr>
              <a:t>The</a:t>
            </a:r>
            <a:r>
              <a:rPr dirty="0" sz="2400" spc="-70">
                <a:latin typeface="Roboto"/>
                <a:cs typeface="Roboto"/>
              </a:rPr>
              <a:t> </a:t>
            </a:r>
            <a:r>
              <a:rPr dirty="0" sz="2400" spc="-10">
                <a:latin typeface="Roboto"/>
                <a:cs typeface="Roboto"/>
              </a:rPr>
              <a:t>scheduled</a:t>
            </a:r>
            <a:r>
              <a:rPr dirty="0" sz="2400" spc="-60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time</a:t>
            </a:r>
            <a:r>
              <a:rPr dirty="0" sz="2400" spc="-75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was</a:t>
            </a:r>
            <a:r>
              <a:rPr dirty="0" sz="2400" spc="-90">
                <a:latin typeface="Roboto"/>
                <a:cs typeface="Roboto"/>
              </a:rPr>
              <a:t> </a:t>
            </a:r>
            <a:r>
              <a:rPr dirty="0" sz="2400" spc="-10">
                <a:latin typeface="Roboto"/>
                <a:cs typeface="Roboto"/>
              </a:rPr>
              <a:t>reached.</a:t>
            </a:r>
            <a:endParaRPr sz="2400">
              <a:latin typeface="Roboto"/>
              <a:cs typeface="Roboto"/>
            </a:endParaRPr>
          </a:p>
          <a:p>
            <a:pPr marL="191770" indent="-179070">
              <a:lnSpc>
                <a:spcPct val="100000"/>
              </a:lnSpc>
              <a:spcBef>
                <a:spcPts val="705"/>
              </a:spcBef>
              <a:buChar char="•"/>
              <a:tabLst>
                <a:tab pos="191770" algn="l"/>
              </a:tabLst>
            </a:pPr>
            <a:r>
              <a:rPr dirty="0" sz="2400">
                <a:latin typeface="Roboto"/>
                <a:cs typeface="Roboto"/>
              </a:rPr>
              <a:t>Alarm</a:t>
            </a:r>
            <a:r>
              <a:rPr dirty="0" sz="2400" spc="-60">
                <a:latin typeface="Roboto"/>
                <a:cs typeface="Roboto"/>
              </a:rPr>
              <a:t> </a:t>
            </a:r>
            <a:r>
              <a:rPr dirty="0" sz="2400" spc="-20">
                <a:latin typeface="Roboto"/>
                <a:cs typeface="Roboto"/>
              </a:rPr>
              <a:t>notification</a:t>
            </a:r>
            <a:r>
              <a:rPr dirty="0" sz="2400" spc="-40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was</a:t>
            </a:r>
            <a:r>
              <a:rPr dirty="0" sz="2400" spc="-55">
                <a:latin typeface="Roboto"/>
                <a:cs typeface="Roboto"/>
              </a:rPr>
              <a:t> </a:t>
            </a:r>
            <a:r>
              <a:rPr dirty="0" sz="2400" spc="-10">
                <a:latin typeface="Roboto"/>
                <a:cs typeface="Roboto"/>
              </a:rPr>
              <a:t>displayed.</a:t>
            </a:r>
            <a:endParaRPr sz="2400">
              <a:latin typeface="Roboto"/>
              <a:cs typeface="Roboto"/>
            </a:endParaRPr>
          </a:p>
          <a:p>
            <a:pPr>
              <a:lnSpc>
                <a:spcPct val="100000"/>
              </a:lnSpc>
              <a:buFont typeface="Roboto"/>
              <a:buChar char="•"/>
            </a:pPr>
            <a:endParaRPr sz="24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875"/>
              </a:spcBef>
              <a:buFont typeface="Roboto"/>
              <a:buChar char="•"/>
            </a:pPr>
            <a:endParaRPr sz="2400">
              <a:latin typeface="Roboto"/>
              <a:cs typeface="Roboto"/>
            </a:endParaRPr>
          </a:p>
          <a:p>
            <a:pPr marL="76200">
              <a:lnSpc>
                <a:spcPct val="100000"/>
              </a:lnSpc>
            </a:pPr>
            <a:r>
              <a:rPr dirty="0" sz="2800" spc="-30">
                <a:latin typeface="Arial Black"/>
                <a:cs typeface="Arial Black"/>
              </a:rPr>
              <a:t>PROCESS</a:t>
            </a:r>
            <a:r>
              <a:rPr dirty="0" sz="2800" spc="-185">
                <a:latin typeface="Arial Black"/>
                <a:cs typeface="Arial Black"/>
              </a:rPr>
              <a:t> </a:t>
            </a:r>
            <a:r>
              <a:rPr dirty="0" sz="2800" spc="-10">
                <a:latin typeface="Arial Black"/>
                <a:cs typeface="Arial Black"/>
              </a:rPr>
              <a:t>CONTROL</a:t>
            </a:r>
            <a:endParaRPr sz="2800">
              <a:latin typeface="Arial Black"/>
              <a:cs typeface="Arial Black"/>
            </a:endParaRPr>
          </a:p>
          <a:p>
            <a:pPr marL="12700" marR="1029969" indent="179070">
              <a:lnSpc>
                <a:spcPct val="100000"/>
              </a:lnSpc>
              <a:spcBef>
                <a:spcPts val="484"/>
              </a:spcBef>
              <a:buChar char="•"/>
              <a:tabLst>
                <a:tab pos="191770" algn="l"/>
              </a:tabLst>
            </a:pPr>
            <a:r>
              <a:rPr dirty="0" sz="2400">
                <a:latin typeface="Roboto"/>
                <a:cs typeface="Roboto"/>
              </a:rPr>
              <a:t>fork()</a:t>
            </a:r>
            <a:r>
              <a:rPr dirty="0" sz="2400" spc="-60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created</a:t>
            </a:r>
            <a:r>
              <a:rPr dirty="0" sz="2400" spc="-65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the</a:t>
            </a:r>
            <a:r>
              <a:rPr dirty="0" sz="2400" spc="-45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alarm</a:t>
            </a:r>
            <a:r>
              <a:rPr dirty="0" sz="2400" spc="-85">
                <a:latin typeface="Roboto"/>
                <a:cs typeface="Roboto"/>
              </a:rPr>
              <a:t> </a:t>
            </a:r>
            <a:r>
              <a:rPr dirty="0" sz="2400" spc="-10">
                <a:latin typeface="Roboto"/>
                <a:cs typeface="Roboto"/>
              </a:rPr>
              <a:t>child process.</a:t>
            </a:r>
            <a:endParaRPr sz="2400">
              <a:latin typeface="Roboto"/>
              <a:cs typeface="Roboto"/>
            </a:endParaRPr>
          </a:p>
          <a:p>
            <a:pPr marL="192405" indent="-179705">
              <a:lnSpc>
                <a:spcPct val="100000"/>
              </a:lnSpc>
              <a:spcBef>
                <a:spcPts val="695"/>
              </a:spcBef>
              <a:buChar char="•"/>
              <a:tabLst>
                <a:tab pos="192405" algn="l"/>
              </a:tabLst>
            </a:pPr>
            <a:r>
              <a:rPr dirty="0" sz="2400">
                <a:latin typeface="Roboto"/>
                <a:cs typeface="Roboto"/>
              </a:rPr>
              <a:t>kill()</a:t>
            </a:r>
            <a:r>
              <a:rPr dirty="0" sz="2400" spc="-60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sent</a:t>
            </a:r>
            <a:r>
              <a:rPr dirty="0" sz="2400" spc="-45">
                <a:latin typeface="Roboto"/>
                <a:cs typeface="Roboto"/>
              </a:rPr>
              <a:t> </a:t>
            </a:r>
            <a:r>
              <a:rPr dirty="0" sz="2400" spc="-10">
                <a:latin typeface="Roboto"/>
                <a:cs typeface="Roboto"/>
              </a:rPr>
              <a:t>SIGTERM.</a:t>
            </a:r>
            <a:endParaRPr sz="2400">
              <a:latin typeface="Roboto"/>
              <a:cs typeface="Roboto"/>
            </a:endParaRPr>
          </a:p>
          <a:p>
            <a:pPr marL="12700" marR="5080" indent="179070">
              <a:lnSpc>
                <a:spcPct val="100000"/>
              </a:lnSpc>
              <a:spcBef>
                <a:spcPts val="710"/>
              </a:spcBef>
              <a:buChar char="•"/>
              <a:tabLst>
                <a:tab pos="191770" algn="l"/>
              </a:tabLst>
            </a:pPr>
            <a:r>
              <a:rPr dirty="0" sz="2400">
                <a:latin typeface="Roboto"/>
                <a:cs typeface="Roboto"/>
              </a:rPr>
              <a:t>waitpid()</a:t>
            </a:r>
            <a:r>
              <a:rPr dirty="0" sz="2400" spc="-105">
                <a:latin typeface="Roboto"/>
                <a:cs typeface="Roboto"/>
              </a:rPr>
              <a:t> </a:t>
            </a:r>
            <a:r>
              <a:rPr dirty="0" sz="2400" spc="-25">
                <a:latin typeface="Roboto"/>
                <a:cs typeface="Roboto"/>
              </a:rPr>
              <a:t>synchronized</a:t>
            </a:r>
            <a:r>
              <a:rPr dirty="0" sz="2400" spc="-95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with</a:t>
            </a:r>
            <a:r>
              <a:rPr dirty="0" sz="2400" spc="-95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the</a:t>
            </a:r>
            <a:r>
              <a:rPr dirty="0" sz="2400" spc="-80">
                <a:latin typeface="Roboto"/>
                <a:cs typeface="Roboto"/>
              </a:rPr>
              <a:t> </a:t>
            </a:r>
            <a:r>
              <a:rPr dirty="0" sz="2400" spc="-10">
                <a:latin typeface="Roboto"/>
                <a:cs typeface="Roboto"/>
              </a:rPr>
              <a:t>child process.</a:t>
            </a:r>
            <a:endParaRPr sz="2400">
              <a:latin typeface="Roboto"/>
              <a:cs typeface="Roboto"/>
            </a:endParaRPr>
          </a:p>
          <a:p>
            <a:pPr marL="12700" marR="842010" indent="179070">
              <a:lnSpc>
                <a:spcPct val="100000"/>
              </a:lnSpc>
              <a:spcBef>
                <a:spcPts val="695"/>
              </a:spcBef>
              <a:buChar char="•"/>
              <a:tabLst>
                <a:tab pos="191770" algn="l"/>
              </a:tabLst>
            </a:pPr>
            <a:r>
              <a:rPr dirty="0" sz="2400" spc="-90">
                <a:latin typeface="Roboto"/>
                <a:cs typeface="Roboto"/>
              </a:rPr>
              <a:t>Child-</a:t>
            </a:r>
            <a:r>
              <a:rPr dirty="0" sz="2400">
                <a:latin typeface="Roboto"/>
                <a:cs typeface="Roboto"/>
              </a:rPr>
              <a:t>process</a:t>
            </a:r>
            <a:r>
              <a:rPr dirty="0" sz="2400" spc="-65">
                <a:latin typeface="Roboto"/>
                <a:cs typeface="Roboto"/>
              </a:rPr>
              <a:t> </a:t>
            </a:r>
            <a:r>
              <a:rPr dirty="0" sz="2400" spc="-20">
                <a:latin typeface="Roboto"/>
                <a:cs typeface="Roboto"/>
              </a:rPr>
              <a:t>termination</a:t>
            </a:r>
            <a:r>
              <a:rPr dirty="0" sz="2400" spc="-55">
                <a:latin typeface="Roboto"/>
                <a:cs typeface="Roboto"/>
              </a:rPr>
              <a:t> </a:t>
            </a:r>
            <a:r>
              <a:rPr dirty="0" sz="2400" spc="-25">
                <a:latin typeface="Roboto"/>
                <a:cs typeface="Roboto"/>
              </a:rPr>
              <a:t>was </a:t>
            </a:r>
            <a:r>
              <a:rPr dirty="0" sz="2400" spc="-10">
                <a:latin typeface="Roboto"/>
                <a:cs typeface="Roboto"/>
              </a:rPr>
              <a:t>reported.</a:t>
            </a:r>
            <a:endParaRPr sz="2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8119"/>
            <a:ext cx="6667500" cy="6997700"/>
          </a:xfrm>
          <a:custGeom>
            <a:avLst/>
            <a:gdLst/>
            <a:ahLst/>
            <a:cxnLst/>
            <a:rect l="l" t="t" r="r" b="b"/>
            <a:pathLst>
              <a:path w="6667500" h="6997700">
                <a:moveTo>
                  <a:pt x="1179989" y="6985000"/>
                </a:moveTo>
                <a:lnTo>
                  <a:pt x="278248" y="6985000"/>
                </a:lnTo>
                <a:lnTo>
                  <a:pt x="329110" y="6997700"/>
                </a:lnTo>
                <a:lnTo>
                  <a:pt x="1128896" y="6997700"/>
                </a:lnTo>
                <a:lnTo>
                  <a:pt x="1179989" y="6985000"/>
                </a:lnTo>
                <a:close/>
              </a:path>
              <a:path w="6667500" h="6997700">
                <a:moveTo>
                  <a:pt x="1332869" y="6972300"/>
                </a:moveTo>
                <a:lnTo>
                  <a:pt x="126092" y="6972300"/>
                </a:lnTo>
                <a:lnTo>
                  <a:pt x="176740" y="6985000"/>
                </a:lnTo>
                <a:lnTo>
                  <a:pt x="1282009" y="6985000"/>
                </a:lnTo>
                <a:lnTo>
                  <a:pt x="1332869" y="6972300"/>
                </a:lnTo>
                <a:close/>
              </a:path>
              <a:path w="6667500" h="6997700">
                <a:moveTo>
                  <a:pt x="76592" y="6819900"/>
                </a:moveTo>
                <a:lnTo>
                  <a:pt x="0" y="6819900"/>
                </a:lnTo>
                <a:lnTo>
                  <a:pt x="0" y="6959600"/>
                </a:lnTo>
                <a:lnTo>
                  <a:pt x="25007" y="6972300"/>
                </a:lnTo>
                <a:lnTo>
                  <a:pt x="1383586" y="6972300"/>
                </a:lnTo>
                <a:lnTo>
                  <a:pt x="1433598" y="6959600"/>
                </a:lnTo>
                <a:lnTo>
                  <a:pt x="1483553" y="6959600"/>
                </a:lnTo>
                <a:lnTo>
                  <a:pt x="1533448" y="6946900"/>
                </a:lnTo>
                <a:lnTo>
                  <a:pt x="1583282" y="6946900"/>
                </a:lnTo>
                <a:lnTo>
                  <a:pt x="1633052" y="6934200"/>
                </a:lnTo>
                <a:lnTo>
                  <a:pt x="1682756" y="6934200"/>
                </a:lnTo>
                <a:lnTo>
                  <a:pt x="1781960" y="6908800"/>
                </a:lnTo>
                <a:lnTo>
                  <a:pt x="1831455" y="6908800"/>
                </a:lnTo>
                <a:lnTo>
                  <a:pt x="2028676" y="6858000"/>
                </a:lnTo>
                <a:lnTo>
                  <a:pt x="530716" y="6858000"/>
                </a:lnTo>
                <a:lnTo>
                  <a:pt x="479900" y="6845300"/>
                </a:lnTo>
                <a:lnTo>
                  <a:pt x="277537" y="6845300"/>
                </a:lnTo>
                <a:lnTo>
                  <a:pt x="227169" y="6832600"/>
                </a:lnTo>
                <a:lnTo>
                  <a:pt x="126697" y="6832600"/>
                </a:lnTo>
                <a:lnTo>
                  <a:pt x="76592" y="6819900"/>
                </a:lnTo>
                <a:close/>
              </a:path>
              <a:path w="6667500" h="6997700">
                <a:moveTo>
                  <a:pt x="2077781" y="6845300"/>
                </a:moveTo>
                <a:lnTo>
                  <a:pt x="833631" y="6845300"/>
                </a:lnTo>
                <a:lnTo>
                  <a:pt x="784270" y="6858000"/>
                </a:lnTo>
                <a:lnTo>
                  <a:pt x="2028676" y="6858000"/>
                </a:lnTo>
                <a:lnTo>
                  <a:pt x="2077781" y="6845300"/>
                </a:lnTo>
                <a:close/>
              </a:path>
              <a:path w="6667500" h="6997700">
                <a:moveTo>
                  <a:pt x="6460380" y="1879600"/>
                </a:moveTo>
                <a:lnTo>
                  <a:pt x="6294079" y="1879600"/>
                </a:lnTo>
                <a:lnTo>
                  <a:pt x="6295803" y="1943100"/>
                </a:lnTo>
                <a:lnTo>
                  <a:pt x="6293832" y="1993900"/>
                </a:lnTo>
                <a:lnTo>
                  <a:pt x="6289091" y="2044700"/>
                </a:lnTo>
                <a:lnTo>
                  <a:pt x="6282503" y="2108200"/>
                </a:lnTo>
                <a:lnTo>
                  <a:pt x="6274991" y="2159000"/>
                </a:lnTo>
                <a:lnTo>
                  <a:pt x="6267479" y="2197100"/>
                </a:lnTo>
                <a:lnTo>
                  <a:pt x="6260100" y="2247900"/>
                </a:lnTo>
                <a:lnTo>
                  <a:pt x="6252306" y="2298700"/>
                </a:lnTo>
                <a:lnTo>
                  <a:pt x="6244087" y="2349500"/>
                </a:lnTo>
                <a:lnTo>
                  <a:pt x="6235434" y="2400300"/>
                </a:lnTo>
                <a:lnTo>
                  <a:pt x="6226337" y="2451100"/>
                </a:lnTo>
                <a:lnTo>
                  <a:pt x="6216786" y="2501900"/>
                </a:lnTo>
                <a:lnTo>
                  <a:pt x="6206772" y="2552700"/>
                </a:lnTo>
                <a:lnTo>
                  <a:pt x="6196285" y="2603500"/>
                </a:lnTo>
                <a:lnTo>
                  <a:pt x="6185314" y="2654300"/>
                </a:lnTo>
                <a:lnTo>
                  <a:pt x="6173852" y="2705100"/>
                </a:lnTo>
                <a:lnTo>
                  <a:pt x="6161887" y="2755900"/>
                </a:lnTo>
                <a:lnTo>
                  <a:pt x="6149410" y="2806700"/>
                </a:lnTo>
                <a:lnTo>
                  <a:pt x="6136412" y="2857500"/>
                </a:lnTo>
                <a:lnTo>
                  <a:pt x="6122882" y="2895600"/>
                </a:lnTo>
                <a:lnTo>
                  <a:pt x="6108811" y="2946400"/>
                </a:lnTo>
                <a:lnTo>
                  <a:pt x="6094190" y="2997200"/>
                </a:lnTo>
                <a:lnTo>
                  <a:pt x="6079008" y="3048000"/>
                </a:lnTo>
                <a:lnTo>
                  <a:pt x="6063256" y="3098800"/>
                </a:lnTo>
                <a:lnTo>
                  <a:pt x="6046925" y="3149600"/>
                </a:lnTo>
                <a:lnTo>
                  <a:pt x="6030051" y="3187700"/>
                </a:lnTo>
                <a:lnTo>
                  <a:pt x="6012771" y="3238500"/>
                </a:lnTo>
                <a:lnTo>
                  <a:pt x="5995084" y="3289300"/>
                </a:lnTo>
                <a:lnTo>
                  <a:pt x="5976987" y="3340100"/>
                </a:lnTo>
                <a:lnTo>
                  <a:pt x="5958478" y="3378200"/>
                </a:lnTo>
                <a:lnTo>
                  <a:pt x="5939553" y="3429000"/>
                </a:lnTo>
                <a:lnTo>
                  <a:pt x="5920212" y="3479800"/>
                </a:lnTo>
                <a:lnTo>
                  <a:pt x="5900450" y="3517900"/>
                </a:lnTo>
                <a:lnTo>
                  <a:pt x="5880267" y="3568700"/>
                </a:lnTo>
                <a:lnTo>
                  <a:pt x="5859659" y="3619500"/>
                </a:lnTo>
                <a:lnTo>
                  <a:pt x="5838624" y="3657600"/>
                </a:lnTo>
                <a:lnTo>
                  <a:pt x="5817161" y="3708400"/>
                </a:lnTo>
                <a:lnTo>
                  <a:pt x="5795265" y="3759200"/>
                </a:lnTo>
                <a:lnTo>
                  <a:pt x="5772936" y="3797300"/>
                </a:lnTo>
                <a:lnTo>
                  <a:pt x="5750170" y="3848100"/>
                </a:lnTo>
                <a:lnTo>
                  <a:pt x="5726965" y="3886200"/>
                </a:lnTo>
                <a:lnTo>
                  <a:pt x="5703319" y="3937000"/>
                </a:lnTo>
                <a:lnTo>
                  <a:pt x="5679230" y="3975100"/>
                </a:lnTo>
                <a:lnTo>
                  <a:pt x="5654695" y="4025900"/>
                </a:lnTo>
                <a:lnTo>
                  <a:pt x="5629711" y="4064000"/>
                </a:lnTo>
                <a:lnTo>
                  <a:pt x="5604276" y="4114800"/>
                </a:lnTo>
                <a:lnTo>
                  <a:pt x="5578389" y="4152900"/>
                </a:lnTo>
                <a:lnTo>
                  <a:pt x="5552046" y="4203700"/>
                </a:lnTo>
                <a:lnTo>
                  <a:pt x="5525245" y="4241800"/>
                </a:lnTo>
                <a:lnTo>
                  <a:pt x="5497983" y="4279900"/>
                </a:lnTo>
                <a:lnTo>
                  <a:pt x="5470259" y="4330700"/>
                </a:lnTo>
                <a:lnTo>
                  <a:pt x="5442070" y="4368800"/>
                </a:lnTo>
                <a:lnTo>
                  <a:pt x="5413413" y="4406900"/>
                </a:lnTo>
                <a:lnTo>
                  <a:pt x="5384684" y="4457700"/>
                </a:lnTo>
                <a:lnTo>
                  <a:pt x="5355614" y="4495800"/>
                </a:lnTo>
                <a:lnTo>
                  <a:pt x="5326204" y="4533900"/>
                </a:lnTo>
                <a:lnTo>
                  <a:pt x="5296451" y="4572000"/>
                </a:lnTo>
                <a:lnTo>
                  <a:pt x="5266354" y="4622800"/>
                </a:lnTo>
                <a:lnTo>
                  <a:pt x="5235913" y="4660900"/>
                </a:lnTo>
                <a:lnTo>
                  <a:pt x="5205126" y="4699000"/>
                </a:lnTo>
                <a:lnTo>
                  <a:pt x="5173992" y="4737100"/>
                </a:lnTo>
                <a:lnTo>
                  <a:pt x="5142509" y="4775200"/>
                </a:lnTo>
                <a:lnTo>
                  <a:pt x="5110677" y="4813300"/>
                </a:lnTo>
                <a:lnTo>
                  <a:pt x="5078494" y="4851400"/>
                </a:lnTo>
                <a:lnTo>
                  <a:pt x="5045960" y="4889500"/>
                </a:lnTo>
                <a:lnTo>
                  <a:pt x="5013073" y="4927600"/>
                </a:lnTo>
                <a:lnTo>
                  <a:pt x="4979832" y="4965700"/>
                </a:lnTo>
                <a:lnTo>
                  <a:pt x="4946235" y="5003800"/>
                </a:lnTo>
                <a:lnTo>
                  <a:pt x="4912282" y="5041900"/>
                </a:lnTo>
                <a:lnTo>
                  <a:pt x="4877972" y="5080000"/>
                </a:lnTo>
                <a:lnTo>
                  <a:pt x="4843303" y="5118100"/>
                </a:lnTo>
                <a:lnTo>
                  <a:pt x="4808274" y="5156200"/>
                </a:lnTo>
                <a:lnTo>
                  <a:pt x="4772305" y="5194300"/>
                </a:lnTo>
                <a:lnTo>
                  <a:pt x="4736035" y="5219700"/>
                </a:lnTo>
                <a:lnTo>
                  <a:pt x="4662593" y="5295900"/>
                </a:lnTo>
                <a:lnTo>
                  <a:pt x="4587954" y="5372100"/>
                </a:lnTo>
                <a:lnTo>
                  <a:pt x="4550186" y="5397500"/>
                </a:lnTo>
                <a:lnTo>
                  <a:pt x="4473758" y="5473700"/>
                </a:lnTo>
                <a:lnTo>
                  <a:pt x="4435099" y="5499100"/>
                </a:lnTo>
                <a:lnTo>
                  <a:pt x="4396145" y="5537200"/>
                </a:lnTo>
                <a:lnTo>
                  <a:pt x="4356895" y="5562600"/>
                </a:lnTo>
                <a:lnTo>
                  <a:pt x="4317351" y="5600700"/>
                </a:lnTo>
                <a:lnTo>
                  <a:pt x="4277513" y="5626100"/>
                </a:lnTo>
                <a:lnTo>
                  <a:pt x="4237381" y="5664200"/>
                </a:lnTo>
                <a:lnTo>
                  <a:pt x="4196957" y="5689600"/>
                </a:lnTo>
                <a:lnTo>
                  <a:pt x="4156241" y="5727700"/>
                </a:lnTo>
                <a:lnTo>
                  <a:pt x="4115234" y="5753100"/>
                </a:lnTo>
                <a:lnTo>
                  <a:pt x="4073935" y="5791200"/>
                </a:lnTo>
                <a:lnTo>
                  <a:pt x="3948302" y="5867400"/>
                </a:lnTo>
                <a:lnTo>
                  <a:pt x="3905847" y="5905500"/>
                </a:lnTo>
                <a:lnTo>
                  <a:pt x="3689270" y="6032500"/>
                </a:lnTo>
                <a:lnTo>
                  <a:pt x="3645099" y="6070600"/>
                </a:lnTo>
                <a:lnTo>
                  <a:pt x="3557637" y="6121400"/>
                </a:lnTo>
                <a:lnTo>
                  <a:pt x="3513659" y="6134100"/>
                </a:lnTo>
                <a:lnTo>
                  <a:pt x="3291309" y="6261100"/>
                </a:lnTo>
                <a:lnTo>
                  <a:pt x="3246349" y="6273800"/>
                </a:lnTo>
                <a:lnTo>
                  <a:pt x="3155941" y="6324600"/>
                </a:lnTo>
                <a:lnTo>
                  <a:pt x="3110494" y="6337300"/>
                </a:lnTo>
                <a:lnTo>
                  <a:pt x="3019114" y="6388100"/>
                </a:lnTo>
                <a:lnTo>
                  <a:pt x="2973183" y="6400800"/>
                </a:lnTo>
                <a:lnTo>
                  <a:pt x="2927090" y="6426200"/>
                </a:lnTo>
                <a:lnTo>
                  <a:pt x="2880837" y="6438900"/>
                </a:lnTo>
                <a:lnTo>
                  <a:pt x="2834423" y="6464300"/>
                </a:lnTo>
                <a:lnTo>
                  <a:pt x="2741116" y="6489700"/>
                </a:lnTo>
                <a:lnTo>
                  <a:pt x="2694223" y="6515100"/>
                </a:lnTo>
                <a:lnTo>
                  <a:pt x="2599959" y="6540500"/>
                </a:lnTo>
                <a:lnTo>
                  <a:pt x="2552589" y="6565900"/>
                </a:lnTo>
                <a:lnTo>
                  <a:pt x="1824275" y="6756400"/>
                </a:lnTo>
                <a:lnTo>
                  <a:pt x="1774927" y="6756400"/>
                </a:lnTo>
                <a:lnTo>
                  <a:pt x="1676019" y="6781800"/>
                </a:lnTo>
                <a:lnTo>
                  <a:pt x="1626459" y="6781800"/>
                </a:lnTo>
                <a:lnTo>
                  <a:pt x="1576829" y="6794500"/>
                </a:lnTo>
                <a:lnTo>
                  <a:pt x="1527130" y="6794500"/>
                </a:lnTo>
                <a:lnTo>
                  <a:pt x="1477364" y="6807200"/>
                </a:lnTo>
                <a:lnTo>
                  <a:pt x="1427530" y="6807200"/>
                </a:lnTo>
                <a:lnTo>
                  <a:pt x="1377629" y="6819900"/>
                </a:lnTo>
                <a:lnTo>
                  <a:pt x="1327663" y="6819900"/>
                </a:lnTo>
                <a:lnTo>
                  <a:pt x="1277631" y="6832600"/>
                </a:lnTo>
                <a:lnTo>
                  <a:pt x="1178939" y="6832600"/>
                </a:lnTo>
                <a:lnTo>
                  <a:pt x="1129609" y="6845300"/>
                </a:lnTo>
                <a:lnTo>
                  <a:pt x="2126802" y="6845300"/>
                </a:lnTo>
                <a:lnTo>
                  <a:pt x="2273340" y="6807200"/>
                </a:lnTo>
                <a:lnTo>
                  <a:pt x="2322393" y="6781800"/>
                </a:lnTo>
                <a:lnTo>
                  <a:pt x="2565435" y="6718300"/>
                </a:lnTo>
                <a:lnTo>
                  <a:pt x="2613592" y="6692900"/>
                </a:lnTo>
                <a:lnTo>
                  <a:pt x="2757134" y="6654800"/>
                </a:lnTo>
                <a:lnTo>
                  <a:pt x="2804669" y="6629400"/>
                </a:lnTo>
                <a:lnTo>
                  <a:pt x="2852045" y="6616700"/>
                </a:lnTo>
                <a:lnTo>
                  <a:pt x="2899263" y="6591300"/>
                </a:lnTo>
                <a:lnTo>
                  <a:pt x="2946320" y="6578600"/>
                </a:lnTo>
                <a:lnTo>
                  <a:pt x="2993215" y="6553200"/>
                </a:lnTo>
                <a:lnTo>
                  <a:pt x="3039948" y="6540500"/>
                </a:lnTo>
                <a:lnTo>
                  <a:pt x="3086516" y="6515100"/>
                </a:lnTo>
                <a:lnTo>
                  <a:pt x="3132920" y="6502400"/>
                </a:lnTo>
                <a:lnTo>
                  <a:pt x="3225227" y="6451600"/>
                </a:lnTo>
                <a:lnTo>
                  <a:pt x="3271128" y="6438900"/>
                </a:lnTo>
                <a:lnTo>
                  <a:pt x="3453163" y="6337300"/>
                </a:lnTo>
                <a:lnTo>
                  <a:pt x="3498277" y="6324600"/>
                </a:lnTo>
                <a:lnTo>
                  <a:pt x="3763883" y="6172200"/>
                </a:lnTo>
                <a:lnTo>
                  <a:pt x="3850483" y="6121400"/>
                </a:lnTo>
                <a:lnTo>
                  <a:pt x="3893419" y="6083300"/>
                </a:lnTo>
                <a:lnTo>
                  <a:pt x="4062735" y="5981700"/>
                </a:lnTo>
                <a:lnTo>
                  <a:pt x="4104456" y="5943600"/>
                </a:lnTo>
                <a:lnTo>
                  <a:pt x="4187168" y="5892800"/>
                </a:lnTo>
                <a:lnTo>
                  <a:pt x="4228158" y="5854700"/>
                </a:lnTo>
                <a:lnTo>
                  <a:pt x="4309407" y="5803900"/>
                </a:lnTo>
                <a:lnTo>
                  <a:pt x="4349665" y="5765800"/>
                </a:lnTo>
                <a:lnTo>
                  <a:pt x="4389679" y="5740400"/>
                </a:lnTo>
                <a:lnTo>
                  <a:pt x="4429448" y="5702300"/>
                </a:lnTo>
                <a:lnTo>
                  <a:pt x="4468973" y="5676900"/>
                </a:lnTo>
                <a:lnTo>
                  <a:pt x="4547874" y="5600700"/>
                </a:lnTo>
                <a:lnTo>
                  <a:pt x="4587151" y="5575300"/>
                </a:lnTo>
                <a:lnTo>
                  <a:pt x="4664670" y="5499100"/>
                </a:lnTo>
                <a:lnTo>
                  <a:pt x="4702913" y="5461000"/>
                </a:lnTo>
                <a:lnTo>
                  <a:pt x="4740811" y="5435600"/>
                </a:lnTo>
                <a:lnTo>
                  <a:pt x="4815576" y="5359400"/>
                </a:lnTo>
                <a:lnTo>
                  <a:pt x="4888966" y="5283200"/>
                </a:lnTo>
                <a:lnTo>
                  <a:pt x="4925145" y="5245100"/>
                </a:lnTo>
                <a:lnTo>
                  <a:pt x="4960981" y="5219700"/>
                </a:lnTo>
                <a:lnTo>
                  <a:pt x="4996474" y="5181600"/>
                </a:lnTo>
                <a:lnTo>
                  <a:pt x="5031623" y="5143500"/>
                </a:lnTo>
                <a:lnTo>
                  <a:pt x="5066429" y="5105400"/>
                </a:lnTo>
                <a:lnTo>
                  <a:pt x="5100892" y="5067300"/>
                </a:lnTo>
                <a:lnTo>
                  <a:pt x="5135013" y="5029200"/>
                </a:lnTo>
                <a:lnTo>
                  <a:pt x="5168790" y="4978400"/>
                </a:lnTo>
                <a:lnTo>
                  <a:pt x="5202225" y="4940300"/>
                </a:lnTo>
                <a:lnTo>
                  <a:pt x="5235318" y="4902200"/>
                </a:lnTo>
                <a:lnTo>
                  <a:pt x="5268068" y="4864100"/>
                </a:lnTo>
                <a:lnTo>
                  <a:pt x="5300476" y="4826000"/>
                </a:lnTo>
                <a:lnTo>
                  <a:pt x="5332006" y="4787900"/>
                </a:lnTo>
                <a:lnTo>
                  <a:pt x="5363114" y="4749800"/>
                </a:lnTo>
                <a:lnTo>
                  <a:pt x="5393802" y="4699000"/>
                </a:lnTo>
                <a:lnTo>
                  <a:pt x="5424071" y="4660900"/>
                </a:lnTo>
                <a:lnTo>
                  <a:pt x="5453922" y="4622800"/>
                </a:lnTo>
                <a:lnTo>
                  <a:pt x="5483358" y="4584700"/>
                </a:lnTo>
                <a:lnTo>
                  <a:pt x="5512380" y="4533900"/>
                </a:lnTo>
                <a:lnTo>
                  <a:pt x="5540989" y="4495800"/>
                </a:lnTo>
                <a:lnTo>
                  <a:pt x="5569186" y="4457700"/>
                </a:lnTo>
                <a:lnTo>
                  <a:pt x="5596973" y="4406900"/>
                </a:lnTo>
                <a:lnTo>
                  <a:pt x="5624353" y="4368800"/>
                </a:lnTo>
                <a:lnTo>
                  <a:pt x="5651325" y="4330700"/>
                </a:lnTo>
                <a:lnTo>
                  <a:pt x="5677891" y="4279900"/>
                </a:lnTo>
                <a:lnTo>
                  <a:pt x="5704054" y="4241800"/>
                </a:lnTo>
                <a:lnTo>
                  <a:pt x="5729814" y="4191000"/>
                </a:lnTo>
                <a:lnTo>
                  <a:pt x="5755174" y="4152900"/>
                </a:lnTo>
                <a:lnTo>
                  <a:pt x="5780133" y="4114800"/>
                </a:lnTo>
                <a:lnTo>
                  <a:pt x="5804695" y="4064000"/>
                </a:lnTo>
                <a:lnTo>
                  <a:pt x="5828860" y="4025900"/>
                </a:lnTo>
                <a:lnTo>
                  <a:pt x="5852631" y="3975100"/>
                </a:lnTo>
                <a:lnTo>
                  <a:pt x="5876007" y="3924300"/>
                </a:lnTo>
                <a:lnTo>
                  <a:pt x="5898992" y="3886200"/>
                </a:lnTo>
                <a:lnTo>
                  <a:pt x="5921586" y="3835400"/>
                </a:lnTo>
                <a:lnTo>
                  <a:pt x="5943790" y="3797300"/>
                </a:lnTo>
                <a:lnTo>
                  <a:pt x="5965608" y="3746500"/>
                </a:lnTo>
                <a:lnTo>
                  <a:pt x="5987039" y="3695700"/>
                </a:lnTo>
                <a:lnTo>
                  <a:pt x="6008085" y="3657600"/>
                </a:lnTo>
                <a:lnTo>
                  <a:pt x="6028748" y="3606800"/>
                </a:lnTo>
                <a:lnTo>
                  <a:pt x="6048976" y="3556000"/>
                </a:lnTo>
                <a:lnTo>
                  <a:pt x="6068732" y="3517900"/>
                </a:lnTo>
                <a:lnTo>
                  <a:pt x="6088019" y="3467100"/>
                </a:lnTo>
                <a:lnTo>
                  <a:pt x="6106837" y="3416300"/>
                </a:lnTo>
                <a:lnTo>
                  <a:pt x="6125189" y="3378200"/>
                </a:lnTo>
                <a:lnTo>
                  <a:pt x="6143076" y="3327400"/>
                </a:lnTo>
                <a:lnTo>
                  <a:pt x="6160499" y="3276600"/>
                </a:lnTo>
                <a:lnTo>
                  <a:pt x="6177460" y="3225800"/>
                </a:lnTo>
                <a:lnTo>
                  <a:pt x="6193960" y="3187700"/>
                </a:lnTo>
                <a:lnTo>
                  <a:pt x="6210001" y="3136900"/>
                </a:lnTo>
                <a:lnTo>
                  <a:pt x="6225585" y="3086100"/>
                </a:lnTo>
                <a:lnTo>
                  <a:pt x="6240712" y="3035300"/>
                </a:lnTo>
                <a:lnTo>
                  <a:pt x="6255385" y="2984500"/>
                </a:lnTo>
                <a:lnTo>
                  <a:pt x="6269604" y="2933700"/>
                </a:lnTo>
                <a:lnTo>
                  <a:pt x="6283372" y="2895600"/>
                </a:lnTo>
                <a:lnTo>
                  <a:pt x="6296690" y="2844800"/>
                </a:lnTo>
                <a:lnTo>
                  <a:pt x="6309559" y="2794000"/>
                </a:lnTo>
                <a:lnTo>
                  <a:pt x="6321981" y="2743200"/>
                </a:lnTo>
                <a:lnTo>
                  <a:pt x="6333957" y="2692400"/>
                </a:lnTo>
                <a:lnTo>
                  <a:pt x="6345489" y="2641600"/>
                </a:lnTo>
                <a:lnTo>
                  <a:pt x="6356579" y="2590800"/>
                </a:lnTo>
                <a:lnTo>
                  <a:pt x="6367227" y="2540000"/>
                </a:lnTo>
                <a:lnTo>
                  <a:pt x="6377246" y="2501900"/>
                </a:lnTo>
                <a:lnTo>
                  <a:pt x="6386772" y="2451100"/>
                </a:lnTo>
                <a:lnTo>
                  <a:pt x="6395806" y="2400300"/>
                </a:lnTo>
                <a:lnTo>
                  <a:pt x="6404343" y="2349500"/>
                </a:lnTo>
                <a:lnTo>
                  <a:pt x="6412385" y="2298700"/>
                </a:lnTo>
                <a:lnTo>
                  <a:pt x="6419927" y="2247900"/>
                </a:lnTo>
                <a:lnTo>
                  <a:pt x="6426970" y="2197100"/>
                </a:lnTo>
                <a:lnTo>
                  <a:pt x="6433511" y="2159000"/>
                </a:lnTo>
                <a:lnTo>
                  <a:pt x="6439548" y="2108200"/>
                </a:lnTo>
                <a:lnTo>
                  <a:pt x="6445081" y="2057400"/>
                </a:lnTo>
                <a:lnTo>
                  <a:pt x="6450106" y="2006600"/>
                </a:lnTo>
                <a:lnTo>
                  <a:pt x="6454624" y="1955800"/>
                </a:lnTo>
                <a:lnTo>
                  <a:pt x="6458631" y="1905000"/>
                </a:lnTo>
                <a:lnTo>
                  <a:pt x="6460380" y="1879600"/>
                </a:lnTo>
                <a:close/>
              </a:path>
              <a:path w="6667500" h="6997700">
                <a:moveTo>
                  <a:pt x="6261753" y="0"/>
                </a:moveTo>
                <a:lnTo>
                  <a:pt x="0" y="0"/>
                </a:lnTo>
                <a:lnTo>
                  <a:pt x="0" y="6388100"/>
                </a:lnTo>
                <a:lnTo>
                  <a:pt x="361368" y="6388100"/>
                </a:lnTo>
                <a:lnTo>
                  <a:pt x="412401" y="6375400"/>
                </a:lnTo>
                <a:lnTo>
                  <a:pt x="564927" y="6375400"/>
                </a:lnTo>
                <a:lnTo>
                  <a:pt x="615581" y="6362700"/>
                </a:lnTo>
                <a:lnTo>
                  <a:pt x="716606" y="6362700"/>
                </a:lnTo>
                <a:lnTo>
                  <a:pt x="766980" y="6350000"/>
                </a:lnTo>
                <a:lnTo>
                  <a:pt x="817263" y="6350000"/>
                </a:lnTo>
                <a:lnTo>
                  <a:pt x="867453" y="6337300"/>
                </a:lnTo>
                <a:lnTo>
                  <a:pt x="917553" y="6337300"/>
                </a:lnTo>
                <a:lnTo>
                  <a:pt x="967563" y="6324600"/>
                </a:lnTo>
                <a:lnTo>
                  <a:pt x="1017483" y="6324600"/>
                </a:lnTo>
                <a:lnTo>
                  <a:pt x="1117057" y="6299200"/>
                </a:lnTo>
                <a:lnTo>
                  <a:pt x="1166711" y="6299200"/>
                </a:lnTo>
                <a:lnTo>
                  <a:pt x="1364460" y="6248400"/>
                </a:lnTo>
                <a:lnTo>
                  <a:pt x="1413683" y="6248400"/>
                </a:lnTo>
                <a:lnTo>
                  <a:pt x="1755904" y="6159500"/>
                </a:lnTo>
                <a:lnTo>
                  <a:pt x="1804465" y="6134100"/>
                </a:lnTo>
                <a:lnTo>
                  <a:pt x="1997915" y="6083300"/>
                </a:lnTo>
                <a:lnTo>
                  <a:pt x="2046081" y="6057900"/>
                </a:lnTo>
                <a:lnTo>
                  <a:pt x="2142182" y="6032500"/>
                </a:lnTo>
                <a:lnTo>
                  <a:pt x="2190117" y="6007100"/>
                </a:lnTo>
                <a:lnTo>
                  <a:pt x="2237977" y="5994400"/>
                </a:lnTo>
                <a:lnTo>
                  <a:pt x="2285762" y="5969000"/>
                </a:lnTo>
                <a:lnTo>
                  <a:pt x="2333472" y="5956300"/>
                </a:lnTo>
                <a:lnTo>
                  <a:pt x="2381108" y="5930900"/>
                </a:lnTo>
                <a:lnTo>
                  <a:pt x="2428671" y="5918200"/>
                </a:lnTo>
                <a:lnTo>
                  <a:pt x="2476161" y="5892800"/>
                </a:lnTo>
                <a:lnTo>
                  <a:pt x="2523435" y="5880100"/>
                </a:lnTo>
                <a:lnTo>
                  <a:pt x="2617369" y="5829300"/>
                </a:lnTo>
                <a:lnTo>
                  <a:pt x="2664031" y="5816600"/>
                </a:lnTo>
                <a:lnTo>
                  <a:pt x="2802796" y="5740400"/>
                </a:lnTo>
                <a:lnTo>
                  <a:pt x="2848645" y="5727700"/>
                </a:lnTo>
                <a:lnTo>
                  <a:pt x="3163933" y="5549900"/>
                </a:lnTo>
                <a:lnTo>
                  <a:pt x="3469384" y="5372100"/>
                </a:lnTo>
                <a:lnTo>
                  <a:pt x="3512222" y="5346700"/>
                </a:lnTo>
                <a:lnTo>
                  <a:pt x="3554861" y="5308600"/>
                </a:lnTo>
                <a:lnTo>
                  <a:pt x="3681588" y="5232400"/>
                </a:lnTo>
                <a:lnTo>
                  <a:pt x="3723435" y="5194300"/>
                </a:lnTo>
                <a:lnTo>
                  <a:pt x="3806536" y="5143500"/>
                </a:lnTo>
                <a:lnTo>
                  <a:pt x="3847790" y="5105400"/>
                </a:lnTo>
                <a:lnTo>
                  <a:pt x="3929710" y="5054600"/>
                </a:lnTo>
                <a:lnTo>
                  <a:pt x="3970375" y="5016500"/>
                </a:lnTo>
                <a:lnTo>
                  <a:pt x="4010844" y="4991100"/>
                </a:lnTo>
                <a:lnTo>
                  <a:pt x="4051117" y="4953000"/>
                </a:lnTo>
                <a:lnTo>
                  <a:pt x="4091195" y="4927600"/>
                </a:lnTo>
                <a:lnTo>
                  <a:pt x="4130324" y="4889500"/>
                </a:lnTo>
                <a:lnTo>
                  <a:pt x="4169198" y="4864100"/>
                </a:lnTo>
                <a:lnTo>
                  <a:pt x="4246187" y="4787900"/>
                </a:lnTo>
                <a:lnTo>
                  <a:pt x="4284304" y="4762500"/>
                </a:lnTo>
                <a:lnTo>
                  <a:pt x="4322168" y="4724400"/>
                </a:lnTo>
                <a:lnTo>
                  <a:pt x="4359782" y="4699000"/>
                </a:lnTo>
                <a:lnTo>
                  <a:pt x="4434259" y="4622800"/>
                </a:lnTo>
                <a:lnTo>
                  <a:pt x="4471124" y="4597400"/>
                </a:lnTo>
                <a:lnTo>
                  <a:pt x="4544109" y="4521200"/>
                </a:lnTo>
                <a:lnTo>
                  <a:pt x="4580231" y="4483100"/>
                </a:lnTo>
                <a:lnTo>
                  <a:pt x="4616106" y="4457700"/>
                </a:lnTo>
                <a:lnTo>
                  <a:pt x="4687119" y="4381500"/>
                </a:lnTo>
                <a:lnTo>
                  <a:pt x="4757153" y="4305300"/>
                </a:lnTo>
                <a:lnTo>
                  <a:pt x="4791805" y="4279900"/>
                </a:lnTo>
                <a:lnTo>
                  <a:pt x="4860381" y="4203700"/>
                </a:lnTo>
                <a:lnTo>
                  <a:pt x="4927990" y="4127500"/>
                </a:lnTo>
                <a:lnTo>
                  <a:pt x="4994639" y="4051300"/>
                </a:lnTo>
                <a:lnTo>
                  <a:pt x="5060332" y="3975100"/>
                </a:lnTo>
                <a:lnTo>
                  <a:pt x="5125073" y="3898900"/>
                </a:lnTo>
                <a:lnTo>
                  <a:pt x="5220798" y="3784600"/>
                </a:lnTo>
                <a:lnTo>
                  <a:pt x="5252406" y="3746500"/>
                </a:lnTo>
                <a:lnTo>
                  <a:pt x="5283693" y="3695700"/>
                </a:lnTo>
                <a:lnTo>
                  <a:pt x="5314661" y="3657600"/>
                </a:lnTo>
                <a:lnTo>
                  <a:pt x="5345310" y="3619500"/>
                </a:lnTo>
                <a:lnTo>
                  <a:pt x="5375643" y="3581400"/>
                </a:lnTo>
                <a:lnTo>
                  <a:pt x="5405660" y="3543300"/>
                </a:lnTo>
                <a:lnTo>
                  <a:pt x="5435363" y="3492500"/>
                </a:lnTo>
                <a:lnTo>
                  <a:pt x="5464752" y="3454400"/>
                </a:lnTo>
                <a:lnTo>
                  <a:pt x="5493831" y="3416300"/>
                </a:lnTo>
                <a:lnTo>
                  <a:pt x="5522599" y="3365500"/>
                </a:lnTo>
                <a:lnTo>
                  <a:pt x="5551057" y="3327400"/>
                </a:lnTo>
                <a:lnTo>
                  <a:pt x="5579209" y="3289300"/>
                </a:lnTo>
                <a:lnTo>
                  <a:pt x="5607053" y="3238500"/>
                </a:lnTo>
                <a:lnTo>
                  <a:pt x="5634593" y="3200400"/>
                </a:lnTo>
                <a:lnTo>
                  <a:pt x="5661829" y="3162300"/>
                </a:lnTo>
                <a:lnTo>
                  <a:pt x="5688763" y="3111500"/>
                </a:lnTo>
                <a:lnTo>
                  <a:pt x="5715395" y="3073400"/>
                </a:lnTo>
                <a:lnTo>
                  <a:pt x="5741727" y="3022600"/>
                </a:lnTo>
                <a:lnTo>
                  <a:pt x="5767761" y="2984500"/>
                </a:lnTo>
                <a:lnTo>
                  <a:pt x="5793498" y="2946400"/>
                </a:lnTo>
                <a:lnTo>
                  <a:pt x="5818939" y="2895600"/>
                </a:lnTo>
                <a:lnTo>
                  <a:pt x="5844085" y="2857500"/>
                </a:lnTo>
                <a:lnTo>
                  <a:pt x="5868938" y="2806700"/>
                </a:lnTo>
                <a:lnTo>
                  <a:pt x="5893499" y="2768600"/>
                </a:lnTo>
                <a:lnTo>
                  <a:pt x="5917769" y="2717800"/>
                </a:lnTo>
                <a:lnTo>
                  <a:pt x="5941750" y="2667000"/>
                </a:lnTo>
                <a:lnTo>
                  <a:pt x="5965443" y="2628900"/>
                </a:lnTo>
                <a:lnTo>
                  <a:pt x="5988849" y="2578100"/>
                </a:lnTo>
                <a:lnTo>
                  <a:pt x="6011550" y="2540000"/>
                </a:lnTo>
                <a:lnTo>
                  <a:pt x="6033866" y="2489200"/>
                </a:lnTo>
                <a:lnTo>
                  <a:pt x="6055797" y="2451100"/>
                </a:lnTo>
                <a:lnTo>
                  <a:pt x="6077344" y="2400300"/>
                </a:lnTo>
                <a:lnTo>
                  <a:pt x="6098507" y="2362200"/>
                </a:lnTo>
                <a:lnTo>
                  <a:pt x="6119289" y="2311400"/>
                </a:lnTo>
                <a:lnTo>
                  <a:pt x="6139690" y="2260600"/>
                </a:lnTo>
                <a:lnTo>
                  <a:pt x="6159712" y="2222500"/>
                </a:lnTo>
                <a:lnTo>
                  <a:pt x="6179354" y="2171700"/>
                </a:lnTo>
                <a:lnTo>
                  <a:pt x="6198618" y="2120900"/>
                </a:lnTo>
                <a:lnTo>
                  <a:pt x="6217504" y="2082800"/>
                </a:lnTo>
                <a:lnTo>
                  <a:pt x="6236015" y="2032000"/>
                </a:lnTo>
                <a:lnTo>
                  <a:pt x="6254151" y="1981200"/>
                </a:lnTo>
                <a:lnTo>
                  <a:pt x="6271912" y="1943100"/>
                </a:lnTo>
                <a:lnTo>
                  <a:pt x="6275532" y="1930400"/>
                </a:lnTo>
                <a:lnTo>
                  <a:pt x="6280086" y="1917700"/>
                </a:lnTo>
                <a:lnTo>
                  <a:pt x="6294079" y="1879600"/>
                </a:lnTo>
                <a:lnTo>
                  <a:pt x="6460380" y="1879600"/>
                </a:lnTo>
                <a:lnTo>
                  <a:pt x="6462128" y="1854200"/>
                </a:lnTo>
                <a:lnTo>
                  <a:pt x="6465110" y="1803400"/>
                </a:lnTo>
                <a:lnTo>
                  <a:pt x="6467578" y="1765300"/>
                </a:lnTo>
                <a:lnTo>
                  <a:pt x="6469530" y="1714500"/>
                </a:lnTo>
                <a:lnTo>
                  <a:pt x="6470963" y="1663700"/>
                </a:lnTo>
                <a:lnTo>
                  <a:pt x="6471877" y="1612900"/>
                </a:lnTo>
                <a:lnTo>
                  <a:pt x="6472269" y="1562100"/>
                </a:lnTo>
                <a:lnTo>
                  <a:pt x="6472138" y="1511300"/>
                </a:lnTo>
                <a:lnTo>
                  <a:pt x="6471482" y="1460500"/>
                </a:lnTo>
                <a:lnTo>
                  <a:pt x="6470300" y="1409700"/>
                </a:lnTo>
                <a:lnTo>
                  <a:pt x="6470612" y="1371600"/>
                </a:lnTo>
                <a:lnTo>
                  <a:pt x="6474457" y="1333500"/>
                </a:lnTo>
                <a:lnTo>
                  <a:pt x="6481210" y="1282700"/>
                </a:lnTo>
                <a:lnTo>
                  <a:pt x="6490250" y="1244600"/>
                </a:lnTo>
                <a:lnTo>
                  <a:pt x="6502125" y="1193800"/>
                </a:lnTo>
                <a:lnTo>
                  <a:pt x="6513667" y="1155700"/>
                </a:lnTo>
                <a:lnTo>
                  <a:pt x="6524868" y="1104900"/>
                </a:lnTo>
                <a:lnTo>
                  <a:pt x="6535718" y="1054100"/>
                </a:lnTo>
                <a:lnTo>
                  <a:pt x="6546209" y="1003300"/>
                </a:lnTo>
                <a:lnTo>
                  <a:pt x="6556332" y="952500"/>
                </a:lnTo>
                <a:lnTo>
                  <a:pt x="6566079" y="901700"/>
                </a:lnTo>
                <a:lnTo>
                  <a:pt x="6575440" y="863600"/>
                </a:lnTo>
                <a:lnTo>
                  <a:pt x="6584407" y="812800"/>
                </a:lnTo>
                <a:lnTo>
                  <a:pt x="6592972" y="762000"/>
                </a:lnTo>
                <a:lnTo>
                  <a:pt x="6595010" y="749300"/>
                </a:lnTo>
                <a:lnTo>
                  <a:pt x="6442593" y="749300"/>
                </a:lnTo>
                <a:lnTo>
                  <a:pt x="6435943" y="736600"/>
                </a:lnTo>
                <a:lnTo>
                  <a:pt x="6420426" y="736600"/>
                </a:lnTo>
                <a:lnTo>
                  <a:pt x="6413704" y="685800"/>
                </a:lnTo>
                <a:lnTo>
                  <a:pt x="6406403" y="635000"/>
                </a:lnTo>
                <a:lnTo>
                  <a:pt x="6398535" y="584200"/>
                </a:lnTo>
                <a:lnTo>
                  <a:pt x="6390111" y="533400"/>
                </a:lnTo>
                <a:lnTo>
                  <a:pt x="6381143" y="495300"/>
                </a:lnTo>
                <a:lnTo>
                  <a:pt x="6371643" y="444500"/>
                </a:lnTo>
                <a:lnTo>
                  <a:pt x="6361623" y="393700"/>
                </a:lnTo>
                <a:lnTo>
                  <a:pt x="6351094" y="342900"/>
                </a:lnTo>
                <a:lnTo>
                  <a:pt x="6340069" y="292100"/>
                </a:lnTo>
                <a:lnTo>
                  <a:pt x="6328559" y="241300"/>
                </a:lnTo>
                <a:lnTo>
                  <a:pt x="6316577" y="203200"/>
                </a:lnTo>
                <a:lnTo>
                  <a:pt x="6304133" y="152400"/>
                </a:lnTo>
                <a:lnTo>
                  <a:pt x="6291240" y="101600"/>
                </a:lnTo>
                <a:lnTo>
                  <a:pt x="6277910" y="50800"/>
                </a:lnTo>
                <a:lnTo>
                  <a:pt x="6264154" y="12700"/>
                </a:lnTo>
                <a:lnTo>
                  <a:pt x="6261753" y="0"/>
                </a:lnTo>
                <a:close/>
              </a:path>
              <a:path w="6667500" h="6997700">
                <a:moveTo>
                  <a:pt x="6667342" y="0"/>
                </a:moveTo>
                <a:lnTo>
                  <a:pt x="6517663" y="0"/>
                </a:lnTo>
                <a:lnTo>
                  <a:pt x="6515723" y="50800"/>
                </a:lnTo>
                <a:lnTo>
                  <a:pt x="6513388" y="101600"/>
                </a:lnTo>
                <a:lnTo>
                  <a:pt x="6510551" y="152400"/>
                </a:lnTo>
                <a:lnTo>
                  <a:pt x="6507204" y="203200"/>
                </a:lnTo>
                <a:lnTo>
                  <a:pt x="6503337" y="254000"/>
                </a:lnTo>
                <a:lnTo>
                  <a:pt x="6498942" y="304800"/>
                </a:lnTo>
                <a:lnTo>
                  <a:pt x="6494008" y="342900"/>
                </a:lnTo>
                <a:lnTo>
                  <a:pt x="6488528" y="393700"/>
                </a:lnTo>
                <a:lnTo>
                  <a:pt x="6482492" y="444500"/>
                </a:lnTo>
                <a:lnTo>
                  <a:pt x="6476227" y="495300"/>
                </a:lnTo>
                <a:lnTo>
                  <a:pt x="6469685" y="546100"/>
                </a:lnTo>
                <a:lnTo>
                  <a:pt x="6462958" y="596900"/>
                </a:lnTo>
                <a:lnTo>
                  <a:pt x="6449319" y="698500"/>
                </a:lnTo>
                <a:lnTo>
                  <a:pt x="6442593" y="749300"/>
                </a:lnTo>
                <a:lnTo>
                  <a:pt x="6595010" y="749300"/>
                </a:lnTo>
                <a:lnTo>
                  <a:pt x="6601125" y="711200"/>
                </a:lnTo>
                <a:lnTo>
                  <a:pt x="6608858" y="660400"/>
                </a:lnTo>
                <a:lnTo>
                  <a:pt x="6616162" y="609600"/>
                </a:lnTo>
                <a:lnTo>
                  <a:pt x="6623029" y="558800"/>
                </a:lnTo>
                <a:lnTo>
                  <a:pt x="6629449" y="508000"/>
                </a:lnTo>
                <a:lnTo>
                  <a:pt x="6635414" y="457200"/>
                </a:lnTo>
                <a:lnTo>
                  <a:pt x="6640916" y="419100"/>
                </a:lnTo>
                <a:lnTo>
                  <a:pt x="6645945" y="368300"/>
                </a:lnTo>
                <a:lnTo>
                  <a:pt x="6650492" y="317500"/>
                </a:lnTo>
                <a:lnTo>
                  <a:pt x="6654550" y="266700"/>
                </a:lnTo>
                <a:lnTo>
                  <a:pt x="6658109" y="215900"/>
                </a:lnTo>
                <a:lnTo>
                  <a:pt x="6661160" y="165100"/>
                </a:lnTo>
                <a:lnTo>
                  <a:pt x="6663696" y="114300"/>
                </a:lnTo>
                <a:lnTo>
                  <a:pt x="6665706" y="63500"/>
                </a:lnTo>
                <a:lnTo>
                  <a:pt x="6667183" y="12700"/>
                </a:lnTo>
                <a:lnTo>
                  <a:pt x="6667342" y="0"/>
                </a:lnTo>
                <a:close/>
              </a:path>
            </a:pathLst>
          </a:custGeom>
          <a:solidFill>
            <a:srgbClr val="F5F6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60171" rIns="0" bIns="0" rtlCol="0" vert="horz">
            <a:spAutoFit/>
          </a:bodyPr>
          <a:lstStyle/>
          <a:p>
            <a:pPr marL="1689100">
              <a:lnSpc>
                <a:spcPct val="100000"/>
              </a:lnSpc>
              <a:spcBef>
                <a:spcPts val="100"/>
              </a:spcBef>
            </a:pPr>
            <a:r>
              <a:rPr dirty="0" sz="3200" spc="250"/>
              <a:t>RESULTS</a:t>
            </a:r>
            <a:r>
              <a:rPr dirty="0" sz="3200" spc="170"/>
              <a:t> </a:t>
            </a:r>
            <a:r>
              <a:rPr dirty="0" sz="3200"/>
              <a:t>—</a:t>
            </a:r>
            <a:r>
              <a:rPr dirty="0" sz="3200" spc="180"/>
              <a:t> </a:t>
            </a:r>
            <a:r>
              <a:rPr dirty="0" sz="3200" spc="254"/>
              <a:t>CANCEL</a:t>
            </a:r>
            <a:r>
              <a:rPr dirty="0" sz="3200" spc="155"/>
              <a:t> </a:t>
            </a:r>
            <a:r>
              <a:rPr dirty="0" sz="3200" spc="345"/>
              <a:t>G</a:t>
            </a:r>
            <a:r>
              <a:rPr dirty="0" sz="3200" spc="190"/>
              <a:t> </a:t>
            </a:r>
            <a:r>
              <a:rPr dirty="0" sz="3200" spc="280"/>
              <a:t>EXIT</a:t>
            </a:r>
            <a:endParaRPr sz="3200"/>
          </a:p>
        </p:txBody>
      </p:sp>
      <p:pic>
        <p:nvPicPr>
          <p:cNvPr id="4" name="object 4" descr="cancel_time_selection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2919" y="2880741"/>
            <a:ext cx="8366759" cy="4342637"/>
          </a:xfrm>
          <a:prstGeom prst="rect">
            <a:avLst/>
          </a:prstGeom>
        </p:spPr>
      </p:pic>
      <p:pic>
        <p:nvPicPr>
          <p:cNvPr id="5" name="object 5" descr="cancel_and_exit_success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18319" y="2880741"/>
            <a:ext cx="8366760" cy="434263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91972" y="7367778"/>
            <a:ext cx="6066155" cy="16916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531110">
              <a:lnSpc>
                <a:spcPct val="100000"/>
              </a:lnSpc>
              <a:spcBef>
                <a:spcPts val="95"/>
              </a:spcBef>
            </a:pPr>
            <a:r>
              <a:rPr dirty="0" sz="2800" spc="-20">
                <a:latin typeface="Arial Black"/>
                <a:cs typeface="Arial Black"/>
              </a:rPr>
              <a:t>CANCEL</a:t>
            </a:r>
            <a:r>
              <a:rPr dirty="0" sz="2800" spc="-175">
                <a:latin typeface="Arial Black"/>
                <a:cs typeface="Arial Black"/>
              </a:rPr>
              <a:t> </a:t>
            </a:r>
            <a:r>
              <a:rPr dirty="0" sz="2800" spc="-20">
                <a:latin typeface="Arial Black"/>
                <a:cs typeface="Arial Black"/>
              </a:rPr>
              <a:t>TIME</a:t>
            </a:r>
            <a:endParaRPr sz="2800">
              <a:latin typeface="Arial Black"/>
              <a:cs typeface="Arial Black"/>
            </a:endParaRPr>
          </a:p>
          <a:p>
            <a:pPr marL="191770" indent="-179070">
              <a:lnSpc>
                <a:spcPct val="100000"/>
              </a:lnSpc>
              <a:spcBef>
                <a:spcPts val="125"/>
              </a:spcBef>
              <a:buChar char="•"/>
              <a:tabLst>
                <a:tab pos="191770" algn="l"/>
              </a:tabLst>
            </a:pPr>
            <a:r>
              <a:rPr dirty="0" sz="2400">
                <a:latin typeface="Roboto"/>
                <a:cs typeface="Roboto"/>
              </a:rPr>
              <a:t>User</a:t>
            </a:r>
            <a:r>
              <a:rPr dirty="0" sz="2400" spc="-100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selects</a:t>
            </a:r>
            <a:r>
              <a:rPr dirty="0" sz="2400" spc="-80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Cancel</a:t>
            </a:r>
            <a:r>
              <a:rPr dirty="0" sz="2400" spc="-95">
                <a:latin typeface="Roboto"/>
                <a:cs typeface="Roboto"/>
              </a:rPr>
              <a:t> </a:t>
            </a:r>
            <a:r>
              <a:rPr dirty="0" sz="2400" spc="-10">
                <a:latin typeface="Roboto"/>
                <a:cs typeface="Roboto"/>
              </a:rPr>
              <a:t>Time.</a:t>
            </a:r>
            <a:endParaRPr sz="2400">
              <a:latin typeface="Roboto"/>
              <a:cs typeface="Roboto"/>
            </a:endParaRPr>
          </a:p>
          <a:p>
            <a:pPr marL="191770" indent="-179070">
              <a:lnSpc>
                <a:spcPct val="100000"/>
              </a:lnSpc>
              <a:spcBef>
                <a:spcPts val="500"/>
              </a:spcBef>
              <a:buChar char="•"/>
              <a:tabLst>
                <a:tab pos="191770" algn="l"/>
              </a:tabLst>
            </a:pPr>
            <a:r>
              <a:rPr dirty="0" sz="2400">
                <a:latin typeface="Roboto"/>
                <a:cs typeface="Roboto"/>
              </a:rPr>
              <a:t>Active</a:t>
            </a:r>
            <a:r>
              <a:rPr dirty="0" sz="2400" spc="-70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alarm</a:t>
            </a:r>
            <a:r>
              <a:rPr dirty="0" sz="2400" spc="-95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is</a:t>
            </a:r>
            <a:r>
              <a:rPr dirty="0" sz="2400" spc="-75">
                <a:latin typeface="Roboto"/>
                <a:cs typeface="Roboto"/>
              </a:rPr>
              <a:t> </a:t>
            </a:r>
            <a:r>
              <a:rPr dirty="0" sz="2400" spc="-10">
                <a:latin typeface="Roboto"/>
                <a:cs typeface="Roboto"/>
              </a:rPr>
              <a:t>cancelled.</a:t>
            </a:r>
            <a:endParaRPr sz="2400">
              <a:latin typeface="Roboto"/>
              <a:cs typeface="Roboto"/>
            </a:endParaRPr>
          </a:p>
          <a:p>
            <a:pPr marL="191770" indent="-179070">
              <a:lnSpc>
                <a:spcPct val="100000"/>
              </a:lnSpc>
              <a:spcBef>
                <a:spcPts val="495"/>
              </a:spcBef>
              <a:buChar char="•"/>
              <a:tabLst>
                <a:tab pos="191770" algn="l"/>
              </a:tabLst>
            </a:pPr>
            <a:r>
              <a:rPr dirty="0" sz="2400">
                <a:latin typeface="Roboto"/>
                <a:cs typeface="Roboto"/>
              </a:rPr>
              <a:t>"Time</a:t>
            </a:r>
            <a:r>
              <a:rPr dirty="0" sz="2400" spc="-100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cancelled</a:t>
            </a:r>
            <a:r>
              <a:rPr dirty="0" sz="2400" spc="-100">
                <a:latin typeface="Roboto"/>
                <a:cs typeface="Roboto"/>
              </a:rPr>
              <a:t> </a:t>
            </a:r>
            <a:r>
              <a:rPr dirty="0" sz="2400" spc="-20">
                <a:latin typeface="Roboto"/>
                <a:cs typeface="Roboto"/>
              </a:rPr>
              <a:t>successfully."</a:t>
            </a:r>
            <a:r>
              <a:rPr dirty="0" sz="2400" spc="-80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is</a:t>
            </a:r>
            <a:r>
              <a:rPr dirty="0" sz="2400" spc="-90">
                <a:latin typeface="Roboto"/>
                <a:cs typeface="Roboto"/>
              </a:rPr>
              <a:t> </a:t>
            </a:r>
            <a:r>
              <a:rPr dirty="0" sz="2400" spc="-10">
                <a:latin typeface="Roboto"/>
                <a:cs typeface="Roboto"/>
              </a:rPr>
              <a:t>displayed.</a:t>
            </a:r>
            <a:endParaRPr sz="24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109193" y="7367778"/>
            <a:ext cx="94615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20">
                <a:latin typeface="Arial Black"/>
                <a:cs typeface="Arial Black"/>
              </a:rPr>
              <a:t>EXIT</a:t>
            </a:r>
            <a:endParaRPr sz="2800">
              <a:latin typeface="Arial Black"/>
              <a:cs typeface="Arial Black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037191" y="7797545"/>
            <a:ext cx="5095875" cy="1313180"/>
          </a:xfrm>
          <a:prstGeom prst="rect">
            <a:avLst/>
          </a:prstGeom>
        </p:spPr>
        <p:txBody>
          <a:bodyPr wrap="square" lIns="0" tIns="76200" rIns="0" bIns="0" rtlCol="0" vert="horz">
            <a:spAutoFit/>
          </a:bodyPr>
          <a:lstStyle/>
          <a:p>
            <a:pPr marL="191770" indent="-179070">
              <a:lnSpc>
                <a:spcPct val="100000"/>
              </a:lnSpc>
              <a:spcBef>
                <a:spcPts val="600"/>
              </a:spcBef>
              <a:buChar char="•"/>
              <a:tabLst>
                <a:tab pos="191770" algn="l"/>
              </a:tabLst>
            </a:pPr>
            <a:r>
              <a:rPr dirty="0" sz="2400">
                <a:latin typeface="Roboto"/>
                <a:cs typeface="Roboto"/>
              </a:rPr>
              <a:t>User</a:t>
            </a:r>
            <a:r>
              <a:rPr dirty="0" sz="2400" spc="-100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selects</a:t>
            </a:r>
            <a:r>
              <a:rPr dirty="0" sz="2400" spc="-85">
                <a:latin typeface="Roboto"/>
                <a:cs typeface="Roboto"/>
              </a:rPr>
              <a:t> </a:t>
            </a:r>
            <a:r>
              <a:rPr dirty="0" sz="2400" spc="-20">
                <a:latin typeface="Roboto"/>
                <a:cs typeface="Roboto"/>
              </a:rPr>
              <a:t>Exit.</a:t>
            </a:r>
            <a:endParaRPr sz="2400">
              <a:latin typeface="Roboto"/>
              <a:cs typeface="Roboto"/>
            </a:endParaRPr>
          </a:p>
          <a:p>
            <a:pPr marL="191770" indent="-179070">
              <a:lnSpc>
                <a:spcPct val="100000"/>
              </a:lnSpc>
              <a:spcBef>
                <a:spcPts val="505"/>
              </a:spcBef>
              <a:buChar char="•"/>
              <a:tabLst>
                <a:tab pos="191770" algn="l"/>
              </a:tabLst>
            </a:pPr>
            <a:r>
              <a:rPr dirty="0" sz="2400">
                <a:latin typeface="Roboto"/>
                <a:cs typeface="Roboto"/>
              </a:rPr>
              <a:t>Alarm</a:t>
            </a:r>
            <a:r>
              <a:rPr dirty="0" sz="2400" spc="-75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Clock</a:t>
            </a:r>
            <a:r>
              <a:rPr dirty="0" sz="2400" spc="-70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resources</a:t>
            </a:r>
            <a:r>
              <a:rPr dirty="0" sz="2400" spc="-55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are</a:t>
            </a:r>
            <a:r>
              <a:rPr dirty="0" sz="2400" spc="-65">
                <a:latin typeface="Roboto"/>
                <a:cs typeface="Roboto"/>
              </a:rPr>
              <a:t> </a:t>
            </a:r>
            <a:r>
              <a:rPr dirty="0" sz="2400" spc="-10">
                <a:latin typeface="Roboto"/>
                <a:cs typeface="Roboto"/>
              </a:rPr>
              <a:t>released.</a:t>
            </a:r>
            <a:endParaRPr sz="2400">
              <a:latin typeface="Roboto"/>
              <a:cs typeface="Roboto"/>
            </a:endParaRPr>
          </a:p>
          <a:p>
            <a:pPr marL="191770" indent="-179070">
              <a:lnSpc>
                <a:spcPct val="100000"/>
              </a:lnSpc>
              <a:spcBef>
                <a:spcPts val="495"/>
              </a:spcBef>
              <a:buChar char="•"/>
              <a:tabLst>
                <a:tab pos="191770" algn="l"/>
              </a:tabLst>
            </a:pPr>
            <a:r>
              <a:rPr dirty="0" sz="2400">
                <a:latin typeface="Roboto"/>
                <a:cs typeface="Roboto"/>
              </a:rPr>
              <a:t>Program</a:t>
            </a:r>
            <a:r>
              <a:rPr dirty="0" sz="2400" spc="-110">
                <a:latin typeface="Roboto"/>
                <a:cs typeface="Roboto"/>
              </a:rPr>
              <a:t> </a:t>
            </a:r>
            <a:r>
              <a:rPr dirty="0" sz="2400" spc="-10">
                <a:latin typeface="Roboto"/>
                <a:cs typeface="Roboto"/>
              </a:rPr>
              <a:t>terminates</a:t>
            </a:r>
            <a:r>
              <a:rPr dirty="0" sz="2400" spc="-105">
                <a:latin typeface="Roboto"/>
                <a:cs typeface="Roboto"/>
              </a:rPr>
              <a:t> </a:t>
            </a:r>
            <a:r>
              <a:rPr dirty="0" sz="2400" spc="-10">
                <a:latin typeface="Roboto"/>
                <a:cs typeface="Roboto"/>
              </a:rPr>
              <a:t>normally.</a:t>
            </a:r>
            <a:endParaRPr sz="2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400" spc="245"/>
              <a:t>HARDWARE</a:t>
            </a:r>
            <a:r>
              <a:rPr dirty="0" sz="3400" spc="250"/>
              <a:t> </a:t>
            </a:r>
            <a:r>
              <a:rPr dirty="0" sz="3400" spc="340"/>
              <a:t>G</a:t>
            </a:r>
            <a:r>
              <a:rPr dirty="0" sz="3400" spc="204"/>
              <a:t> SOFTWARE</a:t>
            </a:r>
            <a:endParaRPr sz="3400"/>
          </a:p>
        </p:txBody>
      </p:sp>
      <p:sp>
        <p:nvSpPr>
          <p:cNvPr id="4" name="object 4"/>
          <p:cNvSpPr txBox="1"/>
          <p:nvPr/>
        </p:nvSpPr>
        <p:spPr>
          <a:xfrm>
            <a:off x="3234689" y="3115132"/>
            <a:ext cx="39433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25">
                <a:latin typeface="Arial Black"/>
                <a:cs typeface="Arial Black"/>
              </a:rPr>
              <a:t>01</a:t>
            </a:r>
            <a:endParaRPr sz="2200">
              <a:latin typeface="Arial Black"/>
              <a:cs typeface="Arial Blac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25417" y="3046386"/>
            <a:ext cx="2315845" cy="1682114"/>
          </a:xfrm>
          <a:prstGeom prst="rect">
            <a:avLst/>
          </a:prstGeom>
        </p:spPr>
        <p:txBody>
          <a:bodyPr wrap="square" lIns="0" tIns="78740" rIns="0" bIns="0" rtlCol="0" vert="horz">
            <a:spAutoFit/>
          </a:bodyPr>
          <a:lstStyle/>
          <a:p>
            <a:pPr marL="116205">
              <a:lnSpc>
                <a:spcPct val="100000"/>
              </a:lnSpc>
              <a:spcBef>
                <a:spcPts val="620"/>
              </a:spcBef>
            </a:pPr>
            <a:r>
              <a:rPr dirty="0" sz="2400" spc="-10">
                <a:latin typeface="Arial Black"/>
                <a:cs typeface="Arial Black"/>
              </a:rPr>
              <a:t>HARDWARE</a:t>
            </a:r>
            <a:endParaRPr sz="2400">
              <a:latin typeface="Arial Black"/>
              <a:cs typeface="Arial Black"/>
            </a:endParaRPr>
          </a:p>
          <a:p>
            <a:pPr marL="161290" indent="-148590">
              <a:lnSpc>
                <a:spcPct val="100000"/>
              </a:lnSpc>
              <a:spcBef>
                <a:spcPts val="434"/>
              </a:spcBef>
              <a:buChar char="•"/>
              <a:tabLst>
                <a:tab pos="161290" algn="l"/>
              </a:tabLst>
            </a:pPr>
            <a:r>
              <a:rPr dirty="0" sz="2000">
                <a:latin typeface="Roboto"/>
                <a:cs typeface="Roboto"/>
              </a:rPr>
              <a:t>Computer</a:t>
            </a:r>
            <a:r>
              <a:rPr dirty="0" sz="2000" spc="-30">
                <a:latin typeface="Roboto"/>
                <a:cs typeface="Roboto"/>
              </a:rPr>
              <a:t> </a:t>
            </a:r>
            <a:r>
              <a:rPr dirty="0" sz="2000">
                <a:latin typeface="Roboto"/>
                <a:cs typeface="Roboto"/>
              </a:rPr>
              <a:t>/</a:t>
            </a:r>
            <a:r>
              <a:rPr dirty="0" sz="2000" spc="-55">
                <a:latin typeface="Roboto"/>
                <a:cs typeface="Roboto"/>
              </a:rPr>
              <a:t> </a:t>
            </a:r>
            <a:r>
              <a:rPr dirty="0" sz="2000" spc="-10">
                <a:latin typeface="Roboto"/>
                <a:cs typeface="Roboto"/>
              </a:rPr>
              <a:t>Laptop</a:t>
            </a:r>
            <a:endParaRPr sz="2000">
              <a:latin typeface="Roboto"/>
              <a:cs typeface="Roboto"/>
            </a:endParaRPr>
          </a:p>
          <a:p>
            <a:pPr marL="161290" indent="-148590">
              <a:lnSpc>
                <a:spcPct val="100000"/>
              </a:lnSpc>
              <a:spcBef>
                <a:spcPts val="1005"/>
              </a:spcBef>
              <a:buChar char="•"/>
              <a:tabLst>
                <a:tab pos="161290" algn="l"/>
              </a:tabLst>
            </a:pPr>
            <a:r>
              <a:rPr dirty="0" sz="2000" spc="-10">
                <a:latin typeface="Roboto"/>
                <a:cs typeface="Roboto"/>
              </a:rPr>
              <a:t>Keyboard</a:t>
            </a:r>
            <a:endParaRPr sz="2000">
              <a:latin typeface="Roboto"/>
              <a:cs typeface="Roboto"/>
            </a:endParaRPr>
          </a:p>
          <a:p>
            <a:pPr marL="161290" indent="-148590">
              <a:lnSpc>
                <a:spcPct val="100000"/>
              </a:lnSpc>
              <a:spcBef>
                <a:spcPts val="1000"/>
              </a:spcBef>
              <a:buChar char="•"/>
              <a:tabLst>
                <a:tab pos="161290" algn="l"/>
              </a:tabLst>
            </a:pPr>
            <a:r>
              <a:rPr dirty="0" sz="2000" spc="-10">
                <a:latin typeface="Roboto"/>
                <a:cs typeface="Roboto"/>
              </a:rPr>
              <a:t>Display</a:t>
            </a:r>
            <a:endParaRPr sz="20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34689" y="5771769"/>
            <a:ext cx="39433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25">
                <a:latin typeface="Arial Black"/>
                <a:cs typeface="Arial Black"/>
              </a:rPr>
              <a:t>02</a:t>
            </a:r>
            <a:endParaRPr sz="2200">
              <a:latin typeface="Arial Black"/>
              <a:cs typeface="Arial Blac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04920" y="5768721"/>
            <a:ext cx="18999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Arial Black"/>
                <a:cs typeface="Arial Black"/>
              </a:rPr>
              <a:t>SOFTWARE</a:t>
            </a:r>
            <a:endParaRPr sz="2400">
              <a:latin typeface="Arial Black"/>
              <a:cs typeface="Arial Black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67861" y="6171459"/>
            <a:ext cx="4841875" cy="269367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61290" indent="-148590">
              <a:lnSpc>
                <a:spcPct val="100000"/>
              </a:lnSpc>
              <a:spcBef>
                <a:spcPts val="700"/>
              </a:spcBef>
              <a:buChar char="•"/>
              <a:tabLst>
                <a:tab pos="161290" algn="l"/>
              </a:tabLst>
            </a:pPr>
            <a:r>
              <a:rPr dirty="0" sz="2000" spc="-10">
                <a:latin typeface="Roboto"/>
                <a:cs typeface="Roboto"/>
              </a:rPr>
              <a:t>Operating</a:t>
            </a:r>
            <a:r>
              <a:rPr dirty="0" sz="2000" spc="-75">
                <a:latin typeface="Roboto"/>
                <a:cs typeface="Roboto"/>
              </a:rPr>
              <a:t> </a:t>
            </a:r>
            <a:r>
              <a:rPr dirty="0" sz="2000" spc="-20">
                <a:latin typeface="Roboto"/>
                <a:cs typeface="Roboto"/>
              </a:rPr>
              <a:t>System:</a:t>
            </a:r>
            <a:r>
              <a:rPr dirty="0" sz="2000" spc="-55">
                <a:latin typeface="Roboto"/>
                <a:cs typeface="Roboto"/>
              </a:rPr>
              <a:t> </a:t>
            </a:r>
            <a:r>
              <a:rPr dirty="0" sz="2000" spc="-10">
                <a:latin typeface="Roboto"/>
                <a:cs typeface="Roboto"/>
              </a:rPr>
              <a:t>Linux</a:t>
            </a:r>
            <a:r>
              <a:rPr dirty="0" sz="2000" spc="-70">
                <a:latin typeface="Roboto"/>
                <a:cs typeface="Roboto"/>
              </a:rPr>
              <a:t> </a:t>
            </a:r>
            <a:r>
              <a:rPr dirty="0" sz="2000">
                <a:latin typeface="Roboto"/>
                <a:cs typeface="Roboto"/>
              </a:rPr>
              <a:t>/</a:t>
            </a:r>
            <a:r>
              <a:rPr dirty="0" sz="2000" spc="-40">
                <a:latin typeface="Roboto"/>
                <a:cs typeface="Roboto"/>
              </a:rPr>
              <a:t> </a:t>
            </a:r>
            <a:r>
              <a:rPr dirty="0" sz="2000" spc="-25">
                <a:latin typeface="Roboto"/>
                <a:cs typeface="Roboto"/>
              </a:rPr>
              <a:t>Ubuntu</a:t>
            </a:r>
            <a:r>
              <a:rPr dirty="0" sz="2000" spc="-60">
                <a:latin typeface="Roboto"/>
                <a:cs typeface="Roboto"/>
              </a:rPr>
              <a:t> </a:t>
            </a:r>
            <a:r>
              <a:rPr dirty="0" sz="2000">
                <a:latin typeface="Roboto"/>
                <a:cs typeface="Roboto"/>
              </a:rPr>
              <a:t>/</a:t>
            </a:r>
            <a:r>
              <a:rPr dirty="0" sz="2000" spc="-45">
                <a:latin typeface="Roboto"/>
                <a:cs typeface="Roboto"/>
              </a:rPr>
              <a:t> </a:t>
            </a:r>
            <a:r>
              <a:rPr dirty="0" sz="2000" spc="-20">
                <a:latin typeface="Roboto"/>
                <a:cs typeface="Roboto"/>
              </a:rPr>
              <a:t>WSL2</a:t>
            </a:r>
            <a:endParaRPr sz="2000">
              <a:latin typeface="Roboto"/>
              <a:cs typeface="Roboto"/>
            </a:endParaRPr>
          </a:p>
          <a:p>
            <a:pPr marL="161290" indent="-148590">
              <a:lnSpc>
                <a:spcPct val="100000"/>
              </a:lnSpc>
              <a:spcBef>
                <a:spcPts val="605"/>
              </a:spcBef>
              <a:buChar char="•"/>
              <a:tabLst>
                <a:tab pos="161290" algn="l"/>
              </a:tabLst>
            </a:pPr>
            <a:r>
              <a:rPr dirty="0" sz="2000" spc="-20">
                <a:latin typeface="Roboto"/>
                <a:cs typeface="Roboto"/>
              </a:rPr>
              <a:t>Programming</a:t>
            </a:r>
            <a:r>
              <a:rPr dirty="0" sz="2000" spc="-45">
                <a:latin typeface="Roboto"/>
                <a:cs typeface="Roboto"/>
              </a:rPr>
              <a:t> </a:t>
            </a:r>
            <a:r>
              <a:rPr dirty="0" sz="2000" spc="-20">
                <a:latin typeface="Roboto"/>
                <a:cs typeface="Roboto"/>
              </a:rPr>
              <a:t>Language:</a:t>
            </a:r>
            <a:r>
              <a:rPr dirty="0" sz="2000" spc="-35">
                <a:latin typeface="Roboto"/>
                <a:cs typeface="Roboto"/>
              </a:rPr>
              <a:t> </a:t>
            </a:r>
            <a:r>
              <a:rPr dirty="0" sz="2000" spc="-50">
                <a:latin typeface="Roboto"/>
                <a:cs typeface="Roboto"/>
              </a:rPr>
              <a:t>C</a:t>
            </a:r>
            <a:endParaRPr sz="2000">
              <a:latin typeface="Roboto"/>
              <a:cs typeface="Roboto"/>
            </a:endParaRPr>
          </a:p>
          <a:p>
            <a:pPr marL="161290" indent="-148590">
              <a:lnSpc>
                <a:spcPct val="100000"/>
              </a:lnSpc>
              <a:spcBef>
                <a:spcPts val="600"/>
              </a:spcBef>
              <a:buChar char="•"/>
              <a:tabLst>
                <a:tab pos="161290" algn="l"/>
              </a:tabLst>
            </a:pPr>
            <a:r>
              <a:rPr dirty="0" sz="2000">
                <a:latin typeface="Roboto"/>
                <a:cs typeface="Roboto"/>
              </a:rPr>
              <a:t>Compiler:</a:t>
            </a:r>
            <a:r>
              <a:rPr dirty="0" sz="2000" spc="-100">
                <a:latin typeface="Roboto"/>
                <a:cs typeface="Roboto"/>
              </a:rPr>
              <a:t> </a:t>
            </a:r>
            <a:r>
              <a:rPr dirty="0" sz="2000" spc="-25">
                <a:latin typeface="Roboto"/>
                <a:cs typeface="Roboto"/>
              </a:rPr>
              <a:t>GCC</a:t>
            </a:r>
            <a:endParaRPr sz="2000">
              <a:latin typeface="Roboto"/>
              <a:cs typeface="Roboto"/>
            </a:endParaRPr>
          </a:p>
          <a:p>
            <a:pPr marL="161290" indent="-148590">
              <a:lnSpc>
                <a:spcPct val="100000"/>
              </a:lnSpc>
              <a:spcBef>
                <a:spcPts val="600"/>
              </a:spcBef>
              <a:buChar char="•"/>
              <a:tabLst>
                <a:tab pos="161290" algn="l"/>
              </a:tabLst>
            </a:pPr>
            <a:r>
              <a:rPr dirty="0" sz="2000" spc="-10">
                <a:latin typeface="Roboto"/>
                <a:cs typeface="Roboto"/>
              </a:rPr>
              <a:t>Interface:</a:t>
            </a:r>
            <a:r>
              <a:rPr dirty="0" sz="2000" spc="-60">
                <a:latin typeface="Roboto"/>
                <a:cs typeface="Roboto"/>
              </a:rPr>
              <a:t> </a:t>
            </a:r>
            <a:r>
              <a:rPr dirty="0" sz="2000" spc="-20">
                <a:latin typeface="Roboto"/>
                <a:cs typeface="Roboto"/>
              </a:rPr>
              <a:t>Linux</a:t>
            </a:r>
            <a:r>
              <a:rPr dirty="0" sz="2000" spc="-65">
                <a:latin typeface="Roboto"/>
                <a:cs typeface="Roboto"/>
              </a:rPr>
              <a:t> </a:t>
            </a:r>
            <a:r>
              <a:rPr dirty="0" sz="2000" spc="-10">
                <a:latin typeface="Roboto"/>
                <a:cs typeface="Roboto"/>
              </a:rPr>
              <a:t>Terminal</a:t>
            </a:r>
            <a:endParaRPr sz="2000">
              <a:latin typeface="Roboto"/>
              <a:cs typeface="Roboto"/>
            </a:endParaRPr>
          </a:p>
          <a:p>
            <a:pPr marL="161290" indent="-148590">
              <a:lnSpc>
                <a:spcPct val="100000"/>
              </a:lnSpc>
              <a:spcBef>
                <a:spcPts val="600"/>
              </a:spcBef>
              <a:buChar char="•"/>
              <a:tabLst>
                <a:tab pos="161290" algn="l"/>
              </a:tabLst>
            </a:pPr>
            <a:r>
              <a:rPr dirty="0" sz="2000">
                <a:latin typeface="Roboto"/>
                <a:cs typeface="Roboto"/>
              </a:rPr>
              <a:t>Editor:</a:t>
            </a:r>
            <a:r>
              <a:rPr dirty="0" sz="2000" spc="-100">
                <a:latin typeface="Roboto"/>
                <a:cs typeface="Roboto"/>
              </a:rPr>
              <a:t> </a:t>
            </a:r>
            <a:r>
              <a:rPr dirty="0" sz="2000" spc="-10">
                <a:latin typeface="Roboto"/>
                <a:cs typeface="Roboto"/>
              </a:rPr>
              <a:t>Visual</a:t>
            </a:r>
            <a:r>
              <a:rPr dirty="0" sz="2000" spc="-80">
                <a:latin typeface="Roboto"/>
                <a:cs typeface="Roboto"/>
              </a:rPr>
              <a:t> </a:t>
            </a:r>
            <a:r>
              <a:rPr dirty="0" sz="2000" spc="-10">
                <a:latin typeface="Roboto"/>
                <a:cs typeface="Roboto"/>
              </a:rPr>
              <a:t>Studio</a:t>
            </a:r>
            <a:r>
              <a:rPr dirty="0" sz="2000" spc="-105">
                <a:latin typeface="Roboto"/>
                <a:cs typeface="Roboto"/>
              </a:rPr>
              <a:t> </a:t>
            </a:r>
            <a:r>
              <a:rPr dirty="0" sz="2000" spc="-20">
                <a:latin typeface="Roboto"/>
                <a:cs typeface="Roboto"/>
              </a:rPr>
              <a:t>Code</a:t>
            </a:r>
            <a:endParaRPr sz="2000">
              <a:latin typeface="Roboto"/>
              <a:cs typeface="Roboto"/>
            </a:endParaRPr>
          </a:p>
          <a:p>
            <a:pPr marL="161290" indent="-148590">
              <a:lnSpc>
                <a:spcPct val="100000"/>
              </a:lnSpc>
              <a:spcBef>
                <a:spcPts val="600"/>
              </a:spcBef>
              <a:buChar char="•"/>
              <a:tabLst>
                <a:tab pos="161290" algn="l"/>
              </a:tabLst>
            </a:pPr>
            <a:r>
              <a:rPr dirty="0" sz="2000" spc="-10">
                <a:latin typeface="Roboto"/>
                <a:cs typeface="Roboto"/>
              </a:rPr>
              <a:t>System</a:t>
            </a:r>
            <a:r>
              <a:rPr dirty="0" sz="2000" spc="-50">
                <a:latin typeface="Roboto"/>
                <a:cs typeface="Roboto"/>
              </a:rPr>
              <a:t> </a:t>
            </a:r>
            <a:r>
              <a:rPr dirty="0" sz="2000" spc="-20">
                <a:latin typeface="Roboto"/>
                <a:cs typeface="Roboto"/>
              </a:rPr>
              <a:t>Programming:</a:t>
            </a:r>
            <a:r>
              <a:rPr dirty="0" sz="2000" spc="-65">
                <a:latin typeface="Roboto"/>
                <a:cs typeface="Roboto"/>
              </a:rPr>
              <a:t> </a:t>
            </a:r>
            <a:r>
              <a:rPr dirty="0" sz="2000" spc="-20">
                <a:latin typeface="Roboto"/>
                <a:cs typeface="Roboto"/>
              </a:rPr>
              <a:t>Linux/POSIX</a:t>
            </a:r>
            <a:r>
              <a:rPr dirty="0" sz="2000" spc="-70">
                <a:latin typeface="Roboto"/>
                <a:cs typeface="Roboto"/>
              </a:rPr>
              <a:t> </a:t>
            </a:r>
            <a:r>
              <a:rPr dirty="0" sz="2000" spc="-20">
                <a:latin typeface="Roboto"/>
                <a:cs typeface="Roboto"/>
              </a:rPr>
              <a:t>APIs</a:t>
            </a:r>
            <a:endParaRPr sz="2000">
              <a:latin typeface="Roboto"/>
              <a:cs typeface="Roboto"/>
            </a:endParaRPr>
          </a:p>
          <a:p>
            <a:pPr marL="161290" indent="-148590">
              <a:lnSpc>
                <a:spcPct val="100000"/>
              </a:lnSpc>
              <a:spcBef>
                <a:spcPts val="600"/>
              </a:spcBef>
              <a:buChar char="•"/>
              <a:tabLst>
                <a:tab pos="161290" algn="l"/>
              </a:tabLst>
            </a:pPr>
            <a:r>
              <a:rPr dirty="0" sz="2000">
                <a:latin typeface="Roboto"/>
                <a:cs typeface="Roboto"/>
              </a:rPr>
              <a:t>Version</a:t>
            </a:r>
            <a:r>
              <a:rPr dirty="0" sz="2000" spc="-60">
                <a:latin typeface="Roboto"/>
                <a:cs typeface="Roboto"/>
              </a:rPr>
              <a:t> </a:t>
            </a:r>
            <a:r>
              <a:rPr dirty="0" sz="2000" spc="-10">
                <a:latin typeface="Roboto"/>
                <a:cs typeface="Roboto"/>
              </a:rPr>
              <a:t>Control:</a:t>
            </a:r>
            <a:r>
              <a:rPr dirty="0" sz="2000" spc="-70">
                <a:latin typeface="Roboto"/>
                <a:cs typeface="Roboto"/>
              </a:rPr>
              <a:t> </a:t>
            </a:r>
            <a:r>
              <a:rPr dirty="0" sz="2000">
                <a:latin typeface="Roboto"/>
                <a:cs typeface="Roboto"/>
              </a:rPr>
              <a:t>Git</a:t>
            </a:r>
            <a:r>
              <a:rPr dirty="0" sz="2000" spc="-55">
                <a:latin typeface="Roboto"/>
                <a:cs typeface="Roboto"/>
              </a:rPr>
              <a:t> </a:t>
            </a:r>
            <a:r>
              <a:rPr dirty="0" sz="2000">
                <a:latin typeface="Roboto"/>
                <a:cs typeface="Roboto"/>
              </a:rPr>
              <a:t>/</a:t>
            </a:r>
            <a:r>
              <a:rPr dirty="0" sz="2000" spc="-35">
                <a:latin typeface="Roboto"/>
                <a:cs typeface="Roboto"/>
              </a:rPr>
              <a:t> </a:t>
            </a:r>
            <a:r>
              <a:rPr dirty="0" sz="2000" spc="-10">
                <a:latin typeface="Roboto"/>
                <a:cs typeface="Roboto"/>
              </a:rPr>
              <a:t>GitHub</a:t>
            </a:r>
            <a:endParaRPr sz="2000">
              <a:latin typeface="Roboto"/>
              <a:cs typeface="Roboto"/>
            </a:endParaRP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16552" y="4038598"/>
            <a:ext cx="6971446" cy="6248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" y="599470"/>
            <a:ext cx="2279015" cy="3976370"/>
            <a:chOff x="-1" y="599470"/>
            <a:chExt cx="2279015" cy="3976370"/>
          </a:xfrm>
        </p:grpSpPr>
        <p:sp>
          <p:nvSpPr>
            <p:cNvPr id="3" name="object 3"/>
            <p:cNvSpPr/>
            <p:nvPr/>
          </p:nvSpPr>
          <p:spPr>
            <a:xfrm>
              <a:off x="64997" y="1474029"/>
              <a:ext cx="2204085" cy="3091815"/>
            </a:xfrm>
            <a:custGeom>
              <a:avLst/>
              <a:gdLst/>
              <a:ahLst/>
              <a:cxnLst/>
              <a:rect l="l" t="t" r="r" b="b"/>
              <a:pathLst>
                <a:path w="2204085" h="3091815">
                  <a:moveTo>
                    <a:pt x="793849" y="2997428"/>
                  </a:moveTo>
                  <a:lnTo>
                    <a:pt x="761064" y="2982108"/>
                  </a:lnTo>
                  <a:lnTo>
                    <a:pt x="748988" y="2979204"/>
                  </a:lnTo>
                  <a:lnTo>
                    <a:pt x="737150" y="2981143"/>
                  </a:lnTo>
                  <a:lnTo>
                    <a:pt x="726868" y="2987416"/>
                  </a:lnTo>
                  <a:lnTo>
                    <a:pt x="719457" y="2997518"/>
                  </a:lnTo>
                  <a:lnTo>
                    <a:pt x="703482" y="3031702"/>
                  </a:lnTo>
                  <a:lnTo>
                    <a:pt x="700488" y="3043866"/>
                  </a:lnTo>
                  <a:lnTo>
                    <a:pt x="702272" y="3055778"/>
                  </a:lnTo>
                  <a:lnTo>
                    <a:pt x="708380" y="3066102"/>
                  </a:lnTo>
                  <a:lnTo>
                    <a:pt x="718354" y="3073502"/>
                  </a:lnTo>
                  <a:lnTo>
                    <a:pt x="751140" y="3088823"/>
                  </a:lnTo>
                  <a:lnTo>
                    <a:pt x="763235" y="3091735"/>
                  </a:lnTo>
                  <a:lnTo>
                    <a:pt x="775113" y="3089816"/>
                  </a:lnTo>
                  <a:lnTo>
                    <a:pt x="785437" y="3083562"/>
                  </a:lnTo>
                  <a:lnTo>
                    <a:pt x="792866" y="3073470"/>
                  </a:lnTo>
                  <a:lnTo>
                    <a:pt x="808840" y="3039286"/>
                  </a:lnTo>
                  <a:lnTo>
                    <a:pt x="811816" y="3027112"/>
                  </a:lnTo>
                  <a:lnTo>
                    <a:pt x="809991" y="3015181"/>
                  </a:lnTo>
                  <a:lnTo>
                    <a:pt x="803843" y="3004838"/>
                  </a:lnTo>
                  <a:lnTo>
                    <a:pt x="793849" y="2997428"/>
                  </a:lnTo>
                  <a:close/>
                </a:path>
                <a:path w="2204085" h="3091815">
                  <a:moveTo>
                    <a:pt x="2186063" y="18223"/>
                  </a:moveTo>
                  <a:lnTo>
                    <a:pt x="2153277" y="2902"/>
                  </a:lnTo>
                  <a:lnTo>
                    <a:pt x="2141201" y="0"/>
                  </a:lnTo>
                  <a:lnTo>
                    <a:pt x="2129365" y="1935"/>
                  </a:lnTo>
                  <a:lnTo>
                    <a:pt x="2119090" y="8192"/>
                  </a:lnTo>
                  <a:lnTo>
                    <a:pt x="2111697" y="18256"/>
                  </a:lnTo>
                  <a:lnTo>
                    <a:pt x="2095698" y="52492"/>
                  </a:lnTo>
                  <a:lnTo>
                    <a:pt x="2092721" y="64620"/>
                  </a:lnTo>
                  <a:lnTo>
                    <a:pt x="2094512" y="76516"/>
                  </a:lnTo>
                  <a:lnTo>
                    <a:pt x="2100621" y="86837"/>
                  </a:lnTo>
                  <a:lnTo>
                    <a:pt x="2110595" y="94238"/>
                  </a:lnTo>
                  <a:lnTo>
                    <a:pt x="2143381" y="109559"/>
                  </a:lnTo>
                  <a:lnTo>
                    <a:pt x="2155476" y="112470"/>
                  </a:lnTo>
                  <a:lnTo>
                    <a:pt x="2167353" y="110554"/>
                  </a:lnTo>
                  <a:lnTo>
                    <a:pt x="2177669" y="104316"/>
                  </a:lnTo>
                  <a:lnTo>
                    <a:pt x="2185081" y="94260"/>
                  </a:lnTo>
                  <a:lnTo>
                    <a:pt x="2201080" y="60025"/>
                  </a:lnTo>
                  <a:lnTo>
                    <a:pt x="2204038" y="47888"/>
                  </a:lnTo>
                  <a:lnTo>
                    <a:pt x="2202206" y="35973"/>
                  </a:lnTo>
                  <a:lnTo>
                    <a:pt x="2196056" y="25633"/>
                  </a:lnTo>
                  <a:lnTo>
                    <a:pt x="2186063" y="18223"/>
                  </a:lnTo>
                  <a:close/>
                </a:path>
                <a:path w="2204085" h="3091815">
                  <a:moveTo>
                    <a:pt x="93417" y="2670121"/>
                  </a:moveTo>
                  <a:lnTo>
                    <a:pt x="60619" y="2654795"/>
                  </a:lnTo>
                  <a:lnTo>
                    <a:pt x="48554" y="2651896"/>
                  </a:lnTo>
                  <a:lnTo>
                    <a:pt x="36693" y="2653824"/>
                  </a:lnTo>
                  <a:lnTo>
                    <a:pt x="26379" y="2660083"/>
                  </a:lnTo>
                  <a:lnTo>
                    <a:pt x="18952" y="2670177"/>
                  </a:lnTo>
                  <a:lnTo>
                    <a:pt x="2978" y="2704361"/>
                  </a:lnTo>
                  <a:lnTo>
                    <a:pt x="0" y="2716533"/>
                  </a:lnTo>
                  <a:lnTo>
                    <a:pt x="1816" y="2728459"/>
                  </a:lnTo>
                  <a:lnTo>
                    <a:pt x="7946" y="2738794"/>
                  </a:lnTo>
                  <a:lnTo>
                    <a:pt x="17909" y="2746189"/>
                  </a:lnTo>
                  <a:lnTo>
                    <a:pt x="50707" y="2761515"/>
                  </a:lnTo>
                  <a:lnTo>
                    <a:pt x="62765" y="2764411"/>
                  </a:lnTo>
                  <a:lnTo>
                    <a:pt x="74622" y="2762481"/>
                  </a:lnTo>
                  <a:lnTo>
                    <a:pt x="84935" y="2756223"/>
                  </a:lnTo>
                  <a:lnTo>
                    <a:pt x="92361" y="2746129"/>
                  </a:lnTo>
                  <a:lnTo>
                    <a:pt x="108336" y="2711945"/>
                  </a:lnTo>
                  <a:lnTo>
                    <a:pt x="111315" y="2699772"/>
                  </a:lnTo>
                  <a:lnTo>
                    <a:pt x="109500" y="2687846"/>
                  </a:lnTo>
                  <a:lnTo>
                    <a:pt x="103373" y="2677513"/>
                  </a:lnTo>
                  <a:lnTo>
                    <a:pt x="93417" y="2670121"/>
                  </a:lnTo>
                  <a:close/>
                </a:path>
              </a:pathLst>
            </a:custGeom>
            <a:solidFill>
              <a:srgbClr val="F5F6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-1" y="609006"/>
              <a:ext cx="1878330" cy="3447415"/>
            </a:xfrm>
            <a:custGeom>
              <a:avLst/>
              <a:gdLst/>
              <a:ahLst/>
              <a:cxnLst/>
              <a:rect l="l" t="t" r="r" b="b"/>
              <a:pathLst>
                <a:path w="1878330" h="3447415">
                  <a:moveTo>
                    <a:pt x="1835051" y="303416"/>
                  </a:moveTo>
                  <a:lnTo>
                    <a:pt x="1200225" y="6766"/>
                  </a:lnTo>
                  <a:lnTo>
                    <a:pt x="1171615" y="0"/>
                  </a:lnTo>
                  <a:lnTo>
                    <a:pt x="1142992" y="4765"/>
                  </a:lnTo>
                  <a:lnTo>
                    <a:pt x="1117355" y="19963"/>
                  </a:lnTo>
                  <a:lnTo>
                    <a:pt x="1097704" y="44494"/>
                  </a:lnTo>
                  <a:lnTo>
                    <a:pt x="773162" y="642180"/>
                  </a:lnTo>
                  <a:lnTo>
                    <a:pt x="771769" y="645066"/>
                  </a:lnTo>
                  <a:lnTo>
                    <a:pt x="1620277" y="1041568"/>
                  </a:lnTo>
                  <a:lnTo>
                    <a:pt x="1624186" y="1033077"/>
                  </a:lnTo>
                  <a:lnTo>
                    <a:pt x="1871893" y="406267"/>
                  </a:lnTo>
                  <a:lnTo>
                    <a:pt x="1878095" y="375451"/>
                  </a:lnTo>
                  <a:lnTo>
                    <a:pt x="1873300" y="346033"/>
                  </a:lnTo>
                  <a:lnTo>
                    <a:pt x="1858591" y="321019"/>
                  </a:lnTo>
                  <a:lnTo>
                    <a:pt x="1835051" y="303416"/>
                  </a:lnTo>
                  <a:close/>
                </a:path>
                <a:path w="1878330" h="3447415">
                  <a:moveTo>
                    <a:pt x="794513" y="2808594"/>
                  </a:moveTo>
                  <a:lnTo>
                    <a:pt x="11" y="2437329"/>
                  </a:lnTo>
                  <a:lnTo>
                    <a:pt x="0" y="3278402"/>
                  </a:lnTo>
                  <a:lnTo>
                    <a:pt x="346442" y="3440293"/>
                  </a:lnTo>
                  <a:lnTo>
                    <a:pt x="374391" y="3447028"/>
                  </a:lnTo>
                  <a:lnTo>
                    <a:pt x="402460" y="3442706"/>
                  </a:lnTo>
                  <a:lnTo>
                    <a:pt x="427829" y="3428318"/>
                  </a:lnTo>
                  <a:lnTo>
                    <a:pt x="447676" y="3404852"/>
                  </a:lnTo>
                  <a:lnTo>
                    <a:pt x="790188" y="2817568"/>
                  </a:lnTo>
                  <a:lnTo>
                    <a:pt x="794513" y="2808594"/>
                  </a:lnTo>
                  <a:close/>
                </a:path>
              </a:pathLst>
            </a:custGeom>
            <a:solidFill>
              <a:srgbClr val="B8CC8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0" y="1175083"/>
              <a:ext cx="1897380" cy="2353945"/>
            </a:xfrm>
            <a:custGeom>
              <a:avLst/>
              <a:gdLst/>
              <a:ahLst/>
              <a:cxnLst/>
              <a:rect l="l" t="t" r="r" b="b"/>
              <a:pathLst>
                <a:path w="1897380" h="2353945">
                  <a:moveTo>
                    <a:pt x="1837478" y="576993"/>
                  </a:moveTo>
                  <a:lnTo>
                    <a:pt x="623491" y="9706"/>
                  </a:lnTo>
                  <a:lnTo>
                    <a:pt x="583115" y="0"/>
                  </a:lnTo>
                  <a:lnTo>
                    <a:pt x="543421" y="6448"/>
                  </a:lnTo>
                  <a:lnTo>
                    <a:pt x="508892" y="27414"/>
                  </a:lnTo>
                  <a:lnTo>
                    <a:pt x="484006" y="61260"/>
                  </a:lnTo>
                  <a:lnTo>
                    <a:pt x="10" y="1096965"/>
                  </a:lnTo>
                  <a:lnTo>
                    <a:pt x="0" y="1871252"/>
                  </a:lnTo>
                  <a:lnTo>
                    <a:pt x="1011725" y="2344025"/>
                  </a:lnTo>
                  <a:lnTo>
                    <a:pt x="1052090" y="2353720"/>
                  </a:lnTo>
                  <a:lnTo>
                    <a:pt x="1091763" y="2347260"/>
                  </a:lnTo>
                  <a:lnTo>
                    <a:pt x="1126265" y="2326301"/>
                  </a:lnTo>
                  <a:lnTo>
                    <a:pt x="1151119" y="2292501"/>
                  </a:lnTo>
                  <a:lnTo>
                    <a:pt x="1887352" y="717034"/>
                  </a:lnTo>
                  <a:lnTo>
                    <a:pt x="1897359" y="676235"/>
                  </a:lnTo>
                  <a:lnTo>
                    <a:pt x="1891309" y="636306"/>
                  </a:lnTo>
                  <a:lnTo>
                    <a:pt x="1870812" y="601731"/>
                  </a:lnTo>
                  <a:lnTo>
                    <a:pt x="1837478" y="576993"/>
                  </a:lnTo>
                  <a:close/>
                </a:path>
              </a:pathLst>
            </a:custGeom>
            <a:solidFill>
              <a:srgbClr val="7589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-1" y="599470"/>
              <a:ext cx="2279015" cy="3976370"/>
            </a:xfrm>
            <a:custGeom>
              <a:avLst/>
              <a:gdLst/>
              <a:ahLst/>
              <a:cxnLst/>
              <a:rect l="l" t="t" r="r" b="b"/>
              <a:pathLst>
                <a:path w="2279015" h="3976370">
                  <a:moveTo>
                    <a:pt x="162448" y="3535989"/>
                  </a:moveTo>
                  <a:lnTo>
                    <a:pt x="129674" y="3520674"/>
                  </a:lnTo>
                  <a:lnTo>
                    <a:pt x="113957" y="3516905"/>
                  </a:lnTo>
                  <a:lnTo>
                    <a:pt x="98493" y="3519422"/>
                  </a:lnTo>
                  <a:lnTo>
                    <a:pt x="59386" y="3574905"/>
                  </a:lnTo>
                  <a:lnTo>
                    <a:pt x="55513" y="3590762"/>
                  </a:lnTo>
                  <a:lnTo>
                    <a:pt x="57888" y="3606313"/>
                  </a:lnTo>
                  <a:lnTo>
                    <a:pt x="65878" y="3619791"/>
                  </a:lnTo>
                  <a:lnTo>
                    <a:pt x="78852" y="3629428"/>
                  </a:lnTo>
                  <a:lnTo>
                    <a:pt x="111650" y="3644754"/>
                  </a:lnTo>
                  <a:lnTo>
                    <a:pt x="127362" y="3648522"/>
                  </a:lnTo>
                  <a:lnTo>
                    <a:pt x="142827" y="3646005"/>
                  </a:lnTo>
                  <a:lnTo>
                    <a:pt x="150141" y="3641572"/>
                  </a:lnTo>
                  <a:lnTo>
                    <a:pt x="86972" y="3612054"/>
                  </a:lnTo>
                  <a:lnTo>
                    <a:pt x="80043" y="3606907"/>
                  </a:lnTo>
                  <a:lnTo>
                    <a:pt x="75777" y="3599712"/>
                  </a:lnTo>
                  <a:lnTo>
                    <a:pt x="74511" y="3591409"/>
                  </a:lnTo>
                  <a:lnTo>
                    <a:pt x="76580" y="3582940"/>
                  </a:lnTo>
                  <a:lnTo>
                    <a:pt x="92555" y="3548756"/>
                  </a:lnTo>
                  <a:lnTo>
                    <a:pt x="97724" y="3541735"/>
                  </a:lnTo>
                  <a:lnTo>
                    <a:pt x="104906" y="3537379"/>
                  </a:lnTo>
                  <a:lnTo>
                    <a:pt x="113162" y="3536035"/>
                  </a:lnTo>
                  <a:lnTo>
                    <a:pt x="121555" y="3538049"/>
                  </a:lnTo>
                  <a:lnTo>
                    <a:pt x="184715" y="3567563"/>
                  </a:lnTo>
                  <a:lnTo>
                    <a:pt x="183423" y="3559109"/>
                  </a:lnTo>
                  <a:lnTo>
                    <a:pt x="175430" y="3545630"/>
                  </a:lnTo>
                  <a:lnTo>
                    <a:pt x="162448" y="3535989"/>
                  </a:lnTo>
                  <a:close/>
                </a:path>
                <a:path w="2279015" h="3976370">
                  <a:moveTo>
                    <a:pt x="780567" y="3902550"/>
                  </a:moveTo>
                  <a:lnTo>
                    <a:pt x="763456" y="3894554"/>
                  </a:lnTo>
                  <a:lnTo>
                    <a:pt x="759866" y="3902235"/>
                  </a:lnTo>
                  <a:lnTo>
                    <a:pt x="756102" y="3917623"/>
                  </a:lnTo>
                  <a:lnTo>
                    <a:pt x="755988" y="3918089"/>
                  </a:lnTo>
                  <a:lnTo>
                    <a:pt x="758350" y="3933634"/>
                  </a:lnTo>
                  <a:lnTo>
                    <a:pt x="766328" y="3947106"/>
                  </a:lnTo>
                  <a:lnTo>
                    <a:pt x="779297" y="3956741"/>
                  </a:lnTo>
                  <a:lnTo>
                    <a:pt x="812083" y="3972062"/>
                  </a:lnTo>
                  <a:lnTo>
                    <a:pt x="827794" y="3975829"/>
                  </a:lnTo>
                  <a:lnTo>
                    <a:pt x="843247" y="3973306"/>
                  </a:lnTo>
                  <a:lnTo>
                    <a:pt x="850552" y="3968870"/>
                  </a:lnTo>
                  <a:lnTo>
                    <a:pt x="787416" y="3939367"/>
                  </a:lnTo>
                  <a:lnTo>
                    <a:pt x="780470" y="3934212"/>
                  </a:lnTo>
                  <a:lnTo>
                    <a:pt x="776189" y="3927009"/>
                  </a:lnTo>
                  <a:lnTo>
                    <a:pt x="774912" y="3918701"/>
                  </a:lnTo>
                  <a:lnTo>
                    <a:pt x="776977" y="3910231"/>
                  </a:lnTo>
                  <a:lnTo>
                    <a:pt x="780567" y="3902550"/>
                  </a:lnTo>
                  <a:close/>
                </a:path>
                <a:path w="2279015" h="3976370">
                  <a:moveTo>
                    <a:pt x="184715" y="3567563"/>
                  </a:moveTo>
                  <a:lnTo>
                    <a:pt x="154353" y="3553375"/>
                  </a:lnTo>
                  <a:lnTo>
                    <a:pt x="161280" y="3558520"/>
                  </a:lnTo>
                  <a:lnTo>
                    <a:pt x="165541" y="3565714"/>
                  </a:lnTo>
                  <a:lnTo>
                    <a:pt x="148757" y="3616668"/>
                  </a:lnTo>
                  <a:lnTo>
                    <a:pt x="128161" y="3629393"/>
                  </a:lnTo>
                  <a:lnTo>
                    <a:pt x="119769" y="3627380"/>
                  </a:lnTo>
                  <a:lnTo>
                    <a:pt x="150141" y="3641572"/>
                  </a:lnTo>
                  <a:lnTo>
                    <a:pt x="156282" y="3637851"/>
                  </a:lnTo>
                  <a:lnTo>
                    <a:pt x="165964" y="3624708"/>
                  </a:lnTo>
                  <a:lnTo>
                    <a:pt x="169553" y="3617028"/>
                  </a:lnTo>
                  <a:lnTo>
                    <a:pt x="780567" y="3902550"/>
                  </a:lnTo>
                  <a:lnTo>
                    <a:pt x="788693" y="3885161"/>
                  </a:lnTo>
                  <a:lnTo>
                    <a:pt x="177667" y="3599633"/>
                  </a:lnTo>
                  <a:lnTo>
                    <a:pt x="181926" y="3590519"/>
                  </a:lnTo>
                  <a:lnTo>
                    <a:pt x="185685" y="3575127"/>
                  </a:lnTo>
                  <a:lnTo>
                    <a:pt x="185799" y="3574661"/>
                  </a:lnTo>
                  <a:lnTo>
                    <a:pt x="184715" y="3567563"/>
                  </a:lnTo>
                  <a:close/>
                </a:path>
                <a:path w="2279015" h="3976370">
                  <a:moveTo>
                    <a:pt x="885136" y="3894864"/>
                  </a:moveTo>
                  <a:lnTo>
                    <a:pt x="854786" y="3880682"/>
                  </a:lnTo>
                  <a:lnTo>
                    <a:pt x="861741" y="3885841"/>
                  </a:lnTo>
                  <a:lnTo>
                    <a:pt x="866017" y="3893041"/>
                  </a:lnTo>
                  <a:lnTo>
                    <a:pt x="849250" y="3944003"/>
                  </a:lnTo>
                  <a:lnTo>
                    <a:pt x="828613" y="3956709"/>
                  </a:lnTo>
                  <a:lnTo>
                    <a:pt x="820202" y="3954687"/>
                  </a:lnTo>
                  <a:lnTo>
                    <a:pt x="850552" y="3968870"/>
                  </a:lnTo>
                  <a:lnTo>
                    <a:pt x="882215" y="3917759"/>
                  </a:lnTo>
                  <a:lnTo>
                    <a:pt x="886214" y="3901960"/>
                  </a:lnTo>
                  <a:lnTo>
                    <a:pt x="885136" y="3894864"/>
                  </a:lnTo>
                  <a:close/>
                </a:path>
                <a:path w="2279015" h="3976370">
                  <a:moveTo>
                    <a:pt x="862905" y="3863308"/>
                  </a:moveTo>
                  <a:lnTo>
                    <a:pt x="830048" y="3847954"/>
                  </a:lnTo>
                  <a:lnTo>
                    <a:pt x="814387" y="3844210"/>
                  </a:lnTo>
                  <a:lnTo>
                    <a:pt x="798946" y="3846739"/>
                  </a:lnTo>
                  <a:lnTo>
                    <a:pt x="785512" y="3854903"/>
                  </a:lnTo>
                  <a:lnTo>
                    <a:pt x="775841" y="3868051"/>
                  </a:lnTo>
                  <a:lnTo>
                    <a:pt x="771582" y="3877165"/>
                  </a:lnTo>
                  <a:lnTo>
                    <a:pt x="788693" y="3885161"/>
                  </a:lnTo>
                  <a:lnTo>
                    <a:pt x="792952" y="3876047"/>
                  </a:lnTo>
                  <a:lnTo>
                    <a:pt x="798125" y="3869028"/>
                  </a:lnTo>
                  <a:lnTo>
                    <a:pt x="805317" y="3864677"/>
                  </a:lnTo>
                  <a:lnTo>
                    <a:pt x="813589" y="3863340"/>
                  </a:lnTo>
                  <a:lnTo>
                    <a:pt x="822000" y="3865361"/>
                  </a:lnTo>
                  <a:lnTo>
                    <a:pt x="885136" y="3894864"/>
                  </a:lnTo>
                  <a:lnTo>
                    <a:pt x="883852" y="3886415"/>
                  </a:lnTo>
                  <a:lnTo>
                    <a:pt x="875874" y="3872943"/>
                  </a:lnTo>
                  <a:lnTo>
                    <a:pt x="862905" y="3863308"/>
                  </a:lnTo>
                  <a:close/>
                </a:path>
                <a:path w="2279015" h="3976370">
                  <a:moveTo>
                    <a:pt x="214285" y="3398670"/>
                  </a:moveTo>
                  <a:lnTo>
                    <a:pt x="197067" y="3390624"/>
                  </a:lnTo>
                  <a:lnTo>
                    <a:pt x="135107" y="3523213"/>
                  </a:lnTo>
                  <a:lnTo>
                    <a:pt x="152325" y="3531259"/>
                  </a:lnTo>
                  <a:lnTo>
                    <a:pt x="214285" y="3398670"/>
                  </a:lnTo>
                  <a:close/>
                </a:path>
                <a:path w="2279015" h="3976370">
                  <a:moveTo>
                    <a:pt x="2197250" y="989529"/>
                  </a:moveTo>
                  <a:lnTo>
                    <a:pt x="2180020" y="981477"/>
                  </a:lnTo>
                  <a:lnTo>
                    <a:pt x="838615" y="3851957"/>
                  </a:lnTo>
                  <a:lnTo>
                    <a:pt x="855845" y="3860009"/>
                  </a:lnTo>
                  <a:lnTo>
                    <a:pt x="2197250" y="989529"/>
                  </a:lnTo>
                  <a:close/>
                </a:path>
                <a:path w="2279015" h="3976370">
                  <a:moveTo>
                    <a:pt x="798836" y="2830748"/>
                  </a:moveTo>
                  <a:lnTo>
                    <a:pt x="781701" y="2822741"/>
                  </a:lnTo>
                  <a:lnTo>
                    <a:pt x="781001" y="2824020"/>
                  </a:lnTo>
                  <a:lnTo>
                    <a:pt x="439488" y="3409605"/>
                  </a:lnTo>
                  <a:lnTo>
                    <a:pt x="421969" y="3430424"/>
                  </a:lnTo>
                  <a:lnTo>
                    <a:pt x="399682" y="3443197"/>
                  </a:lnTo>
                  <a:lnTo>
                    <a:pt x="375051" y="3447061"/>
                  </a:lnTo>
                  <a:lnTo>
                    <a:pt x="350496" y="3441155"/>
                  </a:lnTo>
                  <a:lnTo>
                    <a:pt x="0" y="3277371"/>
                  </a:lnTo>
                  <a:lnTo>
                    <a:pt x="0" y="3298536"/>
                  </a:lnTo>
                  <a:lnTo>
                    <a:pt x="342389" y="3458533"/>
                  </a:lnTo>
                  <a:lnTo>
                    <a:pt x="373841" y="3466203"/>
                  </a:lnTo>
                  <a:lnTo>
                    <a:pt x="405296" y="3461493"/>
                  </a:lnTo>
                  <a:lnTo>
                    <a:pt x="433669" y="3445472"/>
                  </a:lnTo>
                  <a:lnTo>
                    <a:pt x="455877" y="3419208"/>
                  </a:lnTo>
                  <a:lnTo>
                    <a:pt x="797686" y="2833114"/>
                  </a:lnTo>
                  <a:lnTo>
                    <a:pt x="798836" y="2830748"/>
                  </a:lnTo>
                  <a:close/>
                </a:path>
                <a:path w="2279015" h="3976370">
                  <a:moveTo>
                    <a:pt x="1887025" y="1186366"/>
                  </a:moveTo>
                  <a:lnTo>
                    <a:pt x="1833419" y="1161316"/>
                  </a:lnTo>
                  <a:lnTo>
                    <a:pt x="1863717" y="1183827"/>
                  </a:lnTo>
                  <a:lnTo>
                    <a:pt x="1882373" y="1215310"/>
                  </a:lnTo>
                  <a:lnTo>
                    <a:pt x="1878868" y="1288676"/>
                  </a:lnTo>
                  <a:lnTo>
                    <a:pt x="1142635" y="2864144"/>
                  </a:lnTo>
                  <a:lnTo>
                    <a:pt x="1120034" y="2894829"/>
                  </a:lnTo>
                  <a:lnTo>
                    <a:pt x="1052505" y="2919743"/>
                  </a:lnTo>
                  <a:lnTo>
                    <a:pt x="1015802" y="2910939"/>
                  </a:lnTo>
                  <a:lnTo>
                    <a:pt x="11" y="2436268"/>
                  </a:lnTo>
                  <a:lnTo>
                    <a:pt x="11" y="2457462"/>
                  </a:lnTo>
                  <a:lnTo>
                    <a:pt x="1007672" y="2928335"/>
                  </a:lnTo>
                  <a:lnTo>
                    <a:pt x="1051677" y="2938883"/>
                  </a:lnTo>
                  <a:lnTo>
                    <a:pt x="1094975" y="2931817"/>
                  </a:lnTo>
                  <a:lnTo>
                    <a:pt x="1132639" y="2908962"/>
                  </a:lnTo>
                  <a:lnTo>
                    <a:pt x="1159746" y="2872140"/>
                  </a:lnTo>
                  <a:lnTo>
                    <a:pt x="1895979" y="1296672"/>
                  </a:lnTo>
                  <a:lnTo>
                    <a:pt x="1906838" y="1252250"/>
                  </a:lnTo>
                  <a:lnTo>
                    <a:pt x="1900219" y="1208671"/>
                  </a:lnTo>
                  <a:lnTo>
                    <a:pt x="1887025" y="1186366"/>
                  </a:lnTo>
                  <a:close/>
                </a:path>
                <a:path w="2279015" h="3976370">
                  <a:moveTo>
                    <a:pt x="1657670" y="1232920"/>
                  </a:moveTo>
                  <a:lnTo>
                    <a:pt x="677194" y="774750"/>
                  </a:lnTo>
                  <a:lnTo>
                    <a:pt x="631663" y="763842"/>
                  </a:lnTo>
                  <a:lnTo>
                    <a:pt x="586855" y="771152"/>
                  </a:lnTo>
                  <a:lnTo>
                    <a:pt x="547879" y="794785"/>
                  </a:lnTo>
                  <a:lnTo>
                    <a:pt x="519845" y="832844"/>
                  </a:lnTo>
                  <a:lnTo>
                    <a:pt x="18" y="1945224"/>
                  </a:lnTo>
                  <a:lnTo>
                    <a:pt x="13" y="2282450"/>
                  </a:lnTo>
                  <a:lnTo>
                    <a:pt x="958015" y="2730117"/>
                  </a:lnTo>
                  <a:lnTo>
                    <a:pt x="1003570" y="2741047"/>
                  </a:lnTo>
                  <a:lnTo>
                    <a:pt x="1048363" y="2733749"/>
                  </a:lnTo>
                  <a:lnTo>
                    <a:pt x="1087315" y="2710113"/>
                  </a:lnTo>
                  <a:lnTo>
                    <a:pt x="1115346" y="2672030"/>
                  </a:lnTo>
                  <a:lnTo>
                    <a:pt x="1714040" y="1390882"/>
                  </a:lnTo>
                  <a:lnTo>
                    <a:pt x="1725262" y="1344967"/>
                  </a:lnTo>
                  <a:lnTo>
                    <a:pt x="1718407" y="1299919"/>
                  </a:lnTo>
                  <a:lnTo>
                    <a:pt x="1695276" y="1260861"/>
                  </a:lnTo>
                  <a:lnTo>
                    <a:pt x="1657670" y="1232920"/>
                  </a:lnTo>
                  <a:close/>
                </a:path>
                <a:path w="2279015" h="3976370">
                  <a:moveTo>
                    <a:pt x="1841559" y="1143896"/>
                  </a:moveTo>
                  <a:lnTo>
                    <a:pt x="627573" y="576608"/>
                  </a:lnTo>
                  <a:lnTo>
                    <a:pt x="583523" y="566056"/>
                  </a:lnTo>
                  <a:lnTo>
                    <a:pt x="540191" y="573139"/>
                  </a:lnTo>
                  <a:lnTo>
                    <a:pt x="502522" y="596024"/>
                  </a:lnTo>
                  <a:lnTo>
                    <a:pt x="475418" y="632854"/>
                  </a:lnTo>
                  <a:lnTo>
                    <a:pt x="22" y="1650156"/>
                  </a:lnTo>
                  <a:lnTo>
                    <a:pt x="21" y="1695000"/>
                  </a:lnTo>
                  <a:lnTo>
                    <a:pt x="492617" y="640891"/>
                  </a:lnTo>
                  <a:lnTo>
                    <a:pt x="515223" y="610187"/>
                  </a:lnTo>
                  <a:lnTo>
                    <a:pt x="546634" y="591129"/>
                  </a:lnTo>
                  <a:lnTo>
                    <a:pt x="582741" y="585236"/>
                  </a:lnTo>
                  <a:lnTo>
                    <a:pt x="619432" y="594029"/>
                  </a:lnTo>
                  <a:lnTo>
                    <a:pt x="1887025" y="1186366"/>
                  </a:lnTo>
                  <a:lnTo>
                    <a:pt x="1877875" y="1170897"/>
                  </a:lnTo>
                  <a:lnTo>
                    <a:pt x="1841559" y="1143896"/>
                  </a:lnTo>
                  <a:close/>
                </a:path>
                <a:path w="2279015" h="3976370">
                  <a:moveTo>
                    <a:pt x="1839109" y="304236"/>
                  </a:moveTo>
                  <a:lnTo>
                    <a:pt x="1204296" y="7592"/>
                  </a:lnTo>
                  <a:lnTo>
                    <a:pt x="1172207" y="0"/>
                  </a:lnTo>
                  <a:lnTo>
                    <a:pt x="1140072" y="5291"/>
                  </a:lnTo>
                  <a:lnTo>
                    <a:pt x="1111309" y="22218"/>
                  </a:lnTo>
                  <a:lnTo>
                    <a:pt x="1089339" y="49531"/>
                  </a:lnTo>
                  <a:lnTo>
                    <a:pt x="768629" y="640164"/>
                  </a:lnTo>
                  <a:lnTo>
                    <a:pt x="768054" y="641222"/>
                  </a:lnTo>
                  <a:lnTo>
                    <a:pt x="767607" y="642045"/>
                  </a:lnTo>
                  <a:lnTo>
                    <a:pt x="784838" y="650097"/>
                  </a:lnTo>
                  <a:lnTo>
                    <a:pt x="1106001" y="58644"/>
                  </a:lnTo>
                  <a:lnTo>
                    <a:pt x="1123354" y="36922"/>
                  </a:lnTo>
                  <a:lnTo>
                    <a:pt x="1145961" y="23390"/>
                  </a:lnTo>
                  <a:lnTo>
                    <a:pt x="1171141" y="19047"/>
                  </a:lnTo>
                  <a:lnTo>
                    <a:pt x="1196212" y="24892"/>
                  </a:lnTo>
                  <a:lnTo>
                    <a:pt x="1876660" y="342860"/>
                  </a:lnTo>
                  <a:lnTo>
                    <a:pt x="1865510" y="323975"/>
                  </a:lnTo>
                  <a:lnTo>
                    <a:pt x="1839109" y="304236"/>
                  </a:lnTo>
                  <a:close/>
                </a:path>
                <a:path w="2279015" h="3976370">
                  <a:moveTo>
                    <a:pt x="1876660" y="342860"/>
                  </a:moveTo>
                  <a:lnTo>
                    <a:pt x="1831037" y="321541"/>
                  </a:lnTo>
                  <a:lnTo>
                    <a:pt x="1851601" y="337021"/>
                  </a:lnTo>
                  <a:lnTo>
                    <a:pt x="1864431" y="359126"/>
                  </a:lnTo>
                  <a:lnTo>
                    <a:pt x="1868565" y="385154"/>
                  </a:lnTo>
                  <a:lnTo>
                    <a:pt x="1863100" y="412283"/>
                  </a:lnTo>
                  <a:lnTo>
                    <a:pt x="1616451" y="1036345"/>
                  </a:lnTo>
                  <a:lnTo>
                    <a:pt x="1615648" y="1038329"/>
                  </a:lnTo>
                  <a:lnTo>
                    <a:pt x="1632831" y="1046358"/>
                  </a:lnTo>
                  <a:lnTo>
                    <a:pt x="1633676" y="1044395"/>
                  </a:lnTo>
                  <a:lnTo>
                    <a:pt x="1758724" y="728010"/>
                  </a:lnTo>
                  <a:lnTo>
                    <a:pt x="2173489" y="921827"/>
                  </a:lnTo>
                  <a:lnTo>
                    <a:pt x="2181573" y="904528"/>
                  </a:lnTo>
                  <a:lnTo>
                    <a:pt x="1765731" y="710208"/>
                  </a:lnTo>
                  <a:lnTo>
                    <a:pt x="1880244" y="420442"/>
                  </a:lnTo>
                  <a:lnTo>
                    <a:pt x="1880687" y="419322"/>
                  </a:lnTo>
                  <a:lnTo>
                    <a:pt x="1887541" y="384945"/>
                  </a:lnTo>
                  <a:lnTo>
                    <a:pt x="1882068" y="352020"/>
                  </a:lnTo>
                  <a:lnTo>
                    <a:pt x="1876660" y="342860"/>
                  </a:lnTo>
                  <a:close/>
                </a:path>
                <a:path w="2279015" h="3976370">
                  <a:moveTo>
                    <a:pt x="2173489" y="921827"/>
                  </a:moveTo>
                  <a:lnTo>
                    <a:pt x="2156378" y="913831"/>
                  </a:lnTo>
                  <a:lnTo>
                    <a:pt x="2152082" y="923026"/>
                  </a:lnTo>
                  <a:lnTo>
                    <a:pt x="2148337" y="938336"/>
                  </a:lnTo>
                  <a:lnTo>
                    <a:pt x="2148205" y="938878"/>
                  </a:lnTo>
                  <a:lnTo>
                    <a:pt x="2150571" y="954414"/>
                  </a:lnTo>
                  <a:lnTo>
                    <a:pt x="2158553" y="967877"/>
                  </a:lnTo>
                  <a:lnTo>
                    <a:pt x="2171524" y="977507"/>
                  </a:lnTo>
                  <a:lnTo>
                    <a:pt x="2204310" y="992828"/>
                  </a:lnTo>
                  <a:lnTo>
                    <a:pt x="2220019" y="996599"/>
                  </a:lnTo>
                  <a:lnTo>
                    <a:pt x="2235467" y="994085"/>
                  </a:lnTo>
                  <a:lnTo>
                    <a:pt x="2242843" y="989610"/>
                  </a:lnTo>
                  <a:lnTo>
                    <a:pt x="2179665" y="960087"/>
                  </a:lnTo>
                  <a:lnTo>
                    <a:pt x="2172719" y="954930"/>
                  </a:lnTo>
                  <a:lnTo>
                    <a:pt x="2168437" y="947729"/>
                  </a:lnTo>
                  <a:lnTo>
                    <a:pt x="2167151" y="939441"/>
                  </a:lnTo>
                  <a:lnTo>
                    <a:pt x="2169193" y="931021"/>
                  </a:lnTo>
                  <a:lnTo>
                    <a:pt x="2173489" y="921827"/>
                  </a:lnTo>
                  <a:close/>
                </a:path>
                <a:path w="2279015" h="3976370">
                  <a:moveTo>
                    <a:pt x="2277361" y="915536"/>
                  </a:moveTo>
                  <a:lnTo>
                    <a:pt x="2247049" y="901371"/>
                  </a:lnTo>
                  <a:lnTo>
                    <a:pt x="2253993" y="906530"/>
                  </a:lnTo>
                  <a:lnTo>
                    <a:pt x="2258269" y="913744"/>
                  </a:lnTo>
                  <a:lnTo>
                    <a:pt x="2241465" y="964794"/>
                  </a:lnTo>
                  <a:lnTo>
                    <a:pt x="2220862" y="977427"/>
                  </a:lnTo>
                  <a:lnTo>
                    <a:pt x="2212451" y="975408"/>
                  </a:lnTo>
                  <a:lnTo>
                    <a:pt x="2242843" y="989610"/>
                  </a:lnTo>
                  <a:lnTo>
                    <a:pt x="2274455" y="938498"/>
                  </a:lnTo>
                  <a:lnTo>
                    <a:pt x="2278452" y="922701"/>
                  </a:lnTo>
                  <a:lnTo>
                    <a:pt x="2277361" y="915536"/>
                  </a:lnTo>
                  <a:close/>
                </a:path>
                <a:path w="2279015" h="3976370">
                  <a:moveTo>
                    <a:pt x="2255133" y="884072"/>
                  </a:moveTo>
                  <a:lnTo>
                    <a:pt x="2222347" y="868751"/>
                  </a:lnTo>
                  <a:lnTo>
                    <a:pt x="2206638" y="864980"/>
                  </a:lnTo>
                  <a:lnTo>
                    <a:pt x="2191190" y="867494"/>
                  </a:lnTo>
                  <a:lnTo>
                    <a:pt x="2177754" y="875646"/>
                  </a:lnTo>
                  <a:lnTo>
                    <a:pt x="2168081" y="888790"/>
                  </a:lnTo>
                  <a:lnTo>
                    <a:pt x="2164463" y="896532"/>
                  </a:lnTo>
                  <a:lnTo>
                    <a:pt x="2181573" y="904528"/>
                  </a:lnTo>
                  <a:lnTo>
                    <a:pt x="2185192" y="896785"/>
                  </a:lnTo>
                  <a:lnTo>
                    <a:pt x="2190373" y="889748"/>
                  </a:lnTo>
                  <a:lnTo>
                    <a:pt x="2197573" y="885382"/>
                  </a:lnTo>
                  <a:lnTo>
                    <a:pt x="2205850" y="884033"/>
                  </a:lnTo>
                  <a:lnTo>
                    <a:pt x="2214263" y="886050"/>
                  </a:lnTo>
                  <a:lnTo>
                    <a:pt x="2277361" y="915536"/>
                  </a:lnTo>
                  <a:lnTo>
                    <a:pt x="2276086" y="907165"/>
                  </a:lnTo>
                  <a:lnTo>
                    <a:pt x="2268104" y="893703"/>
                  </a:lnTo>
                  <a:lnTo>
                    <a:pt x="2255133" y="884072"/>
                  </a:lnTo>
                  <a:close/>
                </a:path>
              </a:pathLst>
            </a:custGeom>
            <a:solidFill>
              <a:srgbClr val="04040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808694" y="2096289"/>
              <a:ext cx="443230" cy="529590"/>
            </a:xfrm>
            <a:custGeom>
              <a:avLst/>
              <a:gdLst/>
              <a:ahLst/>
              <a:cxnLst/>
              <a:rect l="l" t="t" r="r" b="b"/>
              <a:pathLst>
                <a:path w="443230" h="529589">
                  <a:moveTo>
                    <a:pt x="321737" y="0"/>
                  </a:moveTo>
                  <a:lnTo>
                    <a:pt x="9344" y="236946"/>
                  </a:lnTo>
                  <a:lnTo>
                    <a:pt x="3371" y="241524"/>
                  </a:lnTo>
                  <a:lnTo>
                    <a:pt x="0" y="248644"/>
                  </a:lnTo>
                  <a:lnTo>
                    <a:pt x="320" y="256164"/>
                  </a:lnTo>
                  <a:lnTo>
                    <a:pt x="673" y="263551"/>
                  </a:lnTo>
                  <a:lnTo>
                    <a:pt x="4658" y="270277"/>
                  </a:lnTo>
                  <a:lnTo>
                    <a:pt x="10892" y="274222"/>
                  </a:lnTo>
                  <a:lnTo>
                    <a:pt x="427678" y="529414"/>
                  </a:lnTo>
                  <a:lnTo>
                    <a:pt x="443059" y="504175"/>
                  </a:lnTo>
                  <a:lnTo>
                    <a:pt x="34881" y="254332"/>
                  </a:lnTo>
                  <a:lnTo>
                    <a:pt x="339179" y="23479"/>
                  </a:lnTo>
                  <a:lnTo>
                    <a:pt x="321737" y="0"/>
                  </a:lnTo>
                  <a:close/>
                </a:path>
              </a:pathLst>
            </a:custGeom>
            <a:solidFill>
              <a:srgbClr val="E7514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/>
          <p:nvPr/>
        </p:nvSpPr>
        <p:spPr>
          <a:xfrm>
            <a:off x="12595290" y="0"/>
            <a:ext cx="5692775" cy="2505075"/>
          </a:xfrm>
          <a:custGeom>
            <a:avLst/>
            <a:gdLst/>
            <a:ahLst/>
            <a:cxnLst/>
            <a:rect l="l" t="t" r="r" b="b"/>
            <a:pathLst>
              <a:path w="5692775" h="2505075">
                <a:moveTo>
                  <a:pt x="4232831" y="2504511"/>
                </a:moveTo>
                <a:lnTo>
                  <a:pt x="4151385" y="2504511"/>
                </a:lnTo>
                <a:lnTo>
                  <a:pt x="4025731" y="2503330"/>
                </a:lnTo>
                <a:lnTo>
                  <a:pt x="3898739" y="2500397"/>
                </a:lnTo>
                <a:lnTo>
                  <a:pt x="3784343" y="2495933"/>
                </a:lnTo>
                <a:lnTo>
                  <a:pt x="3732870" y="2493176"/>
                </a:lnTo>
                <a:lnTo>
                  <a:pt x="3685748" y="2490097"/>
                </a:lnTo>
                <a:lnTo>
                  <a:pt x="3643378" y="2486714"/>
                </a:lnTo>
                <a:lnTo>
                  <a:pt x="3574494" y="2479118"/>
                </a:lnTo>
                <a:lnTo>
                  <a:pt x="3529422" y="2470548"/>
                </a:lnTo>
                <a:lnTo>
                  <a:pt x="3482026" y="2436671"/>
                </a:lnTo>
                <a:lnTo>
                  <a:pt x="3464899" y="2397938"/>
                </a:lnTo>
                <a:lnTo>
                  <a:pt x="3465349" y="2356718"/>
                </a:lnTo>
                <a:lnTo>
                  <a:pt x="3483292" y="2319442"/>
                </a:lnTo>
                <a:lnTo>
                  <a:pt x="3518636" y="2293353"/>
                </a:lnTo>
                <a:lnTo>
                  <a:pt x="3563364" y="2287379"/>
                </a:lnTo>
                <a:lnTo>
                  <a:pt x="3627315" y="2284493"/>
                </a:lnTo>
                <a:lnTo>
                  <a:pt x="3674117" y="2283262"/>
                </a:lnTo>
                <a:lnTo>
                  <a:pt x="3675674" y="2283262"/>
                </a:lnTo>
                <a:lnTo>
                  <a:pt x="3721508" y="2282416"/>
                </a:lnTo>
                <a:lnTo>
                  <a:pt x="4010696" y="2280454"/>
                </a:lnTo>
                <a:lnTo>
                  <a:pt x="4330448" y="2280455"/>
                </a:lnTo>
                <a:lnTo>
                  <a:pt x="4494372" y="2281663"/>
                </a:lnTo>
                <a:lnTo>
                  <a:pt x="4557307" y="2283262"/>
                </a:lnTo>
                <a:lnTo>
                  <a:pt x="4605251" y="2285627"/>
                </a:lnTo>
                <a:lnTo>
                  <a:pt x="4670809" y="2293609"/>
                </a:lnTo>
                <a:lnTo>
                  <a:pt x="4715861" y="2316449"/>
                </a:lnTo>
                <a:lnTo>
                  <a:pt x="4732991" y="2356583"/>
                </a:lnTo>
                <a:lnTo>
                  <a:pt x="4733035" y="2356718"/>
                </a:lnTo>
                <a:lnTo>
                  <a:pt x="4732884" y="2421252"/>
                </a:lnTo>
                <a:lnTo>
                  <a:pt x="4685442" y="2477414"/>
                </a:lnTo>
                <a:lnTo>
                  <a:pt x="4660739" y="2490097"/>
                </a:lnTo>
                <a:lnTo>
                  <a:pt x="4661030" y="2490097"/>
                </a:lnTo>
                <a:lnTo>
                  <a:pt x="4640078" y="2494408"/>
                </a:lnTo>
                <a:lnTo>
                  <a:pt x="4609314" y="2497479"/>
                </a:lnTo>
                <a:lnTo>
                  <a:pt x="4564269" y="2499702"/>
                </a:lnTo>
                <a:lnTo>
                  <a:pt x="4501068" y="2501345"/>
                </a:lnTo>
                <a:lnTo>
                  <a:pt x="4232831" y="2504511"/>
                </a:lnTo>
                <a:close/>
              </a:path>
              <a:path w="5692775" h="2505075">
                <a:moveTo>
                  <a:pt x="3053308" y="2411332"/>
                </a:moveTo>
                <a:lnTo>
                  <a:pt x="3001838" y="2405774"/>
                </a:lnTo>
                <a:lnTo>
                  <a:pt x="2918715" y="2384304"/>
                </a:lnTo>
                <a:lnTo>
                  <a:pt x="2860078" y="2366423"/>
                </a:lnTo>
                <a:lnTo>
                  <a:pt x="2787477" y="2343196"/>
                </a:lnTo>
                <a:lnTo>
                  <a:pt x="2623255" y="2288829"/>
                </a:lnTo>
                <a:lnTo>
                  <a:pt x="2555326" y="2265204"/>
                </a:lnTo>
                <a:lnTo>
                  <a:pt x="2494800" y="2243150"/>
                </a:lnTo>
                <a:lnTo>
                  <a:pt x="2441331" y="2222521"/>
                </a:lnTo>
                <a:lnTo>
                  <a:pt x="2394574" y="2203170"/>
                </a:lnTo>
                <a:lnTo>
                  <a:pt x="2354183" y="2184951"/>
                </a:lnTo>
                <a:lnTo>
                  <a:pt x="2319812" y="2167716"/>
                </a:lnTo>
                <a:lnTo>
                  <a:pt x="2267750" y="2135615"/>
                </a:lnTo>
                <a:lnTo>
                  <a:pt x="2224318" y="2085546"/>
                </a:lnTo>
                <a:lnTo>
                  <a:pt x="2216162" y="2046624"/>
                </a:lnTo>
                <a:lnTo>
                  <a:pt x="2223896" y="2008440"/>
                </a:lnTo>
                <a:lnTo>
                  <a:pt x="2246516" y="1975746"/>
                </a:lnTo>
                <a:lnTo>
                  <a:pt x="2283017" y="1953292"/>
                </a:lnTo>
                <a:lnTo>
                  <a:pt x="2307799" y="1947385"/>
                </a:lnTo>
                <a:lnTo>
                  <a:pt x="2333490" y="1948578"/>
                </a:lnTo>
                <a:lnTo>
                  <a:pt x="2362820" y="1957408"/>
                </a:lnTo>
                <a:lnTo>
                  <a:pt x="2398515" y="1974414"/>
                </a:lnTo>
                <a:lnTo>
                  <a:pt x="2422529" y="1986309"/>
                </a:lnTo>
                <a:lnTo>
                  <a:pt x="2450957" y="1998813"/>
                </a:lnTo>
                <a:lnTo>
                  <a:pt x="2523709" y="2026560"/>
                </a:lnTo>
                <a:lnTo>
                  <a:pt x="2569359" y="2042260"/>
                </a:lnTo>
                <a:lnTo>
                  <a:pt x="2622079" y="2059482"/>
                </a:lnTo>
                <a:lnTo>
                  <a:pt x="2751378" y="2099408"/>
                </a:lnTo>
                <a:lnTo>
                  <a:pt x="2923956" y="2151081"/>
                </a:lnTo>
                <a:lnTo>
                  <a:pt x="2998709" y="2175453"/>
                </a:lnTo>
                <a:lnTo>
                  <a:pt x="3055792" y="2196946"/>
                </a:lnTo>
                <a:lnTo>
                  <a:pt x="3097454" y="2216824"/>
                </a:lnTo>
                <a:lnTo>
                  <a:pt x="3143508" y="2256781"/>
                </a:lnTo>
                <a:lnTo>
                  <a:pt x="3154862" y="2305422"/>
                </a:lnTo>
                <a:lnTo>
                  <a:pt x="3151485" y="2339523"/>
                </a:lnTo>
                <a:lnTo>
                  <a:pt x="3121994" y="2386679"/>
                </a:lnTo>
                <a:lnTo>
                  <a:pt x="3084726" y="2405774"/>
                </a:lnTo>
                <a:lnTo>
                  <a:pt x="3064868" y="2410352"/>
                </a:lnTo>
                <a:lnTo>
                  <a:pt x="3065079" y="2410352"/>
                </a:lnTo>
                <a:lnTo>
                  <a:pt x="3053308" y="2411332"/>
                </a:lnTo>
                <a:close/>
              </a:path>
              <a:path w="5692775" h="2505075">
                <a:moveTo>
                  <a:pt x="5163270" y="2322523"/>
                </a:moveTo>
                <a:lnTo>
                  <a:pt x="5090770" y="2294065"/>
                </a:lnTo>
                <a:lnTo>
                  <a:pt x="5064032" y="2257785"/>
                </a:lnTo>
                <a:lnTo>
                  <a:pt x="5057472" y="2215000"/>
                </a:lnTo>
                <a:lnTo>
                  <a:pt x="5073164" y="2170545"/>
                </a:lnTo>
                <a:lnTo>
                  <a:pt x="5128375" y="2130753"/>
                </a:lnTo>
                <a:lnTo>
                  <a:pt x="5171765" y="2113840"/>
                </a:lnTo>
                <a:lnTo>
                  <a:pt x="5235635" y="2091681"/>
                </a:lnTo>
                <a:lnTo>
                  <a:pt x="5380223" y="2043829"/>
                </a:lnTo>
                <a:lnTo>
                  <a:pt x="5543810" y="1987798"/>
                </a:lnTo>
                <a:lnTo>
                  <a:pt x="5629995" y="1956857"/>
                </a:lnTo>
                <a:lnTo>
                  <a:pt x="5660053" y="1945448"/>
                </a:lnTo>
                <a:lnTo>
                  <a:pt x="5689392" y="1933150"/>
                </a:lnTo>
                <a:lnTo>
                  <a:pt x="5692709" y="1931643"/>
                </a:lnTo>
                <a:lnTo>
                  <a:pt x="5692709" y="2171587"/>
                </a:lnTo>
                <a:lnTo>
                  <a:pt x="5620981" y="2194823"/>
                </a:lnTo>
                <a:lnTo>
                  <a:pt x="5325657" y="2283902"/>
                </a:lnTo>
                <a:lnTo>
                  <a:pt x="5263629" y="2301657"/>
                </a:lnTo>
                <a:lnTo>
                  <a:pt x="5218014" y="2313545"/>
                </a:lnTo>
                <a:lnTo>
                  <a:pt x="5185379" y="2320292"/>
                </a:lnTo>
                <a:lnTo>
                  <a:pt x="5163270" y="2322523"/>
                </a:lnTo>
                <a:close/>
              </a:path>
              <a:path w="5692775" h="2505075">
                <a:moveTo>
                  <a:pt x="670475" y="863600"/>
                </a:moveTo>
                <a:lnTo>
                  <a:pt x="593127" y="863600"/>
                </a:lnTo>
                <a:lnTo>
                  <a:pt x="571107" y="850900"/>
                </a:lnTo>
                <a:lnTo>
                  <a:pt x="548087" y="838200"/>
                </a:lnTo>
                <a:lnTo>
                  <a:pt x="526488" y="825500"/>
                </a:lnTo>
                <a:lnTo>
                  <a:pt x="502046" y="800100"/>
                </a:lnTo>
                <a:lnTo>
                  <a:pt x="475138" y="774700"/>
                </a:lnTo>
                <a:lnTo>
                  <a:pt x="446138" y="749300"/>
                </a:lnTo>
                <a:lnTo>
                  <a:pt x="415423" y="711200"/>
                </a:lnTo>
                <a:lnTo>
                  <a:pt x="383369" y="660400"/>
                </a:lnTo>
                <a:lnTo>
                  <a:pt x="350351" y="622300"/>
                </a:lnTo>
                <a:lnTo>
                  <a:pt x="249270" y="469900"/>
                </a:lnTo>
                <a:lnTo>
                  <a:pt x="216153" y="419100"/>
                </a:lnTo>
                <a:lnTo>
                  <a:pt x="183950" y="368300"/>
                </a:lnTo>
                <a:lnTo>
                  <a:pt x="153038" y="317500"/>
                </a:lnTo>
                <a:lnTo>
                  <a:pt x="123792" y="266700"/>
                </a:lnTo>
                <a:lnTo>
                  <a:pt x="96587" y="215900"/>
                </a:lnTo>
                <a:lnTo>
                  <a:pt x="71800" y="177800"/>
                </a:lnTo>
                <a:lnTo>
                  <a:pt x="49805" y="127000"/>
                </a:lnTo>
                <a:lnTo>
                  <a:pt x="30979" y="88900"/>
                </a:lnTo>
                <a:lnTo>
                  <a:pt x="15698" y="50800"/>
                </a:lnTo>
                <a:lnTo>
                  <a:pt x="4336" y="12700"/>
                </a:lnTo>
                <a:lnTo>
                  <a:pt x="0" y="0"/>
                </a:lnTo>
                <a:lnTo>
                  <a:pt x="224174" y="0"/>
                </a:lnTo>
                <a:lnTo>
                  <a:pt x="242375" y="38100"/>
                </a:lnTo>
                <a:lnTo>
                  <a:pt x="263464" y="76200"/>
                </a:lnTo>
                <a:lnTo>
                  <a:pt x="287160" y="114300"/>
                </a:lnTo>
                <a:lnTo>
                  <a:pt x="313182" y="165100"/>
                </a:lnTo>
                <a:lnTo>
                  <a:pt x="341251" y="215900"/>
                </a:lnTo>
                <a:lnTo>
                  <a:pt x="371085" y="254000"/>
                </a:lnTo>
                <a:lnTo>
                  <a:pt x="402404" y="304800"/>
                </a:lnTo>
                <a:lnTo>
                  <a:pt x="434929" y="355600"/>
                </a:lnTo>
                <a:lnTo>
                  <a:pt x="468377" y="393700"/>
                </a:lnTo>
                <a:lnTo>
                  <a:pt x="502470" y="444500"/>
                </a:lnTo>
                <a:lnTo>
                  <a:pt x="536926" y="495300"/>
                </a:lnTo>
                <a:lnTo>
                  <a:pt x="605806" y="571500"/>
                </a:lnTo>
                <a:lnTo>
                  <a:pt x="661608" y="647700"/>
                </a:lnTo>
                <a:lnTo>
                  <a:pt x="699893" y="698500"/>
                </a:lnTo>
                <a:lnTo>
                  <a:pt x="721877" y="736600"/>
                </a:lnTo>
                <a:lnTo>
                  <a:pt x="728771" y="774700"/>
                </a:lnTo>
                <a:lnTo>
                  <a:pt x="721789" y="800100"/>
                </a:lnTo>
                <a:lnTo>
                  <a:pt x="702146" y="838200"/>
                </a:lnTo>
                <a:lnTo>
                  <a:pt x="686924" y="850900"/>
                </a:lnTo>
                <a:lnTo>
                  <a:pt x="670475" y="863600"/>
                </a:lnTo>
                <a:close/>
              </a:path>
              <a:path w="5692775" h="2505075">
                <a:moveTo>
                  <a:pt x="1505805" y="673100"/>
                </a:moveTo>
                <a:lnTo>
                  <a:pt x="1454520" y="673100"/>
                </a:lnTo>
                <a:lnTo>
                  <a:pt x="1425844" y="660400"/>
                </a:lnTo>
                <a:lnTo>
                  <a:pt x="1395736" y="647700"/>
                </a:lnTo>
                <a:lnTo>
                  <a:pt x="1364639" y="635000"/>
                </a:lnTo>
                <a:lnTo>
                  <a:pt x="1339556" y="609600"/>
                </a:lnTo>
                <a:lnTo>
                  <a:pt x="1311860" y="596900"/>
                </a:lnTo>
                <a:lnTo>
                  <a:pt x="1281798" y="571500"/>
                </a:lnTo>
                <a:lnTo>
                  <a:pt x="1249616" y="546100"/>
                </a:lnTo>
                <a:lnTo>
                  <a:pt x="1215563" y="508000"/>
                </a:lnTo>
                <a:lnTo>
                  <a:pt x="1179884" y="482600"/>
                </a:lnTo>
                <a:lnTo>
                  <a:pt x="1142826" y="444500"/>
                </a:lnTo>
                <a:lnTo>
                  <a:pt x="1104636" y="406400"/>
                </a:lnTo>
                <a:lnTo>
                  <a:pt x="1065561" y="368300"/>
                </a:lnTo>
                <a:lnTo>
                  <a:pt x="1025849" y="330200"/>
                </a:lnTo>
                <a:lnTo>
                  <a:pt x="985744" y="279400"/>
                </a:lnTo>
                <a:lnTo>
                  <a:pt x="905349" y="203200"/>
                </a:lnTo>
                <a:lnTo>
                  <a:pt x="865552" y="152400"/>
                </a:lnTo>
                <a:lnTo>
                  <a:pt x="826351" y="114300"/>
                </a:lnTo>
                <a:lnTo>
                  <a:pt x="787992" y="63500"/>
                </a:lnTo>
                <a:lnTo>
                  <a:pt x="750723" y="25400"/>
                </a:lnTo>
                <a:lnTo>
                  <a:pt x="725421" y="0"/>
                </a:lnTo>
                <a:lnTo>
                  <a:pt x="1029699" y="0"/>
                </a:lnTo>
                <a:lnTo>
                  <a:pt x="1069036" y="38100"/>
                </a:lnTo>
                <a:lnTo>
                  <a:pt x="1109039" y="88900"/>
                </a:lnTo>
                <a:lnTo>
                  <a:pt x="1270997" y="241300"/>
                </a:lnTo>
                <a:lnTo>
                  <a:pt x="1310794" y="279400"/>
                </a:lnTo>
                <a:lnTo>
                  <a:pt x="1349843" y="317500"/>
                </a:lnTo>
                <a:lnTo>
                  <a:pt x="1387908" y="355600"/>
                </a:lnTo>
                <a:lnTo>
                  <a:pt x="1424753" y="381000"/>
                </a:lnTo>
                <a:lnTo>
                  <a:pt x="1488330" y="444500"/>
                </a:lnTo>
                <a:lnTo>
                  <a:pt x="1532987" y="495300"/>
                </a:lnTo>
                <a:lnTo>
                  <a:pt x="1560649" y="533400"/>
                </a:lnTo>
                <a:lnTo>
                  <a:pt x="1573242" y="558800"/>
                </a:lnTo>
                <a:lnTo>
                  <a:pt x="1572692" y="584200"/>
                </a:lnTo>
                <a:lnTo>
                  <a:pt x="1560926" y="622300"/>
                </a:lnTo>
                <a:lnTo>
                  <a:pt x="1546057" y="647700"/>
                </a:lnTo>
                <a:lnTo>
                  <a:pt x="1527534" y="660400"/>
                </a:lnTo>
                <a:lnTo>
                  <a:pt x="1505805" y="673100"/>
                </a:lnTo>
                <a:close/>
              </a:path>
              <a:path w="5692775" h="2505075">
                <a:moveTo>
                  <a:pt x="2294044" y="482600"/>
                </a:moveTo>
                <a:lnTo>
                  <a:pt x="2271195" y="482600"/>
                </a:lnTo>
                <a:lnTo>
                  <a:pt x="2242267" y="469900"/>
                </a:lnTo>
                <a:lnTo>
                  <a:pt x="2208558" y="457200"/>
                </a:lnTo>
                <a:lnTo>
                  <a:pt x="2169190" y="444500"/>
                </a:lnTo>
                <a:lnTo>
                  <a:pt x="2123287" y="419100"/>
                </a:lnTo>
                <a:lnTo>
                  <a:pt x="2069971" y="381000"/>
                </a:lnTo>
                <a:lnTo>
                  <a:pt x="2008368" y="342900"/>
                </a:lnTo>
                <a:lnTo>
                  <a:pt x="1973106" y="317500"/>
                </a:lnTo>
                <a:lnTo>
                  <a:pt x="1934868" y="292100"/>
                </a:lnTo>
                <a:lnTo>
                  <a:pt x="1894104" y="254000"/>
                </a:lnTo>
                <a:lnTo>
                  <a:pt x="1851261" y="228600"/>
                </a:lnTo>
                <a:lnTo>
                  <a:pt x="1806788" y="190500"/>
                </a:lnTo>
                <a:lnTo>
                  <a:pt x="1761133" y="165100"/>
                </a:lnTo>
                <a:lnTo>
                  <a:pt x="1621562" y="50800"/>
                </a:lnTo>
                <a:lnTo>
                  <a:pt x="1575663" y="12700"/>
                </a:lnTo>
                <a:lnTo>
                  <a:pt x="1543413" y="0"/>
                </a:lnTo>
                <a:lnTo>
                  <a:pt x="1911067" y="0"/>
                </a:lnTo>
                <a:lnTo>
                  <a:pt x="1939963" y="12700"/>
                </a:lnTo>
                <a:lnTo>
                  <a:pt x="1985507" y="50800"/>
                </a:lnTo>
                <a:lnTo>
                  <a:pt x="2027855" y="88900"/>
                </a:lnTo>
                <a:lnTo>
                  <a:pt x="2067138" y="114300"/>
                </a:lnTo>
                <a:lnTo>
                  <a:pt x="2103485" y="139700"/>
                </a:lnTo>
                <a:lnTo>
                  <a:pt x="2137028" y="165100"/>
                </a:lnTo>
                <a:lnTo>
                  <a:pt x="2167898" y="190500"/>
                </a:lnTo>
                <a:lnTo>
                  <a:pt x="2196224" y="203200"/>
                </a:lnTo>
                <a:lnTo>
                  <a:pt x="2222139" y="228600"/>
                </a:lnTo>
                <a:lnTo>
                  <a:pt x="2245772" y="241300"/>
                </a:lnTo>
                <a:lnTo>
                  <a:pt x="2267254" y="254000"/>
                </a:lnTo>
                <a:lnTo>
                  <a:pt x="2319699" y="292100"/>
                </a:lnTo>
                <a:lnTo>
                  <a:pt x="2356491" y="317500"/>
                </a:lnTo>
                <a:lnTo>
                  <a:pt x="2377788" y="355600"/>
                </a:lnTo>
                <a:lnTo>
                  <a:pt x="2374540" y="419100"/>
                </a:lnTo>
                <a:lnTo>
                  <a:pt x="2332922" y="457200"/>
                </a:lnTo>
                <a:lnTo>
                  <a:pt x="2314393" y="469900"/>
                </a:lnTo>
                <a:lnTo>
                  <a:pt x="2294044" y="482600"/>
                </a:lnTo>
                <a:close/>
              </a:path>
              <a:path w="5692775" h="2505075">
                <a:moveTo>
                  <a:pt x="4837621" y="850900"/>
                </a:moveTo>
                <a:lnTo>
                  <a:pt x="4666723" y="850900"/>
                </a:lnTo>
                <a:lnTo>
                  <a:pt x="4634211" y="825500"/>
                </a:lnTo>
                <a:lnTo>
                  <a:pt x="4618333" y="787400"/>
                </a:lnTo>
                <a:lnTo>
                  <a:pt x="4613535" y="774700"/>
                </a:lnTo>
                <a:lnTo>
                  <a:pt x="4616505" y="723900"/>
                </a:lnTo>
                <a:lnTo>
                  <a:pt x="4659372" y="673100"/>
                </a:lnTo>
                <a:lnTo>
                  <a:pt x="4700880" y="647700"/>
                </a:lnTo>
                <a:lnTo>
                  <a:pt x="4758017" y="635000"/>
                </a:lnTo>
                <a:lnTo>
                  <a:pt x="4832468" y="609600"/>
                </a:lnTo>
                <a:lnTo>
                  <a:pt x="4881487" y="596900"/>
                </a:lnTo>
                <a:lnTo>
                  <a:pt x="4986656" y="571500"/>
                </a:lnTo>
                <a:lnTo>
                  <a:pt x="5040241" y="546100"/>
                </a:lnTo>
                <a:lnTo>
                  <a:pt x="5092784" y="533400"/>
                </a:lnTo>
                <a:lnTo>
                  <a:pt x="5143000" y="508000"/>
                </a:lnTo>
                <a:lnTo>
                  <a:pt x="5189610" y="495300"/>
                </a:lnTo>
                <a:lnTo>
                  <a:pt x="5231328" y="482600"/>
                </a:lnTo>
                <a:lnTo>
                  <a:pt x="5266875" y="457200"/>
                </a:lnTo>
                <a:lnTo>
                  <a:pt x="5301020" y="444500"/>
                </a:lnTo>
                <a:lnTo>
                  <a:pt x="5334813" y="419100"/>
                </a:lnTo>
                <a:lnTo>
                  <a:pt x="5370323" y="406401"/>
                </a:lnTo>
                <a:lnTo>
                  <a:pt x="5409622" y="381001"/>
                </a:lnTo>
                <a:lnTo>
                  <a:pt x="5454782" y="342901"/>
                </a:lnTo>
                <a:lnTo>
                  <a:pt x="5507875" y="304801"/>
                </a:lnTo>
                <a:lnTo>
                  <a:pt x="5542874" y="292101"/>
                </a:lnTo>
                <a:lnTo>
                  <a:pt x="5576424" y="279401"/>
                </a:lnTo>
                <a:lnTo>
                  <a:pt x="5654133" y="330201"/>
                </a:lnTo>
                <a:lnTo>
                  <a:pt x="5669612" y="368301"/>
                </a:lnTo>
                <a:lnTo>
                  <a:pt x="5671270" y="381001"/>
                </a:lnTo>
                <a:lnTo>
                  <a:pt x="5669281" y="406401"/>
                </a:lnTo>
                <a:lnTo>
                  <a:pt x="5661494" y="431801"/>
                </a:lnTo>
                <a:lnTo>
                  <a:pt x="5645181" y="444501"/>
                </a:lnTo>
                <a:lnTo>
                  <a:pt x="5617613" y="482601"/>
                </a:lnTo>
                <a:lnTo>
                  <a:pt x="5588387" y="508001"/>
                </a:lnTo>
                <a:lnTo>
                  <a:pt x="5556056" y="533401"/>
                </a:lnTo>
                <a:lnTo>
                  <a:pt x="5520744" y="558801"/>
                </a:lnTo>
                <a:lnTo>
                  <a:pt x="5482576" y="584201"/>
                </a:lnTo>
                <a:lnTo>
                  <a:pt x="5441677" y="609601"/>
                </a:lnTo>
                <a:lnTo>
                  <a:pt x="5398169" y="635001"/>
                </a:lnTo>
                <a:lnTo>
                  <a:pt x="5352178" y="660400"/>
                </a:lnTo>
                <a:lnTo>
                  <a:pt x="5303827" y="685800"/>
                </a:lnTo>
                <a:lnTo>
                  <a:pt x="5253241" y="711200"/>
                </a:lnTo>
                <a:lnTo>
                  <a:pt x="5200544" y="723900"/>
                </a:lnTo>
                <a:lnTo>
                  <a:pt x="5145860" y="749300"/>
                </a:lnTo>
                <a:lnTo>
                  <a:pt x="5089313" y="774700"/>
                </a:lnTo>
                <a:lnTo>
                  <a:pt x="5031028" y="787400"/>
                </a:lnTo>
                <a:lnTo>
                  <a:pt x="4957711" y="812800"/>
                </a:lnTo>
                <a:lnTo>
                  <a:pt x="4893456" y="838200"/>
                </a:lnTo>
                <a:lnTo>
                  <a:pt x="4837621" y="850900"/>
                </a:lnTo>
                <a:close/>
              </a:path>
              <a:path w="5692775" h="2505075">
                <a:moveTo>
                  <a:pt x="2968814" y="698500"/>
                </a:moveTo>
                <a:lnTo>
                  <a:pt x="2898727" y="698500"/>
                </a:lnTo>
                <a:lnTo>
                  <a:pt x="2855105" y="685800"/>
                </a:lnTo>
                <a:lnTo>
                  <a:pt x="2801911" y="660400"/>
                </a:lnTo>
                <a:lnTo>
                  <a:pt x="2745329" y="647700"/>
                </a:lnTo>
                <a:lnTo>
                  <a:pt x="2691542" y="622300"/>
                </a:lnTo>
                <a:lnTo>
                  <a:pt x="2646732" y="609600"/>
                </a:lnTo>
                <a:lnTo>
                  <a:pt x="2617083" y="596900"/>
                </a:lnTo>
                <a:lnTo>
                  <a:pt x="2586245" y="558800"/>
                </a:lnTo>
                <a:lnTo>
                  <a:pt x="2568633" y="533400"/>
                </a:lnTo>
                <a:lnTo>
                  <a:pt x="2564743" y="495300"/>
                </a:lnTo>
                <a:lnTo>
                  <a:pt x="2575070" y="457200"/>
                </a:lnTo>
                <a:lnTo>
                  <a:pt x="2600107" y="419100"/>
                </a:lnTo>
                <a:lnTo>
                  <a:pt x="2631857" y="406400"/>
                </a:lnTo>
                <a:lnTo>
                  <a:pt x="2721730" y="406400"/>
                </a:lnTo>
                <a:lnTo>
                  <a:pt x="2787754" y="431800"/>
                </a:lnTo>
                <a:lnTo>
                  <a:pt x="2941043" y="495300"/>
                </a:lnTo>
                <a:lnTo>
                  <a:pt x="2980110" y="520700"/>
                </a:lnTo>
                <a:lnTo>
                  <a:pt x="3003069" y="546100"/>
                </a:lnTo>
                <a:lnTo>
                  <a:pt x="3016628" y="558800"/>
                </a:lnTo>
                <a:lnTo>
                  <a:pt x="3027374" y="596900"/>
                </a:lnTo>
                <a:lnTo>
                  <a:pt x="3021474" y="635000"/>
                </a:lnTo>
                <a:lnTo>
                  <a:pt x="3001197" y="673100"/>
                </a:lnTo>
                <a:lnTo>
                  <a:pt x="2968814" y="698500"/>
                </a:lnTo>
                <a:close/>
              </a:path>
              <a:path w="5692775" h="2505075">
                <a:moveTo>
                  <a:pt x="4121165" y="850900"/>
                </a:moveTo>
                <a:lnTo>
                  <a:pt x="3586844" y="850900"/>
                </a:lnTo>
                <a:lnTo>
                  <a:pt x="3529976" y="838200"/>
                </a:lnTo>
                <a:lnTo>
                  <a:pt x="3476196" y="838200"/>
                </a:lnTo>
                <a:lnTo>
                  <a:pt x="3426130" y="825500"/>
                </a:lnTo>
                <a:lnTo>
                  <a:pt x="3380402" y="812800"/>
                </a:lnTo>
                <a:lnTo>
                  <a:pt x="3339639" y="800100"/>
                </a:lnTo>
                <a:lnTo>
                  <a:pt x="3304465" y="787400"/>
                </a:lnTo>
                <a:lnTo>
                  <a:pt x="3275505" y="787400"/>
                </a:lnTo>
                <a:lnTo>
                  <a:pt x="3253385" y="774700"/>
                </a:lnTo>
                <a:lnTo>
                  <a:pt x="3220896" y="736600"/>
                </a:lnTo>
                <a:lnTo>
                  <a:pt x="3196280" y="711200"/>
                </a:lnTo>
                <a:lnTo>
                  <a:pt x="3182406" y="673100"/>
                </a:lnTo>
                <a:lnTo>
                  <a:pt x="3182319" y="660400"/>
                </a:lnTo>
                <a:lnTo>
                  <a:pt x="3182232" y="647700"/>
                </a:lnTo>
                <a:lnTo>
                  <a:pt x="3182146" y="635000"/>
                </a:lnTo>
                <a:lnTo>
                  <a:pt x="3205421" y="596900"/>
                </a:lnTo>
                <a:lnTo>
                  <a:pt x="3243111" y="558800"/>
                </a:lnTo>
                <a:lnTo>
                  <a:pt x="3337645" y="558800"/>
                </a:lnTo>
                <a:lnTo>
                  <a:pt x="3425268" y="584200"/>
                </a:lnTo>
                <a:lnTo>
                  <a:pt x="3477017" y="596900"/>
                </a:lnTo>
                <a:lnTo>
                  <a:pt x="3588637" y="622300"/>
                </a:lnTo>
                <a:lnTo>
                  <a:pt x="3647000" y="622300"/>
                </a:lnTo>
                <a:lnTo>
                  <a:pt x="3706061" y="635000"/>
                </a:lnTo>
                <a:lnTo>
                  <a:pt x="3765065" y="635000"/>
                </a:lnTo>
                <a:lnTo>
                  <a:pt x="3823260" y="647700"/>
                </a:lnTo>
                <a:lnTo>
                  <a:pt x="4291145" y="647700"/>
                </a:lnTo>
                <a:lnTo>
                  <a:pt x="4307420" y="673100"/>
                </a:lnTo>
                <a:lnTo>
                  <a:pt x="4319772" y="711200"/>
                </a:lnTo>
                <a:lnTo>
                  <a:pt x="4314996" y="749300"/>
                </a:lnTo>
                <a:lnTo>
                  <a:pt x="4292556" y="774700"/>
                </a:lnTo>
                <a:lnTo>
                  <a:pt x="4251913" y="800100"/>
                </a:lnTo>
                <a:lnTo>
                  <a:pt x="4192528" y="825500"/>
                </a:lnTo>
                <a:lnTo>
                  <a:pt x="4157625" y="838200"/>
                </a:lnTo>
                <a:lnTo>
                  <a:pt x="4121165" y="850900"/>
                </a:lnTo>
                <a:close/>
              </a:path>
              <a:path w="5692775" h="2505075">
                <a:moveTo>
                  <a:pt x="4291145" y="647700"/>
                </a:moveTo>
                <a:lnTo>
                  <a:pt x="4032863" y="647700"/>
                </a:lnTo>
                <a:lnTo>
                  <a:pt x="4075702" y="635000"/>
                </a:lnTo>
                <a:lnTo>
                  <a:pt x="4113210" y="635000"/>
                </a:lnTo>
                <a:lnTo>
                  <a:pt x="4144631" y="622300"/>
                </a:lnTo>
                <a:lnTo>
                  <a:pt x="4203148" y="609600"/>
                </a:lnTo>
                <a:lnTo>
                  <a:pt x="4248762" y="622300"/>
                </a:lnTo>
                <a:lnTo>
                  <a:pt x="4283008" y="635000"/>
                </a:lnTo>
                <a:lnTo>
                  <a:pt x="4291145" y="647700"/>
                </a:lnTo>
                <a:close/>
              </a:path>
              <a:path w="5692775" h="2505075">
                <a:moveTo>
                  <a:pt x="3237936" y="1473200"/>
                </a:moveTo>
                <a:lnTo>
                  <a:pt x="3135438" y="1473200"/>
                </a:lnTo>
                <a:lnTo>
                  <a:pt x="3097492" y="1460500"/>
                </a:lnTo>
                <a:lnTo>
                  <a:pt x="3052826" y="1447800"/>
                </a:lnTo>
                <a:lnTo>
                  <a:pt x="3002787" y="1447800"/>
                </a:lnTo>
                <a:lnTo>
                  <a:pt x="2948724" y="1422400"/>
                </a:lnTo>
                <a:lnTo>
                  <a:pt x="2775855" y="1384300"/>
                </a:lnTo>
                <a:lnTo>
                  <a:pt x="2719164" y="1358900"/>
                </a:lnTo>
                <a:lnTo>
                  <a:pt x="2665185" y="1346200"/>
                </a:lnTo>
                <a:lnTo>
                  <a:pt x="2615264" y="1333500"/>
                </a:lnTo>
                <a:lnTo>
                  <a:pt x="2502485" y="1282700"/>
                </a:lnTo>
                <a:lnTo>
                  <a:pt x="2447548" y="1270000"/>
                </a:lnTo>
                <a:lnTo>
                  <a:pt x="2394014" y="1244600"/>
                </a:lnTo>
                <a:lnTo>
                  <a:pt x="2342204" y="1219200"/>
                </a:lnTo>
                <a:lnTo>
                  <a:pt x="2292445" y="1193800"/>
                </a:lnTo>
                <a:lnTo>
                  <a:pt x="2245059" y="1181100"/>
                </a:lnTo>
                <a:lnTo>
                  <a:pt x="2200372" y="1155700"/>
                </a:lnTo>
                <a:lnTo>
                  <a:pt x="2158707" y="1130300"/>
                </a:lnTo>
                <a:lnTo>
                  <a:pt x="2120388" y="1104900"/>
                </a:lnTo>
                <a:lnTo>
                  <a:pt x="2085741" y="1092200"/>
                </a:lnTo>
                <a:lnTo>
                  <a:pt x="2055088" y="1066800"/>
                </a:lnTo>
                <a:lnTo>
                  <a:pt x="2028754" y="1041400"/>
                </a:lnTo>
                <a:lnTo>
                  <a:pt x="2007064" y="1028700"/>
                </a:lnTo>
                <a:lnTo>
                  <a:pt x="1975324" y="990600"/>
                </a:lnTo>
                <a:lnTo>
                  <a:pt x="1962199" y="952500"/>
                </a:lnTo>
                <a:lnTo>
                  <a:pt x="1967649" y="914400"/>
                </a:lnTo>
                <a:lnTo>
                  <a:pt x="1991634" y="876300"/>
                </a:lnTo>
                <a:lnTo>
                  <a:pt x="2026471" y="850900"/>
                </a:lnTo>
                <a:lnTo>
                  <a:pt x="2067068" y="838200"/>
                </a:lnTo>
                <a:lnTo>
                  <a:pt x="2113594" y="850900"/>
                </a:lnTo>
                <a:lnTo>
                  <a:pt x="2166215" y="889000"/>
                </a:lnTo>
                <a:lnTo>
                  <a:pt x="2190046" y="901700"/>
                </a:lnTo>
                <a:lnTo>
                  <a:pt x="2216688" y="914400"/>
                </a:lnTo>
                <a:lnTo>
                  <a:pt x="2246113" y="939800"/>
                </a:lnTo>
                <a:lnTo>
                  <a:pt x="2278293" y="952500"/>
                </a:lnTo>
                <a:lnTo>
                  <a:pt x="2313198" y="965200"/>
                </a:lnTo>
                <a:lnTo>
                  <a:pt x="2350801" y="990600"/>
                </a:lnTo>
                <a:lnTo>
                  <a:pt x="2391073" y="1003300"/>
                </a:lnTo>
                <a:lnTo>
                  <a:pt x="2433985" y="1028700"/>
                </a:lnTo>
                <a:lnTo>
                  <a:pt x="2479508" y="1041400"/>
                </a:lnTo>
                <a:lnTo>
                  <a:pt x="2527615" y="1054100"/>
                </a:lnTo>
                <a:lnTo>
                  <a:pt x="2578276" y="1079500"/>
                </a:lnTo>
                <a:lnTo>
                  <a:pt x="2631464" y="1092200"/>
                </a:lnTo>
                <a:lnTo>
                  <a:pt x="2687148" y="1117600"/>
                </a:lnTo>
                <a:lnTo>
                  <a:pt x="2805896" y="1143000"/>
                </a:lnTo>
                <a:lnTo>
                  <a:pt x="2868902" y="1168400"/>
                </a:lnTo>
                <a:lnTo>
                  <a:pt x="2934291" y="1181100"/>
                </a:lnTo>
                <a:lnTo>
                  <a:pt x="3002034" y="1206500"/>
                </a:lnTo>
                <a:lnTo>
                  <a:pt x="3072104" y="1219200"/>
                </a:lnTo>
                <a:lnTo>
                  <a:pt x="3150127" y="1244600"/>
                </a:lnTo>
                <a:lnTo>
                  <a:pt x="3208631" y="1257300"/>
                </a:lnTo>
                <a:lnTo>
                  <a:pt x="3250732" y="1282700"/>
                </a:lnTo>
                <a:lnTo>
                  <a:pt x="3279545" y="1295400"/>
                </a:lnTo>
                <a:lnTo>
                  <a:pt x="3298185" y="1320800"/>
                </a:lnTo>
                <a:lnTo>
                  <a:pt x="3309769" y="1346200"/>
                </a:lnTo>
                <a:lnTo>
                  <a:pt x="3315966" y="1384300"/>
                </a:lnTo>
                <a:lnTo>
                  <a:pt x="3304846" y="1422400"/>
                </a:lnTo>
                <a:lnTo>
                  <a:pt x="3278230" y="1447800"/>
                </a:lnTo>
                <a:lnTo>
                  <a:pt x="3237936" y="1473200"/>
                </a:lnTo>
                <a:close/>
              </a:path>
              <a:path w="5692775" h="2505075">
                <a:moveTo>
                  <a:pt x="4018722" y="863600"/>
                </a:moveTo>
                <a:lnTo>
                  <a:pt x="3769726" y="863600"/>
                </a:lnTo>
                <a:lnTo>
                  <a:pt x="3707344" y="850900"/>
                </a:lnTo>
                <a:lnTo>
                  <a:pt x="4076935" y="850900"/>
                </a:lnTo>
                <a:lnTo>
                  <a:pt x="4018722" y="863600"/>
                </a:lnTo>
                <a:close/>
              </a:path>
              <a:path w="5692775" h="2505075">
                <a:moveTo>
                  <a:pt x="4748653" y="863600"/>
                </a:moveTo>
                <a:lnTo>
                  <a:pt x="4714241" y="863600"/>
                </a:lnTo>
                <a:lnTo>
                  <a:pt x="4688350" y="850900"/>
                </a:lnTo>
                <a:lnTo>
                  <a:pt x="4789567" y="850900"/>
                </a:lnTo>
                <a:lnTo>
                  <a:pt x="4748653" y="863600"/>
                </a:lnTo>
                <a:close/>
              </a:path>
              <a:path w="5692775" h="2505075">
                <a:moveTo>
                  <a:pt x="634029" y="876300"/>
                </a:moveTo>
                <a:lnTo>
                  <a:pt x="614112" y="863600"/>
                </a:lnTo>
                <a:lnTo>
                  <a:pt x="652832" y="863600"/>
                </a:lnTo>
                <a:lnTo>
                  <a:pt x="634029" y="876300"/>
                </a:lnTo>
                <a:close/>
              </a:path>
              <a:path w="5692775" h="2505075">
                <a:moveTo>
                  <a:pt x="1145299" y="1257300"/>
                </a:moveTo>
                <a:lnTo>
                  <a:pt x="1072134" y="1257300"/>
                </a:lnTo>
                <a:lnTo>
                  <a:pt x="1046841" y="1244600"/>
                </a:lnTo>
                <a:lnTo>
                  <a:pt x="1010431" y="1219200"/>
                </a:lnTo>
                <a:lnTo>
                  <a:pt x="967739" y="1181100"/>
                </a:lnTo>
                <a:lnTo>
                  <a:pt x="923599" y="1143000"/>
                </a:lnTo>
                <a:lnTo>
                  <a:pt x="882845" y="1104900"/>
                </a:lnTo>
                <a:lnTo>
                  <a:pt x="850311" y="1066800"/>
                </a:lnTo>
                <a:lnTo>
                  <a:pt x="830831" y="1041400"/>
                </a:lnTo>
                <a:lnTo>
                  <a:pt x="817518" y="990600"/>
                </a:lnTo>
                <a:lnTo>
                  <a:pt x="820547" y="952500"/>
                </a:lnTo>
                <a:lnTo>
                  <a:pt x="838683" y="914400"/>
                </a:lnTo>
                <a:lnTo>
                  <a:pt x="870694" y="889000"/>
                </a:lnTo>
                <a:lnTo>
                  <a:pt x="897572" y="876300"/>
                </a:lnTo>
                <a:lnTo>
                  <a:pt x="923828" y="876300"/>
                </a:lnTo>
                <a:lnTo>
                  <a:pt x="987969" y="914400"/>
                </a:lnTo>
                <a:lnTo>
                  <a:pt x="1032603" y="952500"/>
                </a:lnTo>
                <a:lnTo>
                  <a:pt x="1090111" y="1003300"/>
                </a:lnTo>
                <a:lnTo>
                  <a:pt x="1153752" y="1066800"/>
                </a:lnTo>
                <a:lnTo>
                  <a:pt x="1190906" y="1117600"/>
                </a:lnTo>
                <a:lnTo>
                  <a:pt x="1212581" y="1168400"/>
                </a:lnTo>
                <a:lnTo>
                  <a:pt x="1204144" y="1206500"/>
                </a:lnTo>
                <a:lnTo>
                  <a:pt x="1180755" y="1244600"/>
                </a:lnTo>
                <a:lnTo>
                  <a:pt x="1145299" y="1257300"/>
                </a:lnTo>
                <a:close/>
              </a:path>
              <a:path w="5692775" h="2505075">
                <a:moveTo>
                  <a:pt x="4305843" y="1612900"/>
                </a:moveTo>
                <a:lnTo>
                  <a:pt x="4246033" y="1612900"/>
                </a:lnTo>
                <a:lnTo>
                  <a:pt x="4224964" y="1600200"/>
                </a:lnTo>
                <a:lnTo>
                  <a:pt x="4207988" y="1600200"/>
                </a:lnTo>
                <a:lnTo>
                  <a:pt x="4190103" y="1574800"/>
                </a:lnTo>
                <a:lnTo>
                  <a:pt x="4166978" y="1549400"/>
                </a:lnTo>
                <a:lnTo>
                  <a:pt x="4159485" y="1511300"/>
                </a:lnTo>
                <a:lnTo>
                  <a:pt x="4167679" y="1473200"/>
                </a:lnTo>
                <a:lnTo>
                  <a:pt x="4191618" y="1447800"/>
                </a:lnTo>
                <a:lnTo>
                  <a:pt x="4205497" y="1435100"/>
                </a:lnTo>
                <a:lnTo>
                  <a:pt x="4219659" y="1422400"/>
                </a:lnTo>
                <a:lnTo>
                  <a:pt x="4232458" y="1409700"/>
                </a:lnTo>
                <a:lnTo>
                  <a:pt x="4260845" y="1409700"/>
                </a:lnTo>
                <a:lnTo>
                  <a:pt x="4298060" y="1397000"/>
                </a:lnTo>
                <a:lnTo>
                  <a:pt x="4348520" y="1384300"/>
                </a:lnTo>
                <a:lnTo>
                  <a:pt x="4406852" y="1358900"/>
                </a:lnTo>
                <a:lnTo>
                  <a:pt x="4450304" y="1346200"/>
                </a:lnTo>
                <a:lnTo>
                  <a:pt x="4598327" y="1308100"/>
                </a:lnTo>
                <a:lnTo>
                  <a:pt x="4644491" y="1295400"/>
                </a:lnTo>
                <a:lnTo>
                  <a:pt x="4684532" y="1282700"/>
                </a:lnTo>
                <a:lnTo>
                  <a:pt x="4748622" y="1270000"/>
                </a:lnTo>
                <a:lnTo>
                  <a:pt x="4807989" y="1257300"/>
                </a:lnTo>
                <a:lnTo>
                  <a:pt x="4863172" y="1244600"/>
                </a:lnTo>
                <a:lnTo>
                  <a:pt x="4914711" y="1231900"/>
                </a:lnTo>
                <a:lnTo>
                  <a:pt x="4963145" y="1219200"/>
                </a:lnTo>
                <a:lnTo>
                  <a:pt x="5009014" y="1206500"/>
                </a:lnTo>
                <a:lnTo>
                  <a:pt x="5052857" y="1193800"/>
                </a:lnTo>
                <a:lnTo>
                  <a:pt x="5095214" y="1168400"/>
                </a:lnTo>
                <a:lnTo>
                  <a:pt x="5218761" y="1130300"/>
                </a:lnTo>
                <a:lnTo>
                  <a:pt x="5260566" y="1104900"/>
                </a:lnTo>
                <a:lnTo>
                  <a:pt x="5303583" y="1079500"/>
                </a:lnTo>
                <a:lnTo>
                  <a:pt x="5348351" y="1066800"/>
                </a:lnTo>
                <a:lnTo>
                  <a:pt x="5395408" y="1041401"/>
                </a:lnTo>
                <a:lnTo>
                  <a:pt x="5473944" y="1003301"/>
                </a:lnTo>
                <a:lnTo>
                  <a:pt x="5531294" y="977901"/>
                </a:lnTo>
                <a:lnTo>
                  <a:pt x="5572901" y="965201"/>
                </a:lnTo>
                <a:lnTo>
                  <a:pt x="5604205" y="965201"/>
                </a:lnTo>
                <a:lnTo>
                  <a:pt x="5654597" y="990601"/>
                </a:lnTo>
                <a:lnTo>
                  <a:pt x="5679076" y="1041401"/>
                </a:lnTo>
                <a:lnTo>
                  <a:pt x="5681880" y="1066801"/>
                </a:lnTo>
                <a:lnTo>
                  <a:pt x="5679168" y="1092201"/>
                </a:lnTo>
                <a:lnTo>
                  <a:pt x="5669245" y="1130301"/>
                </a:lnTo>
                <a:lnTo>
                  <a:pt x="5650206" y="1155701"/>
                </a:lnTo>
                <a:lnTo>
                  <a:pt x="5620148" y="1181101"/>
                </a:lnTo>
                <a:lnTo>
                  <a:pt x="5577167" y="1206501"/>
                </a:lnTo>
                <a:lnTo>
                  <a:pt x="5519359" y="1244601"/>
                </a:lnTo>
                <a:lnTo>
                  <a:pt x="5444820" y="1270001"/>
                </a:lnTo>
                <a:lnTo>
                  <a:pt x="5397665" y="1295400"/>
                </a:lnTo>
                <a:lnTo>
                  <a:pt x="5351472" y="1320800"/>
                </a:lnTo>
                <a:lnTo>
                  <a:pt x="5306018" y="1333500"/>
                </a:lnTo>
                <a:lnTo>
                  <a:pt x="5261083" y="1358900"/>
                </a:lnTo>
                <a:lnTo>
                  <a:pt x="5171881" y="1384300"/>
                </a:lnTo>
                <a:lnTo>
                  <a:pt x="5127169" y="1409700"/>
                </a:lnTo>
                <a:lnTo>
                  <a:pt x="4989932" y="1447800"/>
                </a:lnTo>
                <a:lnTo>
                  <a:pt x="4893635" y="1473200"/>
                </a:lnTo>
                <a:lnTo>
                  <a:pt x="4843380" y="1473200"/>
                </a:lnTo>
                <a:lnTo>
                  <a:pt x="4773527" y="1485900"/>
                </a:lnTo>
                <a:lnTo>
                  <a:pt x="4713980" y="1498600"/>
                </a:lnTo>
                <a:lnTo>
                  <a:pt x="4662284" y="1511300"/>
                </a:lnTo>
                <a:lnTo>
                  <a:pt x="4615984" y="1524000"/>
                </a:lnTo>
                <a:lnTo>
                  <a:pt x="4529753" y="1549400"/>
                </a:lnTo>
                <a:lnTo>
                  <a:pt x="4484913" y="1562100"/>
                </a:lnTo>
                <a:lnTo>
                  <a:pt x="4435650" y="1574800"/>
                </a:lnTo>
                <a:lnTo>
                  <a:pt x="4345806" y="1600200"/>
                </a:lnTo>
                <a:lnTo>
                  <a:pt x="4305843" y="1612900"/>
                </a:lnTo>
                <a:close/>
              </a:path>
              <a:path w="5692775" h="2505075">
                <a:moveTo>
                  <a:pt x="3828451" y="1562100"/>
                </a:moveTo>
                <a:lnTo>
                  <a:pt x="3679000" y="1562100"/>
                </a:lnTo>
                <a:lnTo>
                  <a:pt x="3610988" y="1536700"/>
                </a:lnTo>
                <a:lnTo>
                  <a:pt x="3554756" y="1511300"/>
                </a:lnTo>
                <a:lnTo>
                  <a:pt x="3510565" y="1485900"/>
                </a:lnTo>
                <a:lnTo>
                  <a:pt x="3478677" y="1460500"/>
                </a:lnTo>
                <a:lnTo>
                  <a:pt x="3452854" y="1409700"/>
                </a:lnTo>
                <a:lnTo>
                  <a:pt x="3457766" y="1384300"/>
                </a:lnTo>
                <a:lnTo>
                  <a:pt x="3471005" y="1358900"/>
                </a:lnTo>
                <a:lnTo>
                  <a:pt x="3490325" y="1333500"/>
                </a:lnTo>
                <a:lnTo>
                  <a:pt x="3513483" y="1320800"/>
                </a:lnTo>
                <a:lnTo>
                  <a:pt x="3538867" y="1308100"/>
                </a:lnTo>
                <a:lnTo>
                  <a:pt x="3591453" y="1308100"/>
                </a:lnTo>
                <a:lnTo>
                  <a:pt x="3648382" y="1333500"/>
                </a:lnTo>
                <a:lnTo>
                  <a:pt x="3685243" y="1333500"/>
                </a:lnTo>
                <a:lnTo>
                  <a:pt x="3722047" y="1346200"/>
                </a:lnTo>
                <a:lnTo>
                  <a:pt x="3754531" y="1358900"/>
                </a:lnTo>
                <a:lnTo>
                  <a:pt x="3778432" y="1358900"/>
                </a:lnTo>
                <a:lnTo>
                  <a:pt x="3821371" y="1384300"/>
                </a:lnTo>
                <a:lnTo>
                  <a:pt x="3853758" y="1397000"/>
                </a:lnTo>
                <a:lnTo>
                  <a:pt x="3874766" y="1435100"/>
                </a:lnTo>
                <a:lnTo>
                  <a:pt x="3883566" y="1473200"/>
                </a:lnTo>
                <a:lnTo>
                  <a:pt x="3879331" y="1498600"/>
                </a:lnTo>
                <a:lnTo>
                  <a:pt x="3861235" y="1536700"/>
                </a:lnTo>
                <a:lnTo>
                  <a:pt x="3828451" y="1562100"/>
                </a:lnTo>
                <a:close/>
              </a:path>
              <a:path w="5692775" h="2505075">
                <a:moveTo>
                  <a:pt x="1960476" y="1917700"/>
                </a:moveTo>
                <a:lnTo>
                  <a:pt x="1916906" y="1917700"/>
                </a:lnTo>
                <a:lnTo>
                  <a:pt x="1882710" y="1905000"/>
                </a:lnTo>
                <a:lnTo>
                  <a:pt x="1841119" y="1879600"/>
                </a:lnTo>
                <a:lnTo>
                  <a:pt x="1790436" y="1854200"/>
                </a:lnTo>
                <a:lnTo>
                  <a:pt x="1746108" y="1828800"/>
                </a:lnTo>
                <a:lnTo>
                  <a:pt x="1697499" y="1790700"/>
                </a:lnTo>
                <a:lnTo>
                  <a:pt x="1596180" y="1714500"/>
                </a:lnTo>
                <a:lnTo>
                  <a:pt x="1547838" y="1676400"/>
                </a:lnTo>
                <a:lnTo>
                  <a:pt x="1503955" y="1638300"/>
                </a:lnTo>
                <a:lnTo>
                  <a:pt x="1466715" y="1600200"/>
                </a:lnTo>
                <a:lnTo>
                  <a:pt x="1438303" y="1574800"/>
                </a:lnTo>
                <a:lnTo>
                  <a:pt x="1420902" y="1549400"/>
                </a:lnTo>
                <a:lnTo>
                  <a:pt x="1401488" y="1511300"/>
                </a:lnTo>
                <a:lnTo>
                  <a:pt x="1395162" y="1473200"/>
                </a:lnTo>
                <a:lnTo>
                  <a:pt x="1401902" y="1435100"/>
                </a:lnTo>
                <a:lnTo>
                  <a:pt x="1421691" y="1409700"/>
                </a:lnTo>
                <a:lnTo>
                  <a:pt x="1456202" y="1384300"/>
                </a:lnTo>
                <a:lnTo>
                  <a:pt x="1495071" y="1371600"/>
                </a:lnTo>
                <a:lnTo>
                  <a:pt x="1538356" y="1397000"/>
                </a:lnTo>
                <a:lnTo>
                  <a:pt x="1586117" y="1422400"/>
                </a:lnTo>
                <a:lnTo>
                  <a:pt x="1615330" y="1447800"/>
                </a:lnTo>
                <a:lnTo>
                  <a:pt x="1649555" y="1485900"/>
                </a:lnTo>
                <a:lnTo>
                  <a:pt x="1687721" y="1511300"/>
                </a:lnTo>
                <a:lnTo>
                  <a:pt x="1728758" y="1536700"/>
                </a:lnTo>
                <a:lnTo>
                  <a:pt x="1771595" y="1574800"/>
                </a:lnTo>
                <a:lnTo>
                  <a:pt x="1815162" y="1600200"/>
                </a:lnTo>
                <a:lnTo>
                  <a:pt x="1858389" y="1638300"/>
                </a:lnTo>
                <a:lnTo>
                  <a:pt x="1900205" y="1663700"/>
                </a:lnTo>
                <a:lnTo>
                  <a:pt x="1956201" y="1701800"/>
                </a:lnTo>
                <a:lnTo>
                  <a:pt x="1996117" y="1739900"/>
                </a:lnTo>
                <a:lnTo>
                  <a:pt x="2020239" y="1778000"/>
                </a:lnTo>
                <a:lnTo>
                  <a:pt x="2028853" y="1816100"/>
                </a:lnTo>
                <a:lnTo>
                  <a:pt x="2022244" y="1854200"/>
                </a:lnTo>
                <a:lnTo>
                  <a:pt x="2000698" y="1879600"/>
                </a:lnTo>
                <a:lnTo>
                  <a:pt x="1987757" y="1892300"/>
                </a:lnTo>
                <a:lnTo>
                  <a:pt x="1974472" y="1905000"/>
                </a:lnTo>
                <a:lnTo>
                  <a:pt x="1960476" y="1917700"/>
                </a:lnTo>
                <a:close/>
              </a:path>
              <a:path w="5692775" h="2505075">
                <a:moveTo>
                  <a:pt x="3799424" y="1574800"/>
                </a:moveTo>
                <a:lnTo>
                  <a:pt x="3731179" y="1574800"/>
                </a:lnTo>
                <a:lnTo>
                  <a:pt x="3707264" y="1562100"/>
                </a:lnTo>
                <a:lnTo>
                  <a:pt x="3813710" y="1562100"/>
                </a:lnTo>
                <a:lnTo>
                  <a:pt x="3799424" y="1574800"/>
                </a:lnTo>
                <a:close/>
              </a:path>
            </a:pathLst>
          </a:custGeom>
          <a:solidFill>
            <a:srgbClr val="F5F6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7320788" y="2466594"/>
            <a:ext cx="3648710" cy="6051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290"/>
              <a:t>CONCLUSION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792985" y="3609594"/>
            <a:ext cx="16590644" cy="2952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9225" indent="-146050">
              <a:lnSpc>
                <a:spcPct val="100000"/>
              </a:lnSpc>
              <a:spcBef>
                <a:spcPts val="100"/>
              </a:spcBef>
              <a:buSzPct val="96875"/>
              <a:buChar char="•"/>
              <a:tabLst>
                <a:tab pos="149225" algn="l"/>
              </a:tabLst>
            </a:pPr>
            <a:r>
              <a:rPr dirty="0" sz="3200">
                <a:latin typeface="Roboto"/>
                <a:cs typeface="Roboto"/>
              </a:rPr>
              <a:t>Developed</a:t>
            </a:r>
            <a:r>
              <a:rPr dirty="0" sz="3200" spc="-105">
                <a:latin typeface="Roboto"/>
                <a:cs typeface="Roboto"/>
              </a:rPr>
              <a:t> </a:t>
            </a:r>
            <a:r>
              <a:rPr dirty="0" sz="3200">
                <a:latin typeface="Roboto"/>
                <a:cs typeface="Roboto"/>
              </a:rPr>
              <a:t>a</a:t>
            </a:r>
            <a:r>
              <a:rPr dirty="0" sz="3200" spc="-90">
                <a:latin typeface="Roboto"/>
                <a:cs typeface="Roboto"/>
              </a:rPr>
              <a:t> </a:t>
            </a:r>
            <a:r>
              <a:rPr dirty="0" sz="3200" spc="-145">
                <a:latin typeface="Roboto"/>
                <a:cs typeface="Roboto"/>
              </a:rPr>
              <a:t>Linux-</a:t>
            </a:r>
            <a:r>
              <a:rPr dirty="0" sz="3200">
                <a:latin typeface="Roboto"/>
                <a:cs typeface="Roboto"/>
              </a:rPr>
              <a:t>based</a:t>
            </a:r>
            <a:r>
              <a:rPr dirty="0" sz="3200" spc="-110">
                <a:latin typeface="Roboto"/>
                <a:cs typeface="Roboto"/>
              </a:rPr>
              <a:t> </a:t>
            </a:r>
            <a:r>
              <a:rPr dirty="0" sz="3200" spc="-20">
                <a:latin typeface="Roboto"/>
                <a:cs typeface="Roboto"/>
              </a:rPr>
              <a:t>terminal</a:t>
            </a:r>
            <a:r>
              <a:rPr dirty="0" sz="3200" spc="-80">
                <a:latin typeface="Roboto"/>
                <a:cs typeface="Roboto"/>
              </a:rPr>
              <a:t> </a:t>
            </a:r>
            <a:r>
              <a:rPr dirty="0" sz="3200">
                <a:latin typeface="Roboto"/>
                <a:cs typeface="Roboto"/>
              </a:rPr>
              <a:t>Alarm</a:t>
            </a:r>
            <a:r>
              <a:rPr dirty="0" sz="3200" spc="-105">
                <a:latin typeface="Roboto"/>
                <a:cs typeface="Roboto"/>
              </a:rPr>
              <a:t> </a:t>
            </a:r>
            <a:r>
              <a:rPr dirty="0" sz="3200">
                <a:latin typeface="Roboto"/>
                <a:cs typeface="Roboto"/>
              </a:rPr>
              <a:t>Clock</a:t>
            </a:r>
            <a:r>
              <a:rPr dirty="0" sz="3200" spc="-90">
                <a:latin typeface="Roboto"/>
                <a:cs typeface="Roboto"/>
              </a:rPr>
              <a:t> </a:t>
            </a:r>
            <a:r>
              <a:rPr dirty="0" sz="3200" spc="-20">
                <a:latin typeface="Roboto"/>
                <a:cs typeface="Roboto"/>
              </a:rPr>
              <a:t>using</a:t>
            </a:r>
            <a:r>
              <a:rPr dirty="0" sz="3200" spc="-105">
                <a:latin typeface="Roboto"/>
                <a:cs typeface="Roboto"/>
              </a:rPr>
              <a:t> </a:t>
            </a:r>
            <a:r>
              <a:rPr dirty="0" sz="3200" spc="-25">
                <a:latin typeface="Roboto"/>
                <a:cs typeface="Roboto"/>
              </a:rPr>
              <a:t>C.</a:t>
            </a:r>
            <a:endParaRPr sz="3200">
              <a:latin typeface="Roboto"/>
              <a:cs typeface="Roboto"/>
            </a:endParaRPr>
          </a:p>
          <a:p>
            <a:pPr marL="149225" indent="-146050">
              <a:lnSpc>
                <a:spcPct val="100000"/>
              </a:lnSpc>
              <a:buSzPct val="96875"/>
              <a:buChar char="•"/>
              <a:tabLst>
                <a:tab pos="149225" algn="l"/>
              </a:tabLst>
            </a:pPr>
            <a:r>
              <a:rPr dirty="0" sz="3200" spc="-10">
                <a:latin typeface="Roboto"/>
                <a:cs typeface="Roboto"/>
              </a:rPr>
              <a:t>Implemented</a:t>
            </a:r>
            <a:r>
              <a:rPr dirty="0" sz="3200" spc="-110">
                <a:latin typeface="Roboto"/>
                <a:cs typeface="Roboto"/>
              </a:rPr>
              <a:t> </a:t>
            </a:r>
            <a:r>
              <a:rPr dirty="0" sz="3200">
                <a:latin typeface="Roboto"/>
                <a:cs typeface="Roboto"/>
              </a:rPr>
              <a:t>Set</a:t>
            </a:r>
            <a:r>
              <a:rPr dirty="0" sz="3200" spc="-95">
                <a:latin typeface="Roboto"/>
                <a:cs typeface="Roboto"/>
              </a:rPr>
              <a:t> </a:t>
            </a:r>
            <a:r>
              <a:rPr dirty="0" sz="3200">
                <a:latin typeface="Roboto"/>
                <a:cs typeface="Roboto"/>
              </a:rPr>
              <a:t>Time,</a:t>
            </a:r>
            <a:r>
              <a:rPr dirty="0" sz="3200" spc="-90">
                <a:latin typeface="Roboto"/>
                <a:cs typeface="Roboto"/>
              </a:rPr>
              <a:t> </a:t>
            </a:r>
            <a:r>
              <a:rPr dirty="0" sz="3200">
                <a:latin typeface="Roboto"/>
                <a:cs typeface="Roboto"/>
              </a:rPr>
              <a:t>View</a:t>
            </a:r>
            <a:r>
              <a:rPr dirty="0" sz="3200" spc="-100">
                <a:latin typeface="Roboto"/>
                <a:cs typeface="Roboto"/>
              </a:rPr>
              <a:t> </a:t>
            </a:r>
            <a:r>
              <a:rPr dirty="0" sz="3200">
                <a:latin typeface="Roboto"/>
                <a:cs typeface="Roboto"/>
              </a:rPr>
              <a:t>Time,</a:t>
            </a:r>
            <a:r>
              <a:rPr dirty="0" sz="3200" spc="-90">
                <a:latin typeface="Roboto"/>
                <a:cs typeface="Roboto"/>
              </a:rPr>
              <a:t> </a:t>
            </a:r>
            <a:r>
              <a:rPr dirty="0" sz="3200">
                <a:latin typeface="Roboto"/>
                <a:cs typeface="Roboto"/>
              </a:rPr>
              <a:t>Cancel</a:t>
            </a:r>
            <a:r>
              <a:rPr dirty="0" sz="3200" spc="-105">
                <a:latin typeface="Roboto"/>
                <a:cs typeface="Roboto"/>
              </a:rPr>
              <a:t> </a:t>
            </a:r>
            <a:r>
              <a:rPr dirty="0" sz="3200">
                <a:latin typeface="Roboto"/>
                <a:cs typeface="Roboto"/>
              </a:rPr>
              <a:t>Time</a:t>
            </a:r>
            <a:r>
              <a:rPr dirty="0" sz="3200" spc="-100">
                <a:latin typeface="Roboto"/>
                <a:cs typeface="Roboto"/>
              </a:rPr>
              <a:t> </a:t>
            </a:r>
            <a:r>
              <a:rPr dirty="0" sz="3200">
                <a:latin typeface="Roboto"/>
                <a:cs typeface="Roboto"/>
              </a:rPr>
              <a:t>and</a:t>
            </a:r>
            <a:r>
              <a:rPr dirty="0" sz="3200" spc="-95">
                <a:latin typeface="Roboto"/>
                <a:cs typeface="Roboto"/>
              </a:rPr>
              <a:t> </a:t>
            </a:r>
            <a:r>
              <a:rPr dirty="0" sz="3200" spc="-10">
                <a:latin typeface="Roboto"/>
                <a:cs typeface="Roboto"/>
              </a:rPr>
              <a:t>Exit.</a:t>
            </a:r>
            <a:endParaRPr sz="3200">
              <a:latin typeface="Roboto"/>
              <a:cs typeface="Roboto"/>
            </a:endParaRPr>
          </a:p>
          <a:p>
            <a:pPr marL="149225" indent="-146050">
              <a:lnSpc>
                <a:spcPct val="100000"/>
              </a:lnSpc>
              <a:buSzPct val="96875"/>
              <a:buFont typeface="Roboto"/>
              <a:buChar char="•"/>
              <a:tabLst>
                <a:tab pos="149225" algn="l"/>
              </a:tabLst>
            </a:pPr>
            <a:r>
              <a:rPr dirty="0" sz="3200" b="1">
                <a:latin typeface="Roboto"/>
                <a:cs typeface="Roboto"/>
              </a:rPr>
              <a:t>Demonstrated</a:t>
            </a:r>
            <a:r>
              <a:rPr dirty="0" sz="3200" spc="-40" b="1">
                <a:latin typeface="Roboto"/>
                <a:cs typeface="Roboto"/>
              </a:rPr>
              <a:t> </a:t>
            </a:r>
            <a:r>
              <a:rPr dirty="0" sz="3200" b="1">
                <a:latin typeface="Roboto"/>
                <a:cs typeface="Roboto"/>
              </a:rPr>
              <a:t>CO1</a:t>
            </a:r>
            <a:r>
              <a:rPr dirty="0" sz="3200" spc="-35" b="1">
                <a:latin typeface="Roboto"/>
                <a:cs typeface="Roboto"/>
              </a:rPr>
              <a:t> </a:t>
            </a:r>
            <a:r>
              <a:rPr dirty="0" sz="3200" b="1">
                <a:latin typeface="Roboto"/>
                <a:cs typeface="Roboto"/>
              </a:rPr>
              <a:t>—</a:t>
            </a:r>
            <a:r>
              <a:rPr dirty="0" sz="3200" spc="-40" b="1">
                <a:latin typeface="Roboto"/>
                <a:cs typeface="Roboto"/>
              </a:rPr>
              <a:t> </a:t>
            </a:r>
            <a:r>
              <a:rPr dirty="0" sz="3200" b="1">
                <a:latin typeface="Roboto"/>
                <a:cs typeface="Roboto"/>
              </a:rPr>
              <a:t>OS</a:t>
            </a:r>
            <a:r>
              <a:rPr dirty="0" sz="3200" spc="-40" b="1">
                <a:latin typeface="Roboto"/>
                <a:cs typeface="Roboto"/>
              </a:rPr>
              <a:t> </a:t>
            </a:r>
            <a:r>
              <a:rPr dirty="0" sz="3200" b="1">
                <a:latin typeface="Roboto"/>
                <a:cs typeface="Roboto"/>
              </a:rPr>
              <a:t>services</a:t>
            </a:r>
            <a:r>
              <a:rPr dirty="0" sz="3200" spc="-40" b="1">
                <a:latin typeface="Roboto"/>
                <a:cs typeface="Roboto"/>
              </a:rPr>
              <a:t> </a:t>
            </a:r>
            <a:r>
              <a:rPr dirty="0" sz="3200" b="1">
                <a:latin typeface="Roboto"/>
                <a:cs typeface="Roboto"/>
              </a:rPr>
              <a:t>and</a:t>
            </a:r>
            <a:r>
              <a:rPr dirty="0" sz="3200" spc="-40" b="1">
                <a:latin typeface="Roboto"/>
                <a:cs typeface="Roboto"/>
              </a:rPr>
              <a:t> </a:t>
            </a:r>
            <a:r>
              <a:rPr dirty="0" sz="3200" b="1">
                <a:latin typeface="Roboto"/>
                <a:cs typeface="Roboto"/>
              </a:rPr>
              <a:t>Linux</a:t>
            </a:r>
            <a:r>
              <a:rPr dirty="0" sz="3200" spc="-55" b="1">
                <a:latin typeface="Roboto"/>
                <a:cs typeface="Roboto"/>
              </a:rPr>
              <a:t> </a:t>
            </a:r>
            <a:r>
              <a:rPr dirty="0" sz="3200" b="1">
                <a:latin typeface="Roboto"/>
                <a:cs typeface="Roboto"/>
              </a:rPr>
              <a:t>system</a:t>
            </a:r>
            <a:r>
              <a:rPr dirty="0" sz="3200" spc="-20" b="1">
                <a:latin typeface="Roboto"/>
                <a:cs typeface="Roboto"/>
              </a:rPr>
              <a:t> </a:t>
            </a:r>
            <a:r>
              <a:rPr dirty="0" sz="3200" spc="-10" b="1">
                <a:latin typeface="Roboto"/>
                <a:cs typeface="Roboto"/>
              </a:rPr>
              <a:t>calls.</a:t>
            </a:r>
            <a:endParaRPr sz="3200">
              <a:latin typeface="Roboto"/>
              <a:cs typeface="Roboto"/>
            </a:endParaRPr>
          </a:p>
          <a:p>
            <a:pPr marL="149225" indent="-146050">
              <a:lnSpc>
                <a:spcPct val="100000"/>
              </a:lnSpc>
              <a:buSzPct val="96875"/>
              <a:buFont typeface="Roboto"/>
              <a:buChar char="•"/>
              <a:tabLst>
                <a:tab pos="149225" algn="l"/>
              </a:tabLst>
            </a:pPr>
            <a:r>
              <a:rPr dirty="0" sz="3200" b="1">
                <a:latin typeface="Roboto"/>
                <a:cs typeface="Roboto"/>
              </a:rPr>
              <a:t>Demonstrated</a:t>
            </a:r>
            <a:r>
              <a:rPr dirty="0" sz="3200" spc="-30" b="1">
                <a:latin typeface="Roboto"/>
                <a:cs typeface="Roboto"/>
              </a:rPr>
              <a:t> </a:t>
            </a:r>
            <a:r>
              <a:rPr dirty="0" sz="3200" b="1">
                <a:latin typeface="Roboto"/>
                <a:cs typeface="Roboto"/>
              </a:rPr>
              <a:t>CO2</a:t>
            </a:r>
            <a:r>
              <a:rPr dirty="0" sz="3200" spc="-25" b="1">
                <a:latin typeface="Roboto"/>
                <a:cs typeface="Roboto"/>
              </a:rPr>
              <a:t> </a:t>
            </a:r>
            <a:r>
              <a:rPr dirty="0" sz="3200" b="1">
                <a:latin typeface="Roboto"/>
                <a:cs typeface="Roboto"/>
              </a:rPr>
              <a:t>—</a:t>
            </a:r>
            <a:r>
              <a:rPr dirty="0" sz="3200" spc="-25" b="1">
                <a:latin typeface="Roboto"/>
                <a:cs typeface="Roboto"/>
              </a:rPr>
              <a:t> </a:t>
            </a:r>
            <a:r>
              <a:rPr dirty="0" sz="3200" b="1">
                <a:latin typeface="Roboto"/>
                <a:cs typeface="Roboto"/>
              </a:rPr>
              <a:t>process</a:t>
            </a:r>
            <a:r>
              <a:rPr dirty="0" sz="3200" spc="-30" b="1">
                <a:latin typeface="Roboto"/>
                <a:cs typeface="Roboto"/>
              </a:rPr>
              <a:t> </a:t>
            </a:r>
            <a:r>
              <a:rPr dirty="0" sz="3200" b="1">
                <a:latin typeface="Roboto"/>
                <a:cs typeface="Roboto"/>
              </a:rPr>
              <a:t>creation</a:t>
            </a:r>
            <a:r>
              <a:rPr dirty="0" sz="3200" spc="-20" b="1">
                <a:latin typeface="Roboto"/>
                <a:cs typeface="Roboto"/>
              </a:rPr>
              <a:t> </a:t>
            </a:r>
            <a:r>
              <a:rPr dirty="0" sz="3200" b="1">
                <a:latin typeface="Roboto"/>
                <a:cs typeface="Roboto"/>
              </a:rPr>
              <a:t>and</a:t>
            </a:r>
            <a:r>
              <a:rPr dirty="0" sz="3200" spc="-40" b="1">
                <a:latin typeface="Roboto"/>
                <a:cs typeface="Roboto"/>
              </a:rPr>
              <a:t> </a:t>
            </a:r>
            <a:r>
              <a:rPr dirty="0" sz="3200" b="1">
                <a:latin typeface="Roboto"/>
                <a:cs typeface="Roboto"/>
              </a:rPr>
              <a:t>process</a:t>
            </a:r>
            <a:r>
              <a:rPr dirty="0" sz="3200" spc="-25" b="1">
                <a:latin typeface="Roboto"/>
                <a:cs typeface="Roboto"/>
              </a:rPr>
              <a:t> </a:t>
            </a:r>
            <a:r>
              <a:rPr dirty="0" sz="3200" spc="-10" b="1">
                <a:latin typeface="Roboto"/>
                <a:cs typeface="Roboto"/>
              </a:rPr>
              <a:t>control.</a:t>
            </a:r>
            <a:endParaRPr sz="3200">
              <a:latin typeface="Roboto"/>
              <a:cs typeface="Roboto"/>
            </a:endParaRPr>
          </a:p>
          <a:p>
            <a:pPr marL="149225" indent="-146050">
              <a:lnSpc>
                <a:spcPct val="100000"/>
              </a:lnSpc>
              <a:buSzPct val="96875"/>
              <a:buFont typeface="Roboto"/>
              <a:buChar char="•"/>
              <a:tabLst>
                <a:tab pos="149225" algn="l"/>
              </a:tabLst>
            </a:pPr>
            <a:r>
              <a:rPr dirty="0" sz="3200" b="1">
                <a:latin typeface="Roboto"/>
                <a:cs typeface="Roboto"/>
              </a:rPr>
              <a:t>Demonstrated</a:t>
            </a:r>
            <a:r>
              <a:rPr dirty="0" sz="3200" spc="-55" b="1">
                <a:latin typeface="Roboto"/>
                <a:cs typeface="Roboto"/>
              </a:rPr>
              <a:t> </a:t>
            </a:r>
            <a:r>
              <a:rPr dirty="0" sz="3200" b="1">
                <a:latin typeface="Roboto"/>
                <a:cs typeface="Roboto"/>
              </a:rPr>
              <a:t>CO3</a:t>
            </a:r>
            <a:r>
              <a:rPr dirty="0" sz="3200" spc="-50" b="1">
                <a:latin typeface="Roboto"/>
                <a:cs typeface="Roboto"/>
              </a:rPr>
              <a:t> </a:t>
            </a:r>
            <a:r>
              <a:rPr dirty="0" sz="3200" b="1">
                <a:latin typeface="Roboto"/>
                <a:cs typeface="Roboto"/>
              </a:rPr>
              <a:t>—</a:t>
            </a:r>
            <a:r>
              <a:rPr dirty="0" sz="3200" spc="-50" b="1">
                <a:latin typeface="Roboto"/>
                <a:cs typeface="Roboto"/>
              </a:rPr>
              <a:t> </a:t>
            </a:r>
            <a:r>
              <a:rPr dirty="0" sz="3200" b="1">
                <a:latin typeface="Roboto"/>
                <a:cs typeface="Roboto"/>
              </a:rPr>
              <a:t>SIGALRM</a:t>
            </a:r>
            <a:r>
              <a:rPr dirty="0" sz="3200" spc="-40" b="1">
                <a:latin typeface="Roboto"/>
                <a:cs typeface="Roboto"/>
              </a:rPr>
              <a:t> </a:t>
            </a:r>
            <a:r>
              <a:rPr dirty="0" sz="3200" b="1">
                <a:latin typeface="Roboto"/>
                <a:cs typeface="Roboto"/>
              </a:rPr>
              <a:t>and</a:t>
            </a:r>
            <a:r>
              <a:rPr dirty="0" sz="3200" spc="-60" b="1">
                <a:latin typeface="Roboto"/>
                <a:cs typeface="Roboto"/>
              </a:rPr>
              <a:t> </a:t>
            </a:r>
            <a:r>
              <a:rPr dirty="0" sz="3200" b="1">
                <a:latin typeface="Roboto"/>
                <a:cs typeface="Roboto"/>
              </a:rPr>
              <a:t>signal</a:t>
            </a:r>
            <a:r>
              <a:rPr dirty="0" sz="3200" spc="-50" b="1">
                <a:latin typeface="Roboto"/>
                <a:cs typeface="Roboto"/>
              </a:rPr>
              <a:t> </a:t>
            </a:r>
            <a:r>
              <a:rPr dirty="0" sz="3200" spc="-10" b="1">
                <a:latin typeface="Roboto"/>
                <a:cs typeface="Roboto"/>
              </a:rPr>
              <a:t>handling.</a:t>
            </a:r>
            <a:endParaRPr sz="3200">
              <a:latin typeface="Roboto"/>
              <a:cs typeface="Roboto"/>
            </a:endParaRPr>
          </a:p>
          <a:p>
            <a:pPr marL="149225" indent="-146050">
              <a:lnSpc>
                <a:spcPct val="100000"/>
              </a:lnSpc>
              <a:spcBef>
                <a:spcPts val="5"/>
              </a:spcBef>
              <a:buSzPct val="96875"/>
              <a:buChar char="•"/>
              <a:tabLst>
                <a:tab pos="149225" algn="l"/>
              </a:tabLst>
            </a:pPr>
            <a:r>
              <a:rPr dirty="0" sz="3200" spc="-30">
                <a:latin typeface="Roboto"/>
                <a:cs typeface="Roboto"/>
              </a:rPr>
              <a:t>Successfully</a:t>
            </a:r>
            <a:r>
              <a:rPr dirty="0" sz="3200" spc="-140">
                <a:latin typeface="Roboto"/>
                <a:cs typeface="Roboto"/>
              </a:rPr>
              <a:t> </a:t>
            </a:r>
            <a:r>
              <a:rPr dirty="0" sz="3200">
                <a:latin typeface="Roboto"/>
                <a:cs typeface="Roboto"/>
              </a:rPr>
              <a:t>tested</a:t>
            </a:r>
            <a:r>
              <a:rPr dirty="0" sz="3200" spc="-125">
                <a:latin typeface="Roboto"/>
                <a:cs typeface="Roboto"/>
              </a:rPr>
              <a:t> </a:t>
            </a:r>
            <a:r>
              <a:rPr dirty="0" sz="3200">
                <a:latin typeface="Roboto"/>
                <a:cs typeface="Roboto"/>
              </a:rPr>
              <a:t>alarm</a:t>
            </a:r>
            <a:r>
              <a:rPr dirty="0" sz="3200" spc="-120">
                <a:latin typeface="Roboto"/>
                <a:cs typeface="Roboto"/>
              </a:rPr>
              <a:t> </a:t>
            </a:r>
            <a:r>
              <a:rPr dirty="0" sz="3200" spc="-10">
                <a:latin typeface="Roboto"/>
                <a:cs typeface="Roboto"/>
              </a:rPr>
              <a:t>setting,</a:t>
            </a:r>
            <a:r>
              <a:rPr dirty="0" sz="3200" spc="-130">
                <a:latin typeface="Roboto"/>
                <a:cs typeface="Roboto"/>
              </a:rPr>
              <a:t> </a:t>
            </a:r>
            <a:r>
              <a:rPr dirty="0" sz="3200" spc="-25">
                <a:latin typeface="Roboto"/>
                <a:cs typeface="Roboto"/>
              </a:rPr>
              <a:t>viewing,</a:t>
            </a:r>
            <a:r>
              <a:rPr dirty="0" sz="3200" spc="-140">
                <a:latin typeface="Roboto"/>
                <a:cs typeface="Roboto"/>
              </a:rPr>
              <a:t> </a:t>
            </a:r>
            <a:r>
              <a:rPr dirty="0" sz="3200" spc="-20">
                <a:latin typeface="Roboto"/>
                <a:cs typeface="Roboto"/>
              </a:rPr>
              <a:t>triggering,</a:t>
            </a:r>
            <a:r>
              <a:rPr dirty="0" sz="3200" spc="-110">
                <a:latin typeface="Roboto"/>
                <a:cs typeface="Roboto"/>
              </a:rPr>
              <a:t> </a:t>
            </a:r>
            <a:r>
              <a:rPr dirty="0" sz="3200" spc="-30">
                <a:latin typeface="Roboto"/>
                <a:cs typeface="Roboto"/>
              </a:rPr>
              <a:t>cancellation</a:t>
            </a:r>
            <a:r>
              <a:rPr dirty="0" sz="3200" spc="-145">
                <a:latin typeface="Roboto"/>
                <a:cs typeface="Roboto"/>
              </a:rPr>
              <a:t> </a:t>
            </a:r>
            <a:r>
              <a:rPr dirty="0" sz="3200">
                <a:latin typeface="Roboto"/>
                <a:cs typeface="Roboto"/>
              </a:rPr>
              <a:t>and</a:t>
            </a:r>
            <a:r>
              <a:rPr dirty="0" sz="3200" spc="-120">
                <a:latin typeface="Roboto"/>
                <a:cs typeface="Roboto"/>
              </a:rPr>
              <a:t> </a:t>
            </a:r>
            <a:r>
              <a:rPr dirty="0" sz="3200" spc="-10">
                <a:latin typeface="Roboto"/>
                <a:cs typeface="Roboto"/>
              </a:rPr>
              <a:t>program</a:t>
            </a:r>
            <a:r>
              <a:rPr dirty="0" sz="3200" spc="-100">
                <a:latin typeface="Roboto"/>
                <a:cs typeface="Roboto"/>
              </a:rPr>
              <a:t> </a:t>
            </a:r>
            <a:r>
              <a:rPr dirty="0" sz="3200" spc="-10">
                <a:latin typeface="Roboto"/>
                <a:cs typeface="Roboto"/>
              </a:rPr>
              <a:t>termination</a:t>
            </a:r>
            <a:endParaRPr sz="3200">
              <a:latin typeface="Roboto"/>
              <a:cs typeface="Roboto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7065752"/>
            <a:ext cx="5069840" cy="3221355"/>
          </a:xfrm>
          <a:custGeom>
            <a:avLst/>
            <a:gdLst/>
            <a:ahLst/>
            <a:cxnLst/>
            <a:rect l="l" t="t" r="r" b="b"/>
            <a:pathLst>
              <a:path w="5069840" h="3221354">
                <a:moveTo>
                  <a:pt x="322971" y="0"/>
                </a:moveTo>
                <a:lnTo>
                  <a:pt x="404417" y="0"/>
                </a:lnTo>
                <a:lnTo>
                  <a:pt x="530071" y="1180"/>
                </a:lnTo>
                <a:lnTo>
                  <a:pt x="657064" y="4113"/>
                </a:lnTo>
                <a:lnTo>
                  <a:pt x="771460" y="8578"/>
                </a:lnTo>
                <a:lnTo>
                  <a:pt x="822932" y="11334"/>
                </a:lnTo>
                <a:lnTo>
                  <a:pt x="870054" y="14414"/>
                </a:lnTo>
                <a:lnTo>
                  <a:pt x="912424" y="17797"/>
                </a:lnTo>
                <a:lnTo>
                  <a:pt x="981308" y="25392"/>
                </a:lnTo>
                <a:lnTo>
                  <a:pt x="1026380" y="33962"/>
                </a:lnTo>
                <a:lnTo>
                  <a:pt x="1073776" y="67839"/>
                </a:lnTo>
                <a:lnTo>
                  <a:pt x="1090903" y="106573"/>
                </a:lnTo>
                <a:lnTo>
                  <a:pt x="1090452" y="147928"/>
                </a:lnTo>
                <a:lnTo>
                  <a:pt x="1072511" y="185068"/>
                </a:lnTo>
                <a:lnTo>
                  <a:pt x="1037166" y="211158"/>
                </a:lnTo>
                <a:lnTo>
                  <a:pt x="992438" y="217131"/>
                </a:lnTo>
                <a:lnTo>
                  <a:pt x="928488" y="220017"/>
                </a:lnTo>
                <a:lnTo>
                  <a:pt x="834294" y="222094"/>
                </a:lnTo>
                <a:lnTo>
                  <a:pt x="545107" y="224056"/>
                </a:lnTo>
                <a:lnTo>
                  <a:pt x="225354" y="224056"/>
                </a:lnTo>
                <a:lnTo>
                  <a:pt x="61430" y="222847"/>
                </a:lnTo>
                <a:lnTo>
                  <a:pt x="0" y="221287"/>
                </a:lnTo>
                <a:lnTo>
                  <a:pt x="0" y="4588"/>
                </a:lnTo>
                <a:lnTo>
                  <a:pt x="54735" y="3165"/>
                </a:lnTo>
                <a:lnTo>
                  <a:pt x="322971" y="0"/>
                </a:lnTo>
                <a:close/>
              </a:path>
              <a:path w="5069840" h="3221354">
                <a:moveTo>
                  <a:pt x="1502494" y="93178"/>
                </a:moveTo>
                <a:lnTo>
                  <a:pt x="1553964" y="98736"/>
                </a:lnTo>
                <a:lnTo>
                  <a:pt x="1637087" y="120206"/>
                </a:lnTo>
                <a:lnTo>
                  <a:pt x="1695725" y="138087"/>
                </a:lnTo>
                <a:lnTo>
                  <a:pt x="1768325" y="161315"/>
                </a:lnTo>
                <a:lnTo>
                  <a:pt x="1932548" y="215681"/>
                </a:lnTo>
                <a:lnTo>
                  <a:pt x="2000477" y="239306"/>
                </a:lnTo>
                <a:lnTo>
                  <a:pt x="2061002" y="261360"/>
                </a:lnTo>
                <a:lnTo>
                  <a:pt x="2114471" y="281989"/>
                </a:lnTo>
                <a:lnTo>
                  <a:pt x="2161228" y="301340"/>
                </a:lnTo>
                <a:lnTo>
                  <a:pt x="2201619" y="319559"/>
                </a:lnTo>
                <a:lnTo>
                  <a:pt x="2235990" y="336794"/>
                </a:lnTo>
                <a:lnTo>
                  <a:pt x="2288052" y="368895"/>
                </a:lnTo>
                <a:lnTo>
                  <a:pt x="2331484" y="418964"/>
                </a:lnTo>
                <a:lnTo>
                  <a:pt x="2339640" y="457886"/>
                </a:lnTo>
                <a:lnTo>
                  <a:pt x="2331906" y="496070"/>
                </a:lnTo>
                <a:lnTo>
                  <a:pt x="2309287" y="528764"/>
                </a:lnTo>
                <a:lnTo>
                  <a:pt x="2272786" y="551218"/>
                </a:lnTo>
                <a:lnTo>
                  <a:pt x="2248004" y="557125"/>
                </a:lnTo>
                <a:lnTo>
                  <a:pt x="2222312" y="555933"/>
                </a:lnTo>
                <a:lnTo>
                  <a:pt x="2192983" y="547102"/>
                </a:lnTo>
                <a:lnTo>
                  <a:pt x="2157287" y="530096"/>
                </a:lnTo>
                <a:lnTo>
                  <a:pt x="2133273" y="518201"/>
                </a:lnTo>
                <a:lnTo>
                  <a:pt x="2104845" y="505697"/>
                </a:lnTo>
                <a:lnTo>
                  <a:pt x="2032094" y="477950"/>
                </a:lnTo>
                <a:lnTo>
                  <a:pt x="1986443" y="462250"/>
                </a:lnTo>
                <a:lnTo>
                  <a:pt x="1933724" y="445028"/>
                </a:lnTo>
                <a:lnTo>
                  <a:pt x="1804425" y="405102"/>
                </a:lnTo>
                <a:lnTo>
                  <a:pt x="1631846" y="353430"/>
                </a:lnTo>
                <a:lnTo>
                  <a:pt x="1557093" y="329058"/>
                </a:lnTo>
                <a:lnTo>
                  <a:pt x="1500010" y="307564"/>
                </a:lnTo>
                <a:lnTo>
                  <a:pt x="1458349" y="287686"/>
                </a:lnTo>
                <a:lnTo>
                  <a:pt x="1412294" y="247730"/>
                </a:lnTo>
                <a:lnTo>
                  <a:pt x="1400940" y="199088"/>
                </a:lnTo>
                <a:lnTo>
                  <a:pt x="1404318" y="164987"/>
                </a:lnTo>
                <a:lnTo>
                  <a:pt x="1433808" y="117831"/>
                </a:lnTo>
                <a:lnTo>
                  <a:pt x="1471076" y="98736"/>
                </a:lnTo>
                <a:lnTo>
                  <a:pt x="1490934" y="94158"/>
                </a:lnTo>
                <a:lnTo>
                  <a:pt x="1490723" y="94158"/>
                </a:lnTo>
                <a:lnTo>
                  <a:pt x="1502494" y="93178"/>
                </a:lnTo>
                <a:close/>
              </a:path>
              <a:path w="5069840" h="3221354">
                <a:moveTo>
                  <a:pt x="3049998" y="1831078"/>
                </a:moveTo>
                <a:lnTo>
                  <a:pt x="3101283" y="1831078"/>
                </a:lnTo>
                <a:lnTo>
                  <a:pt x="3129959" y="1843778"/>
                </a:lnTo>
                <a:lnTo>
                  <a:pt x="3160067" y="1856478"/>
                </a:lnTo>
                <a:lnTo>
                  <a:pt x="3191164" y="1869178"/>
                </a:lnTo>
                <a:lnTo>
                  <a:pt x="3216247" y="1894578"/>
                </a:lnTo>
                <a:lnTo>
                  <a:pt x="3243943" y="1907278"/>
                </a:lnTo>
                <a:lnTo>
                  <a:pt x="3274005" y="1932678"/>
                </a:lnTo>
                <a:lnTo>
                  <a:pt x="3306187" y="1958078"/>
                </a:lnTo>
                <a:lnTo>
                  <a:pt x="3340240" y="1996178"/>
                </a:lnTo>
                <a:lnTo>
                  <a:pt x="3375920" y="2021578"/>
                </a:lnTo>
                <a:lnTo>
                  <a:pt x="3412977" y="2059678"/>
                </a:lnTo>
                <a:lnTo>
                  <a:pt x="3451167" y="2097778"/>
                </a:lnTo>
                <a:lnTo>
                  <a:pt x="3490242" y="2135878"/>
                </a:lnTo>
                <a:lnTo>
                  <a:pt x="3529955" y="2173978"/>
                </a:lnTo>
                <a:lnTo>
                  <a:pt x="3570059" y="2224778"/>
                </a:lnTo>
                <a:lnTo>
                  <a:pt x="3650454" y="2300978"/>
                </a:lnTo>
                <a:lnTo>
                  <a:pt x="3690251" y="2351778"/>
                </a:lnTo>
                <a:lnTo>
                  <a:pt x="3729453" y="2389878"/>
                </a:lnTo>
                <a:lnTo>
                  <a:pt x="3767811" y="2440678"/>
                </a:lnTo>
                <a:lnTo>
                  <a:pt x="3805080" y="2478778"/>
                </a:lnTo>
                <a:lnTo>
                  <a:pt x="3841012" y="2529578"/>
                </a:lnTo>
                <a:lnTo>
                  <a:pt x="3875362" y="2567678"/>
                </a:lnTo>
                <a:lnTo>
                  <a:pt x="3907880" y="2605778"/>
                </a:lnTo>
                <a:lnTo>
                  <a:pt x="3938322" y="2643878"/>
                </a:lnTo>
                <a:lnTo>
                  <a:pt x="3966441" y="2681978"/>
                </a:lnTo>
                <a:lnTo>
                  <a:pt x="3991988" y="2720078"/>
                </a:lnTo>
                <a:lnTo>
                  <a:pt x="4014718" y="2745478"/>
                </a:lnTo>
                <a:lnTo>
                  <a:pt x="4050196" y="2808978"/>
                </a:lnTo>
                <a:lnTo>
                  <a:pt x="4070500" y="2847078"/>
                </a:lnTo>
                <a:lnTo>
                  <a:pt x="4076038" y="2885178"/>
                </a:lnTo>
                <a:lnTo>
                  <a:pt x="4067211" y="2923278"/>
                </a:lnTo>
                <a:lnTo>
                  <a:pt x="4044427" y="2948678"/>
                </a:lnTo>
                <a:lnTo>
                  <a:pt x="4014677" y="2961378"/>
                </a:lnTo>
                <a:lnTo>
                  <a:pt x="3979902" y="2974078"/>
                </a:lnTo>
                <a:lnTo>
                  <a:pt x="3944400" y="2961378"/>
                </a:lnTo>
                <a:lnTo>
                  <a:pt x="3912468" y="2948678"/>
                </a:lnTo>
                <a:lnTo>
                  <a:pt x="3899323" y="2948678"/>
                </a:lnTo>
                <a:lnTo>
                  <a:pt x="3882684" y="2923278"/>
                </a:lnTo>
                <a:lnTo>
                  <a:pt x="3864680" y="2897878"/>
                </a:lnTo>
                <a:lnTo>
                  <a:pt x="3847443" y="2872478"/>
                </a:lnTo>
                <a:lnTo>
                  <a:pt x="3830989" y="2859778"/>
                </a:lnTo>
                <a:lnTo>
                  <a:pt x="3811276" y="2834378"/>
                </a:lnTo>
                <a:lnTo>
                  <a:pt x="3788540" y="2796278"/>
                </a:lnTo>
                <a:lnTo>
                  <a:pt x="3763017" y="2770878"/>
                </a:lnTo>
                <a:lnTo>
                  <a:pt x="3734942" y="2732778"/>
                </a:lnTo>
                <a:lnTo>
                  <a:pt x="3704551" y="2694678"/>
                </a:lnTo>
                <a:lnTo>
                  <a:pt x="3672079" y="2656578"/>
                </a:lnTo>
                <a:lnTo>
                  <a:pt x="3637763" y="2618478"/>
                </a:lnTo>
                <a:lnTo>
                  <a:pt x="3601838" y="2580378"/>
                </a:lnTo>
                <a:lnTo>
                  <a:pt x="3564540" y="2542278"/>
                </a:lnTo>
                <a:lnTo>
                  <a:pt x="3526105" y="2504178"/>
                </a:lnTo>
                <a:lnTo>
                  <a:pt x="3486767" y="2466078"/>
                </a:lnTo>
                <a:lnTo>
                  <a:pt x="3446764" y="2415278"/>
                </a:lnTo>
                <a:lnTo>
                  <a:pt x="3284806" y="2262878"/>
                </a:lnTo>
                <a:lnTo>
                  <a:pt x="3245009" y="2224778"/>
                </a:lnTo>
                <a:lnTo>
                  <a:pt x="3205960" y="2186678"/>
                </a:lnTo>
                <a:lnTo>
                  <a:pt x="3167895" y="2148578"/>
                </a:lnTo>
                <a:lnTo>
                  <a:pt x="3131050" y="2123178"/>
                </a:lnTo>
                <a:lnTo>
                  <a:pt x="3067473" y="2059678"/>
                </a:lnTo>
                <a:lnTo>
                  <a:pt x="3022816" y="2008878"/>
                </a:lnTo>
                <a:lnTo>
                  <a:pt x="2995154" y="1970778"/>
                </a:lnTo>
                <a:lnTo>
                  <a:pt x="2982561" y="1945378"/>
                </a:lnTo>
                <a:lnTo>
                  <a:pt x="2983111" y="1919978"/>
                </a:lnTo>
                <a:lnTo>
                  <a:pt x="2994878" y="1881878"/>
                </a:lnTo>
                <a:lnTo>
                  <a:pt x="3009746" y="1869178"/>
                </a:lnTo>
                <a:lnTo>
                  <a:pt x="3028269" y="1843778"/>
                </a:lnTo>
                <a:lnTo>
                  <a:pt x="3049998" y="1831078"/>
                </a:lnTo>
                <a:close/>
              </a:path>
              <a:path w="5069840" h="3221354">
                <a:moveTo>
                  <a:pt x="2284609" y="2021578"/>
                </a:moveTo>
                <a:lnTo>
                  <a:pt x="2313536" y="2034278"/>
                </a:lnTo>
                <a:lnTo>
                  <a:pt x="2347245" y="2046978"/>
                </a:lnTo>
                <a:lnTo>
                  <a:pt x="2386613" y="2059678"/>
                </a:lnTo>
                <a:lnTo>
                  <a:pt x="2432516" y="2085078"/>
                </a:lnTo>
                <a:lnTo>
                  <a:pt x="2485832" y="2123178"/>
                </a:lnTo>
                <a:lnTo>
                  <a:pt x="2547435" y="2161278"/>
                </a:lnTo>
                <a:lnTo>
                  <a:pt x="2582698" y="2186678"/>
                </a:lnTo>
                <a:lnTo>
                  <a:pt x="2620935" y="2212078"/>
                </a:lnTo>
                <a:lnTo>
                  <a:pt x="2661699" y="2250178"/>
                </a:lnTo>
                <a:lnTo>
                  <a:pt x="2704542" y="2275578"/>
                </a:lnTo>
                <a:lnTo>
                  <a:pt x="2749015" y="2313678"/>
                </a:lnTo>
                <a:lnTo>
                  <a:pt x="2794670" y="2339078"/>
                </a:lnTo>
                <a:lnTo>
                  <a:pt x="2934242" y="2453378"/>
                </a:lnTo>
                <a:lnTo>
                  <a:pt x="2980140" y="2491478"/>
                </a:lnTo>
                <a:lnTo>
                  <a:pt x="3024978" y="2516878"/>
                </a:lnTo>
                <a:lnTo>
                  <a:pt x="3068308" y="2554978"/>
                </a:lnTo>
                <a:lnTo>
                  <a:pt x="3109681" y="2593078"/>
                </a:lnTo>
                <a:lnTo>
                  <a:pt x="3148648" y="2618478"/>
                </a:lnTo>
                <a:lnTo>
                  <a:pt x="3184763" y="2643878"/>
                </a:lnTo>
                <a:lnTo>
                  <a:pt x="3217575" y="2669278"/>
                </a:lnTo>
                <a:lnTo>
                  <a:pt x="3246637" y="2694678"/>
                </a:lnTo>
                <a:lnTo>
                  <a:pt x="3271501" y="2720078"/>
                </a:lnTo>
                <a:lnTo>
                  <a:pt x="3291717" y="2745478"/>
                </a:lnTo>
                <a:lnTo>
                  <a:pt x="3323341" y="2770878"/>
                </a:lnTo>
                <a:lnTo>
                  <a:pt x="3350380" y="2808978"/>
                </a:lnTo>
                <a:lnTo>
                  <a:pt x="3369240" y="2847078"/>
                </a:lnTo>
                <a:lnTo>
                  <a:pt x="3376325" y="2872478"/>
                </a:lnTo>
                <a:lnTo>
                  <a:pt x="3370739" y="2897878"/>
                </a:lnTo>
                <a:lnTo>
                  <a:pt x="3356552" y="2935978"/>
                </a:lnTo>
                <a:lnTo>
                  <a:pt x="3337626" y="2961378"/>
                </a:lnTo>
                <a:lnTo>
                  <a:pt x="3317818" y="2974078"/>
                </a:lnTo>
                <a:lnTo>
                  <a:pt x="3241114" y="2974078"/>
                </a:lnTo>
                <a:lnTo>
                  <a:pt x="3214142" y="2961378"/>
                </a:lnTo>
                <a:lnTo>
                  <a:pt x="3201345" y="2948678"/>
                </a:lnTo>
                <a:lnTo>
                  <a:pt x="3178236" y="2935978"/>
                </a:lnTo>
                <a:lnTo>
                  <a:pt x="3146121" y="2910578"/>
                </a:lnTo>
                <a:lnTo>
                  <a:pt x="3106302" y="2885178"/>
                </a:lnTo>
                <a:lnTo>
                  <a:pt x="3060085" y="2847078"/>
                </a:lnTo>
                <a:lnTo>
                  <a:pt x="3008773" y="2808978"/>
                </a:lnTo>
                <a:lnTo>
                  <a:pt x="2953671" y="2758178"/>
                </a:lnTo>
                <a:lnTo>
                  <a:pt x="2896083" y="2707378"/>
                </a:lnTo>
                <a:lnTo>
                  <a:pt x="2832596" y="2656578"/>
                </a:lnTo>
                <a:lnTo>
                  <a:pt x="2772959" y="2618478"/>
                </a:lnTo>
                <a:lnTo>
                  <a:pt x="2717041" y="2567678"/>
                </a:lnTo>
                <a:lnTo>
                  <a:pt x="2664712" y="2529578"/>
                </a:lnTo>
                <a:lnTo>
                  <a:pt x="2615841" y="2491478"/>
                </a:lnTo>
                <a:lnTo>
                  <a:pt x="2570296" y="2453378"/>
                </a:lnTo>
                <a:lnTo>
                  <a:pt x="2527948" y="2415278"/>
                </a:lnTo>
                <a:lnTo>
                  <a:pt x="2488666" y="2389878"/>
                </a:lnTo>
                <a:lnTo>
                  <a:pt x="2452318" y="2364478"/>
                </a:lnTo>
                <a:lnTo>
                  <a:pt x="2418775" y="2339078"/>
                </a:lnTo>
                <a:lnTo>
                  <a:pt x="2387905" y="2313678"/>
                </a:lnTo>
                <a:lnTo>
                  <a:pt x="2359579" y="2300978"/>
                </a:lnTo>
                <a:lnTo>
                  <a:pt x="2333664" y="2275578"/>
                </a:lnTo>
                <a:lnTo>
                  <a:pt x="2310031" y="2262878"/>
                </a:lnTo>
                <a:lnTo>
                  <a:pt x="2288549" y="2250178"/>
                </a:lnTo>
                <a:lnTo>
                  <a:pt x="2236104" y="2212078"/>
                </a:lnTo>
                <a:lnTo>
                  <a:pt x="2199312" y="2186678"/>
                </a:lnTo>
                <a:lnTo>
                  <a:pt x="2178015" y="2148578"/>
                </a:lnTo>
                <a:lnTo>
                  <a:pt x="2181263" y="2085078"/>
                </a:lnTo>
                <a:lnTo>
                  <a:pt x="2222881" y="2046978"/>
                </a:lnTo>
                <a:lnTo>
                  <a:pt x="2241410" y="2034278"/>
                </a:lnTo>
                <a:lnTo>
                  <a:pt x="2261759" y="2034278"/>
                </a:lnTo>
                <a:lnTo>
                  <a:pt x="2284609" y="2021578"/>
                </a:lnTo>
                <a:close/>
              </a:path>
              <a:path w="5069840" h="3221354">
                <a:moveTo>
                  <a:pt x="3885328" y="1640578"/>
                </a:moveTo>
                <a:lnTo>
                  <a:pt x="3962676" y="1640578"/>
                </a:lnTo>
                <a:lnTo>
                  <a:pt x="3984696" y="1653278"/>
                </a:lnTo>
                <a:lnTo>
                  <a:pt x="4007716" y="1665978"/>
                </a:lnTo>
                <a:lnTo>
                  <a:pt x="4029315" y="1678678"/>
                </a:lnTo>
                <a:lnTo>
                  <a:pt x="4053757" y="1704078"/>
                </a:lnTo>
                <a:lnTo>
                  <a:pt x="4080665" y="1729478"/>
                </a:lnTo>
                <a:lnTo>
                  <a:pt x="4109665" y="1754878"/>
                </a:lnTo>
                <a:lnTo>
                  <a:pt x="4140380" y="1792978"/>
                </a:lnTo>
                <a:lnTo>
                  <a:pt x="4172434" y="1843778"/>
                </a:lnTo>
                <a:lnTo>
                  <a:pt x="4205452" y="1881878"/>
                </a:lnTo>
                <a:lnTo>
                  <a:pt x="4306533" y="2034278"/>
                </a:lnTo>
                <a:lnTo>
                  <a:pt x="4339650" y="2085078"/>
                </a:lnTo>
                <a:lnTo>
                  <a:pt x="4371853" y="2135878"/>
                </a:lnTo>
                <a:lnTo>
                  <a:pt x="4402765" y="2186678"/>
                </a:lnTo>
                <a:lnTo>
                  <a:pt x="4432011" y="2237478"/>
                </a:lnTo>
                <a:lnTo>
                  <a:pt x="4459216" y="2288278"/>
                </a:lnTo>
                <a:lnTo>
                  <a:pt x="4484004" y="2326378"/>
                </a:lnTo>
                <a:lnTo>
                  <a:pt x="4505998" y="2377178"/>
                </a:lnTo>
                <a:lnTo>
                  <a:pt x="4524824" y="2415278"/>
                </a:lnTo>
                <a:lnTo>
                  <a:pt x="4540106" y="2453378"/>
                </a:lnTo>
                <a:lnTo>
                  <a:pt x="4551467" y="2491478"/>
                </a:lnTo>
                <a:lnTo>
                  <a:pt x="4562463" y="2542278"/>
                </a:lnTo>
                <a:lnTo>
                  <a:pt x="4562397" y="2554978"/>
                </a:lnTo>
                <a:lnTo>
                  <a:pt x="4562332" y="2567678"/>
                </a:lnTo>
                <a:lnTo>
                  <a:pt x="4562267" y="2580378"/>
                </a:lnTo>
                <a:lnTo>
                  <a:pt x="4550623" y="2618478"/>
                </a:lnTo>
                <a:lnTo>
                  <a:pt x="4527276" y="2643878"/>
                </a:lnTo>
                <a:lnTo>
                  <a:pt x="4499583" y="2656578"/>
                </a:lnTo>
                <a:lnTo>
                  <a:pt x="4437762" y="2656578"/>
                </a:lnTo>
                <a:lnTo>
                  <a:pt x="4408807" y="2643878"/>
                </a:lnTo>
                <a:lnTo>
                  <a:pt x="4395426" y="2631178"/>
                </a:lnTo>
                <a:lnTo>
                  <a:pt x="4379974" y="2605778"/>
                </a:lnTo>
                <a:lnTo>
                  <a:pt x="4363402" y="2580378"/>
                </a:lnTo>
                <a:lnTo>
                  <a:pt x="4346662" y="2542278"/>
                </a:lnTo>
                <a:lnTo>
                  <a:pt x="4331629" y="2504178"/>
                </a:lnTo>
                <a:lnTo>
                  <a:pt x="4313428" y="2466078"/>
                </a:lnTo>
                <a:lnTo>
                  <a:pt x="4292339" y="2427978"/>
                </a:lnTo>
                <a:lnTo>
                  <a:pt x="4268643" y="2389878"/>
                </a:lnTo>
                <a:lnTo>
                  <a:pt x="4242621" y="2339078"/>
                </a:lnTo>
                <a:lnTo>
                  <a:pt x="4214553" y="2288278"/>
                </a:lnTo>
                <a:lnTo>
                  <a:pt x="4184718" y="2250178"/>
                </a:lnTo>
                <a:lnTo>
                  <a:pt x="4153399" y="2199378"/>
                </a:lnTo>
                <a:lnTo>
                  <a:pt x="4120875" y="2148578"/>
                </a:lnTo>
                <a:lnTo>
                  <a:pt x="4087426" y="2110478"/>
                </a:lnTo>
                <a:lnTo>
                  <a:pt x="4053333" y="2059678"/>
                </a:lnTo>
                <a:lnTo>
                  <a:pt x="4018877" y="2008878"/>
                </a:lnTo>
                <a:lnTo>
                  <a:pt x="3949997" y="1932678"/>
                </a:lnTo>
                <a:lnTo>
                  <a:pt x="3894195" y="1856478"/>
                </a:lnTo>
                <a:lnTo>
                  <a:pt x="3855910" y="1805678"/>
                </a:lnTo>
                <a:lnTo>
                  <a:pt x="3833926" y="1767578"/>
                </a:lnTo>
                <a:lnTo>
                  <a:pt x="3827032" y="1729478"/>
                </a:lnTo>
                <a:lnTo>
                  <a:pt x="3834014" y="1704078"/>
                </a:lnTo>
                <a:lnTo>
                  <a:pt x="3853657" y="1665978"/>
                </a:lnTo>
                <a:lnTo>
                  <a:pt x="3868879" y="1653278"/>
                </a:lnTo>
                <a:lnTo>
                  <a:pt x="3885328" y="1640578"/>
                </a:lnTo>
                <a:close/>
              </a:path>
              <a:path w="5069840" h="3221354">
                <a:moveTo>
                  <a:pt x="1629209" y="1805678"/>
                </a:moveTo>
                <a:lnTo>
                  <a:pt x="1657076" y="1805678"/>
                </a:lnTo>
                <a:lnTo>
                  <a:pt x="1700698" y="1818378"/>
                </a:lnTo>
                <a:lnTo>
                  <a:pt x="1753892" y="1843778"/>
                </a:lnTo>
                <a:lnTo>
                  <a:pt x="1810474" y="1856478"/>
                </a:lnTo>
                <a:lnTo>
                  <a:pt x="1864261" y="1881878"/>
                </a:lnTo>
                <a:lnTo>
                  <a:pt x="1909071" y="1894578"/>
                </a:lnTo>
                <a:lnTo>
                  <a:pt x="1938720" y="1907278"/>
                </a:lnTo>
                <a:lnTo>
                  <a:pt x="1969558" y="1945378"/>
                </a:lnTo>
                <a:lnTo>
                  <a:pt x="1987170" y="1970778"/>
                </a:lnTo>
                <a:lnTo>
                  <a:pt x="1991060" y="2008878"/>
                </a:lnTo>
                <a:lnTo>
                  <a:pt x="1980733" y="2046978"/>
                </a:lnTo>
                <a:lnTo>
                  <a:pt x="1955696" y="2085078"/>
                </a:lnTo>
                <a:lnTo>
                  <a:pt x="1923946" y="2097778"/>
                </a:lnTo>
                <a:lnTo>
                  <a:pt x="1834073" y="2097778"/>
                </a:lnTo>
                <a:lnTo>
                  <a:pt x="1768049" y="2072378"/>
                </a:lnTo>
                <a:lnTo>
                  <a:pt x="1614760" y="2008878"/>
                </a:lnTo>
                <a:lnTo>
                  <a:pt x="1575693" y="1983478"/>
                </a:lnTo>
                <a:lnTo>
                  <a:pt x="1552734" y="1970778"/>
                </a:lnTo>
                <a:lnTo>
                  <a:pt x="1539175" y="1945378"/>
                </a:lnTo>
                <a:lnTo>
                  <a:pt x="1528429" y="1907278"/>
                </a:lnTo>
                <a:lnTo>
                  <a:pt x="1534329" y="1869178"/>
                </a:lnTo>
                <a:lnTo>
                  <a:pt x="1554606" y="1831078"/>
                </a:lnTo>
                <a:lnTo>
                  <a:pt x="1586989" y="1818378"/>
                </a:lnTo>
                <a:lnTo>
                  <a:pt x="1629209" y="1805678"/>
                </a:lnTo>
                <a:close/>
              </a:path>
              <a:path w="5069840" h="3221354">
                <a:moveTo>
                  <a:pt x="434638" y="1653278"/>
                </a:moveTo>
                <a:lnTo>
                  <a:pt x="968959" y="1653278"/>
                </a:lnTo>
                <a:lnTo>
                  <a:pt x="1025827" y="1665978"/>
                </a:lnTo>
                <a:lnTo>
                  <a:pt x="1079607" y="1678678"/>
                </a:lnTo>
                <a:lnTo>
                  <a:pt x="1129673" y="1678678"/>
                </a:lnTo>
                <a:lnTo>
                  <a:pt x="1175401" y="1691378"/>
                </a:lnTo>
                <a:lnTo>
                  <a:pt x="1216164" y="1704078"/>
                </a:lnTo>
                <a:lnTo>
                  <a:pt x="1251338" y="1716778"/>
                </a:lnTo>
                <a:lnTo>
                  <a:pt x="1280298" y="1716778"/>
                </a:lnTo>
                <a:lnTo>
                  <a:pt x="1302418" y="1729478"/>
                </a:lnTo>
                <a:lnTo>
                  <a:pt x="1334907" y="1767578"/>
                </a:lnTo>
                <a:lnTo>
                  <a:pt x="1359523" y="1792978"/>
                </a:lnTo>
                <a:lnTo>
                  <a:pt x="1373397" y="1831078"/>
                </a:lnTo>
                <a:lnTo>
                  <a:pt x="1373484" y="1843778"/>
                </a:lnTo>
                <a:lnTo>
                  <a:pt x="1373571" y="1856478"/>
                </a:lnTo>
                <a:lnTo>
                  <a:pt x="1373657" y="1869178"/>
                </a:lnTo>
                <a:lnTo>
                  <a:pt x="1350382" y="1907278"/>
                </a:lnTo>
                <a:lnTo>
                  <a:pt x="1312692" y="1945378"/>
                </a:lnTo>
                <a:lnTo>
                  <a:pt x="1218158" y="1945378"/>
                </a:lnTo>
                <a:lnTo>
                  <a:pt x="1130535" y="1919978"/>
                </a:lnTo>
                <a:lnTo>
                  <a:pt x="1078786" y="1907278"/>
                </a:lnTo>
                <a:lnTo>
                  <a:pt x="967166" y="1881878"/>
                </a:lnTo>
                <a:lnTo>
                  <a:pt x="908803" y="1881878"/>
                </a:lnTo>
                <a:lnTo>
                  <a:pt x="849742" y="1869178"/>
                </a:lnTo>
                <a:lnTo>
                  <a:pt x="790738" y="1869178"/>
                </a:lnTo>
                <a:lnTo>
                  <a:pt x="732543" y="1856478"/>
                </a:lnTo>
                <a:lnTo>
                  <a:pt x="264658" y="1856478"/>
                </a:lnTo>
                <a:lnTo>
                  <a:pt x="248383" y="1831078"/>
                </a:lnTo>
                <a:lnTo>
                  <a:pt x="236031" y="1792978"/>
                </a:lnTo>
                <a:lnTo>
                  <a:pt x="240807" y="1754878"/>
                </a:lnTo>
                <a:lnTo>
                  <a:pt x="263247" y="1729478"/>
                </a:lnTo>
                <a:lnTo>
                  <a:pt x="303890" y="1704078"/>
                </a:lnTo>
                <a:lnTo>
                  <a:pt x="363275" y="1678678"/>
                </a:lnTo>
                <a:lnTo>
                  <a:pt x="398178" y="1665978"/>
                </a:lnTo>
                <a:lnTo>
                  <a:pt x="434638" y="1653278"/>
                </a:lnTo>
                <a:close/>
              </a:path>
              <a:path w="5069840" h="3221354">
                <a:moveTo>
                  <a:pt x="264658" y="1856478"/>
                </a:moveTo>
                <a:lnTo>
                  <a:pt x="522940" y="1856478"/>
                </a:lnTo>
                <a:lnTo>
                  <a:pt x="480101" y="1869178"/>
                </a:lnTo>
                <a:lnTo>
                  <a:pt x="442593" y="1869178"/>
                </a:lnTo>
                <a:lnTo>
                  <a:pt x="411172" y="1881878"/>
                </a:lnTo>
                <a:lnTo>
                  <a:pt x="352655" y="1894578"/>
                </a:lnTo>
                <a:lnTo>
                  <a:pt x="307041" y="1881878"/>
                </a:lnTo>
                <a:lnTo>
                  <a:pt x="272795" y="1869178"/>
                </a:lnTo>
                <a:lnTo>
                  <a:pt x="264658" y="1856478"/>
                </a:lnTo>
                <a:close/>
              </a:path>
              <a:path w="5069840" h="3221354">
                <a:moveTo>
                  <a:pt x="1317867" y="1030978"/>
                </a:moveTo>
                <a:lnTo>
                  <a:pt x="1420364" y="1030978"/>
                </a:lnTo>
                <a:lnTo>
                  <a:pt x="1458311" y="1043678"/>
                </a:lnTo>
                <a:lnTo>
                  <a:pt x="1502977" y="1056378"/>
                </a:lnTo>
                <a:lnTo>
                  <a:pt x="1553015" y="1069078"/>
                </a:lnTo>
                <a:lnTo>
                  <a:pt x="1607079" y="1081778"/>
                </a:lnTo>
                <a:lnTo>
                  <a:pt x="1779948" y="1119878"/>
                </a:lnTo>
                <a:lnTo>
                  <a:pt x="1836639" y="1145278"/>
                </a:lnTo>
                <a:lnTo>
                  <a:pt x="1890618" y="1157978"/>
                </a:lnTo>
                <a:lnTo>
                  <a:pt x="1940539" y="1170678"/>
                </a:lnTo>
                <a:lnTo>
                  <a:pt x="2053318" y="1221478"/>
                </a:lnTo>
                <a:lnTo>
                  <a:pt x="2108254" y="1234178"/>
                </a:lnTo>
                <a:lnTo>
                  <a:pt x="2161789" y="1259578"/>
                </a:lnTo>
                <a:lnTo>
                  <a:pt x="2213598" y="1284978"/>
                </a:lnTo>
                <a:lnTo>
                  <a:pt x="2263358" y="1310378"/>
                </a:lnTo>
                <a:lnTo>
                  <a:pt x="2310743" y="1323078"/>
                </a:lnTo>
                <a:lnTo>
                  <a:pt x="2355431" y="1348478"/>
                </a:lnTo>
                <a:lnTo>
                  <a:pt x="2397096" y="1373878"/>
                </a:lnTo>
                <a:lnTo>
                  <a:pt x="2435414" y="1399278"/>
                </a:lnTo>
                <a:lnTo>
                  <a:pt x="2470062" y="1411978"/>
                </a:lnTo>
                <a:lnTo>
                  <a:pt x="2500715" y="1437378"/>
                </a:lnTo>
                <a:lnTo>
                  <a:pt x="2527049" y="1462778"/>
                </a:lnTo>
                <a:lnTo>
                  <a:pt x="2548739" y="1475478"/>
                </a:lnTo>
                <a:lnTo>
                  <a:pt x="2580479" y="1513578"/>
                </a:lnTo>
                <a:lnTo>
                  <a:pt x="2593604" y="1551678"/>
                </a:lnTo>
                <a:lnTo>
                  <a:pt x="2588154" y="1589778"/>
                </a:lnTo>
                <a:lnTo>
                  <a:pt x="2564169" y="1627878"/>
                </a:lnTo>
                <a:lnTo>
                  <a:pt x="2529332" y="1653278"/>
                </a:lnTo>
                <a:lnTo>
                  <a:pt x="2488735" y="1665978"/>
                </a:lnTo>
                <a:lnTo>
                  <a:pt x="2442209" y="1653278"/>
                </a:lnTo>
                <a:lnTo>
                  <a:pt x="2389588" y="1615178"/>
                </a:lnTo>
                <a:lnTo>
                  <a:pt x="2365757" y="1602478"/>
                </a:lnTo>
                <a:lnTo>
                  <a:pt x="2339115" y="1589778"/>
                </a:lnTo>
                <a:lnTo>
                  <a:pt x="2309690" y="1564378"/>
                </a:lnTo>
                <a:lnTo>
                  <a:pt x="2277510" y="1551678"/>
                </a:lnTo>
                <a:lnTo>
                  <a:pt x="2242605" y="1538978"/>
                </a:lnTo>
                <a:lnTo>
                  <a:pt x="2205002" y="1513578"/>
                </a:lnTo>
                <a:lnTo>
                  <a:pt x="2164730" y="1500878"/>
                </a:lnTo>
                <a:lnTo>
                  <a:pt x="2121818" y="1475478"/>
                </a:lnTo>
                <a:lnTo>
                  <a:pt x="2076295" y="1462778"/>
                </a:lnTo>
                <a:lnTo>
                  <a:pt x="2028188" y="1450078"/>
                </a:lnTo>
                <a:lnTo>
                  <a:pt x="1977526" y="1424678"/>
                </a:lnTo>
                <a:lnTo>
                  <a:pt x="1924339" y="1411978"/>
                </a:lnTo>
                <a:lnTo>
                  <a:pt x="1868654" y="1386578"/>
                </a:lnTo>
                <a:lnTo>
                  <a:pt x="1749907" y="1361178"/>
                </a:lnTo>
                <a:lnTo>
                  <a:pt x="1686901" y="1335778"/>
                </a:lnTo>
                <a:lnTo>
                  <a:pt x="1621512" y="1323078"/>
                </a:lnTo>
                <a:lnTo>
                  <a:pt x="1553769" y="1297678"/>
                </a:lnTo>
                <a:lnTo>
                  <a:pt x="1483699" y="1284978"/>
                </a:lnTo>
                <a:lnTo>
                  <a:pt x="1405676" y="1259578"/>
                </a:lnTo>
                <a:lnTo>
                  <a:pt x="1347172" y="1246878"/>
                </a:lnTo>
                <a:lnTo>
                  <a:pt x="1305071" y="1221478"/>
                </a:lnTo>
                <a:lnTo>
                  <a:pt x="1276258" y="1208778"/>
                </a:lnTo>
                <a:lnTo>
                  <a:pt x="1257617" y="1183378"/>
                </a:lnTo>
                <a:lnTo>
                  <a:pt x="1246033" y="1157978"/>
                </a:lnTo>
                <a:lnTo>
                  <a:pt x="1239837" y="1119878"/>
                </a:lnTo>
                <a:lnTo>
                  <a:pt x="1250956" y="1081778"/>
                </a:lnTo>
                <a:lnTo>
                  <a:pt x="1277573" y="1056378"/>
                </a:lnTo>
                <a:lnTo>
                  <a:pt x="1317867" y="1030978"/>
                </a:lnTo>
                <a:close/>
              </a:path>
              <a:path w="5069840" h="3221354">
                <a:moveTo>
                  <a:pt x="537081" y="1640578"/>
                </a:moveTo>
                <a:lnTo>
                  <a:pt x="786077" y="1640578"/>
                </a:lnTo>
                <a:lnTo>
                  <a:pt x="848459" y="1653278"/>
                </a:lnTo>
                <a:lnTo>
                  <a:pt x="478868" y="1653278"/>
                </a:lnTo>
                <a:lnTo>
                  <a:pt x="537081" y="1640578"/>
                </a:lnTo>
                <a:close/>
              </a:path>
              <a:path w="5069840" h="3221354">
                <a:moveTo>
                  <a:pt x="3410504" y="1246878"/>
                </a:moveTo>
                <a:lnTo>
                  <a:pt x="3483669" y="1246878"/>
                </a:lnTo>
                <a:lnTo>
                  <a:pt x="3508962" y="1259578"/>
                </a:lnTo>
                <a:lnTo>
                  <a:pt x="3545371" y="1284978"/>
                </a:lnTo>
                <a:lnTo>
                  <a:pt x="3588063" y="1323078"/>
                </a:lnTo>
                <a:lnTo>
                  <a:pt x="3632203" y="1361178"/>
                </a:lnTo>
                <a:lnTo>
                  <a:pt x="3672958" y="1399278"/>
                </a:lnTo>
                <a:lnTo>
                  <a:pt x="3705492" y="1437378"/>
                </a:lnTo>
                <a:lnTo>
                  <a:pt x="3724972" y="1462778"/>
                </a:lnTo>
                <a:lnTo>
                  <a:pt x="3738285" y="1513578"/>
                </a:lnTo>
                <a:lnTo>
                  <a:pt x="3735256" y="1551678"/>
                </a:lnTo>
                <a:lnTo>
                  <a:pt x="3717120" y="1589778"/>
                </a:lnTo>
                <a:lnTo>
                  <a:pt x="3685109" y="1615178"/>
                </a:lnTo>
                <a:lnTo>
                  <a:pt x="3658231" y="1627878"/>
                </a:lnTo>
                <a:lnTo>
                  <a:pt x="3631975" y="1627878"/>
                </a:lnTo>
                <a:lnTo>
                  <a:pt x="3567834" y="1589778"/>
                </a:lnTo>
                <a:lnTo>
                  <a:pt x="3523200" y="1551678"/>
                </a:lnTo>
                <a:lnTo>
                  <a:pt x="3465692" y="1500878"/>
                </a:lnTo>
                <a:lnTo>
                  <a:pt x="3402051" y="1437378"/>
                </a:lnTo>
                <a:lnTo>
                  <a:pt x="3364896" y="1386578"/>
                </a:lnTo>
                <a:lnTo>
                  <a:pt x="3343222" y="1335778"/>
                </a:lnTo>
                <a:lnTo>
                  <a:pt x="3351659" y="1297678"/>
                </a:lnTo>
                <a:lnTo>
                  <a:pt x="3375048" y="1259578"/>
                </a:lnTo>
                <a:lnTo>
                  <a:pt x="3410504" y="1246878"/>
                </a:lnTo>
                <a:close/>
              </a:path>
              <a:path w="5069840" h="3221354">
                <a:moveTo>
                  <a:pt x="727352" y="942078"/>
                </a:moveTo>
                <a:lnTo>
                  <a:pt x="876803" y="942078"/>
                </a:lnTo>
                <a:lnTo>
                  <a:pt x="944815" y="967478"/>
                </a:lnTo>
                <a:lnTo>
                  <a:pt x="1001047" y="992878"/>
                </a:lnTo>
                <a:lnTo>
                  <a:pt x="1045238" y="1018278"/>
                </a:lnTo>
                <a:lnTo>
                  <a:pt x="1077125" y="1043678"/>
                </a:lnTo>
                <a:lnTo>
                  <a:pt x="1102949" y="1094478"/>
                </a:lnTo>
                <a:lnTo>
                  <a:pt x="1098037" y="1119878"/>
                </a:lnTo>
                <a:lnTo>
                  <a:pt x="1084798" y="1145278"/>
                </a:lnTo>
                <a:lnTo>
                  <a:pt x="1065477" y="1170678"/>
                </a:lnTo>
                <a:lnTo>
                  <a:pt x="1042320" y="1183378"/>
                </a:lnTo>
                <a:lnTo>
                  <a:pt x="1016936" y="1196078"/>
                </a:lnTo>
                <a:lnTo>
                  <a:pt x="964350" y="1196078"/>
                </a:lnTo>
                <a:lnTo>
                  <a:pt x="907420" y="1170678"/>
                </a:lnTo>
                <a:lnTo>
                  <a:pt x="870560" y="1170678"/>
                </a:lnTo>
                <a:lnTo>
                  <a:pt x="833756" y="1157978"/>
                </a:lnTo>
                <a:lnTo>
                  <a:pt x="801272" y="1145278"/>
                </a:lnTo>
                <a:lnTo>
                  <a:pt x="777371" y="1145278"/>
                </a:lnTo>
                <a:lnTo>
                  <a:pt x="734431" y="1132578"/>
                </a:lnTo>
                <a:lnTo>
                  <a:pt x="702044" y="1107178"/>
                </a:lnTo>
                <a:lnTo>
                  <a:pt x="681037" y="1069078"/>
                </a:lnTo>
                <a:lnTo>
                  <a:pt x="672237" y="1030978"/>
                </a:lnTo>
                <a:lnTo>
                  <a:pt x="676471" y="1005578"/>
                </a:lnTo>
                <a:lnTo>
                  <a:pt x="694567" y="967478"/>
                </a:lnTo>
                <a:lnTo>
                  <a:pt x="727352" y="942078"/>
                </a:lnTo>
                <a:close/>
              </a:path>
              <a:path w="5069840" h="3221354">
                <a:moveTo>
                  <a:pt x="249960" y="891278"/>
                </a:moveTo>
                <a:lnTo>
                  <a:pt x="309770" y="891278"/>
                </a:lnTo>
                <a:lnTo>
                  <a:pt x="330838" y="903978"/>
                </a:lnTo>
                <a:lnTo>
                  <a:pt x="347814" y="903978"/>
                </a:lnTo>
                <a:lnTo>
                  <a:pt x="365700" y="929378"/>
                </a:lnTo>
                <a:lnTo>
                  <a:pt x="388824" y="967478"/>
                </a:lnTo>
                <a:lnTo>
                  <a:pt x="396318" y="992878"/>
                </a:lnTo>
                <a:lnTo>
                  <a:pt x="388123" y="1030978"/>
                </a:lnTo>
                <a:lnTo>
                  <a:pt x="364184" y="1056378"/>
                </a:lnTo>
                <a:lnTo>
                  <a:pt x="350306" y="1069078"/>
                </a:lnTo>
                <a:lnTo>
                  <a:pt x="336143" y="1081778"/>
                </a:lnTo>
                <a:lnTo>
                  <a:pt x="323345" y="1094478"/>
                </a:lnTo>
                <a:lnTo>
                  <a:pt x="294958" y="1094478"/>
                </a:lnTo>
                <a:lnTo>
                  <a:pt x="257742" y="1107178"/>
                </a:lnTo>
                <a:lnTo>
                  <a:pt x="207283" y="1119878"/>
                </a:lnTo>
                <a:lnTo>
                  <a:pt x="148951" y="1145278"/>
                </a:lnTo>
                <a:lnTo>
                  <a:pt x="105499" y="1157978"/>
                </a:lnTo>
                <a:lnTo>
                  <a:pt x="57289" y="1170678"/>
                </a:lnTo>
                <a:lnTo>
                  <a:pt x="7041" y="1183378"/>
                </a:lnTo>
                <a:lnTo>
                  <a:pt x="0" y="1183378"/>
                </a:lnTo>
                <a:lnTo>
                  <a:pt x="0" y="967478"/>
                </a:lnTo>
                <a:lnTo>
                  <a:pt x="26049" y="954778"/>
                </a:lnTo>
                <a:lnTo>
                  <a:pt x="70890" y="942078"/>
                </a:lnTo>
                <a:lnTo>
                  <a:pt x="120152" y="929378"/>
                </a:lnTo>
                <a:lnTo>
                  <a:pt x="209997" y="903978"/>
                </a:lnTo>
                <a:lnTo>
                  <a:pt x="249960" y="891278"/>
                </a:lnTo>
                <a:close/>
              </a:path>
              <a:path w="5069840" h="3221354">
                <a:moveTo>
                  <a:pt x="2595326" y="586478"/>
                </a:moveTo>
                <a:lnTo>
                  <a:pt x="2638896" y="586478"/>
                </a:lnTo>
                <a:lnTo>
                  <a:pt x="2673093" y="599178"/>
                </a:lnTo>
                <a:lnTo>
                  <a:pt x="2714684" y="624578"/>
                </a:lnTo>
                <a:lnTo>
                  <a:pt x="2765366" y="649978"/>
                </a:lnTo>
                <a:lnTo>
                  <a:pt x="2809695" y="675378"/>
                </a:lnTo>
                <a:lnTo>
                  <a:pt x="2858303" y="713478"/>
                </a:lnTo>
                <a:lnTo>
                  <a:pt x="2959623" y="789678"/>
                </a:lnTo>
                <a:lnTo>
                  <a:pt x="3007964" y="827778"/>
                </a:lnTo>
                <a:lnTo>
                  <a:pt x="3051847" y="865878"/>
                </a:lnTo>
                <a:lnTo>
                  <a:pt x="3089087" y="903978"/>
                </a:lnTo>
                <a:lnTo>
                  <a:pt x="3117500" y="929378"/>
                </a:lnTo>
                <a:lnTo>
                  <a:pt x="3134900" y="954778"/>
                </a:lnTo>
                <a:lnTo>
                  <a:pt x="3154314" y="992878"/>
                </a:lnTo>
                <a:lnTo>
                  <a:pt x="3160641" y="1030978"/>
                </a:lnTo>
                <a:lnTo>
                  <a:pt x="3153900" y="1069078"/>
                </a:lnTo>
                <a:lnTo>
                  <a:pt x="3134112" y="1094478"/>
                </a:lnTo>
                <a:lnTo>
                  <a:pt x="3099600" y="1119878"/>
                </a:lnTo>
                <a:lnTo>
                  <a:pt x="3060732" y="1132578"/>
                </a:lnTo>
                <a:lnTo>
                  <a:pt x="3017447" y="1107178"/>
                </a:lnTo>
                <a:lnTo>
                  <a:pt x="2969686" y="1081778"/>
                </a:lnTo>
                <a:lnTo>
                  <a:pt x="2940473" y="1056378"/>
                </a:lnTo>
                <a:lnTo>
                  <a:pt x="2906248" y="1030978"/>
                </a:lnTo>
                <a:lnTo>
                  <a:pt x="2868082" y="992878"/>
                </a:lnTo>
                <a:lnTo>
                  <a:pt x="2827045" y="967478"/>
                </a:lnTo>
                <a:lnTo>
                  <a:pt x="2784208" y="929378"/>
                </a:lnTo>
                <a:lnTo>
                  <a:pt x="2740641" y="903978"/>
                </a:lnTo>
                <a:lnTo>
                  <a:pt x="2697414" y="865878"/>
                </a:lnTo>
                <a:lnTo>
                  <a:pt x="2655597" y="840478"/>
                </a:lnTo>
                <a:lnTo>
                  <a:pt x="2599602" y="802378"/>
                </a:lnTo>
                <a:lnTo>
                  <a:pt x="2559686" y="764278"/>
                </a:lnTo>
                <a:lnTo>
                  <a:pt x="2535563" y="726178"/>
                </a:lnTo>
                <a:lnTo>
                  <a:pt x="2526949" y="688078"/>
                </a:lnTo>
                <a:lnTo>
                  <a:pt x="2533558" y="649978"/>
                </a:lnTo>
                <a:lnTo>
                  <a:pt x="2555105" y="624578"/>
                </a:lnTo>
                <a:lnTo>
                  <a:pt x="2568046" y="611878"/>
                </a:lnTo>
                <a:lnTo>
                  <a:pt x="2581331" y="599178"/>
                </a:lnTo>
                <a:lnTo>
                  <a:pt x="2595326" y="586478"/>
                </a:lnTo>
                <a:close/>
              </a:path>
              <a:path w="5069840" h="3221354">
                <a:moveTo>
                  <a:pt x="756378" y="929378"/>
                </a:moveTo>
                <a:lnTo>
                  <a:pt x="824624" y="929378"/>
                </a:lnTo>
                <a:lnTo>
                  <a:pt x="848539" y="942078"/>
                </a:lnTo>
                <a:lnTo>
                  <a:pt x="742092" y="942078"/>
                </a:lnTo>
                <a:lnTo>
                  <a:pt x="756378" y="929378"/>
                </a:lnTo>
                <a:close/>
              </a:path>
              <a:path w="5069840" h="3221354">
                <a:moveTo>
                  <a:pt x="4842354" y="2904950"/>
                </a:moveTo>
                <a:lnTo>
                  <a:pt x="4879521" y="2914308"/>
                </a:lnTo>
                <a:lnTo>
                  <a:pt x="4921808" y="2944037"/>
                </a:lnTo>
                <a:lnTo>
                  <a:pt x="4964829" y="3002884"/>
                </a:lnTo>
                <a:lnTo>
                  <a:pt x="4989078" y="3046997"/>
                </a:lnTo>
                <a:lnTo>
                  <a:pt x="5016468" y="3102913"/>
                </a:lnTo>
                <a:lnTo>
                  <a:pt x="5047983" y="3172142"/>
                </a:lnTo>
                <a:lnTo>
                  <a:pt x="5069380" y="3221244"/>
                </a:lnTo>
                <a:lnTo>
                  <a:pt x="4834346" y="3221244"/>
                </a:lnTo>
                <a:lnTo>
                  <a:pt x="4818256" y="3183061"/>
                </a:lnTo>
                <a:lnTo>
                  <a:pt x="4796583" y="3135354"/>
                </a:lnTo>
                <a:lnTo>
                  <a:pt x="4778916" y="3101202"/>
                </a:lnTo>
                <a:lnTo>
                  <a:pt x="4764142" y="3078286"/>
                </a:lnTo>
                <a:lnTo>
                  <a:pt x="4751149" y="3064283"/>
                </a:lnTo>
                <a:lnTo>
                  <a:pt x="4739396" y="3044408"/>
                </a:lnTo>
                <a:lnTo>
                  <a:pt x="4734339" y="3014292"/>
                </a:lnTo>
                <a:lnTo>
                  <a:pt x="4736331" y="2981133"/>
                </a:lnTo>
                <a:lnTo>
                  <a:pt x="4745722" y="2952127"/>
                </a:lnTo>
                <a:lnTo>
                  <a:pt x="4778527" y="2922862"/>
                </a:lnTo>
                <a:lnTo>
                  <a:pt x="4826814" y="2906111"/>
                </a:lnTo>
                <a:lnTo>
                  <a:pt x="4834742" y="2905202"/>
                </a:lnTo>
                <a:lnTo>
                  <a:pt x="4842354" y="2904950"/>
                </a:lnTo>
                <a:close/>
              </a:path>
              <a:path w="5069840" h="3221354">
                <a:moveTo>
                  <a:pt x="4337386" y="3029885"/>
                </a:moveTo>
                <a:lnTo>
                  <a:pt x="4376746" y="3037734"/>
                </a:lnTo>
                <a:lnTo>
                  <a:pt x="4414809" y="3060723"/>
                </a:lnTo>
                <a:lnTo>
                  <a:pt x="4452008" y="3107105"/>
                </a:lnTo>
                <a:lnTo>
                  <a:pt x="4473153" y="3143170"/>
                </a:lnTo>
                <a:lnTo>
                  <a:pt x="4495499" y="3186789"/>
                </a:lnTo>
                <a:lnTo>
                  <a:pt x="4511339" y="3221244"/>
                </a:lnTo>
                <a:lnTo>
                  <a:pt x="4274479" y="3221244"/>
                </a:lnTo>
                <a:lnTo>
                  <a:pt x="4248410" y="3170333"/>
                </a:lnTo>
                <a:lnTo>
                  <a:pt x="4237985" y="3127256"/>
                </a:lnTo>
                <a:lnTo>
                  <a:pt x="4243975" y="3091217"/>
                </a:lnTo>
                <a:lnTo>
                  <a:pt x="4266238" y="3059636"/>
                </a:lnTo>
                <a:lnTo>
                  <a:pt x="4299607" y="3037168"/>
                </a:lnTo>
                <a:lnTo>
                  <a:pt x="4337386" y="3029885"/>
                </a:lnTo>
                <a:close/>
              </a:path>
              <a:path w="5069840" h="3221354">
                <a:moveTo>
                  <a:pt x="3630603" y="3051459"/>
                </a:moveTo>
                <a:lnTo>
                  <a:pt x="3673771" y="3059474"/>
                </a:lnTo>
                <a:lnTo>
                  <a:pt x="3714302" y="3088332"/>
                </a:lnTo>
                <a:lnTo>
                  <a:pt x="3746192" y="3127712"/>
                </a:lnTo>
                <a:lnTo>
                  <a:pt x="3770048" y="3159367"/>
                </a:lnTo>
                <a:lnTo>
                  <a:pt x="3798018" y="3197393"/>
                </a:lnTo>
                <a:lnTo>
                  <a:pt x="3815255" y="3221244"/>
                </a:lnTo>
                <a:lnTo>
                  <a:pt x="3565149" y="3221244"/>
                </a:lnTo>
                <a:lnTo>
                  <a:pt x="3558519" y="3209337"/>
                </a:lnTo>
                <a:lnTo>
                  <a:pt x="3545465" y="3176134"/>
                </a:lnTo>
                <a:lnTo>
                  <a:pt x="3541873" y="3149313"/>
                </a:lnTo>
                <a:lnTo>
                  <a:pt x="3549091" y="3109375"/>
                </a:lnTo>
                <a:lnTo>
                  <a:pt x="3568515" y="3078966"/>
                </a:lnTo>
                <a:lnTo>
                  <a:pt x="3596801" y="3059268"/>
                </a:lnTo>
                <a:lnTo>
                  <a:pt x="3630603" y="3051459"/>
                </a:lnTo>
                <a:close/>
              </a:path>
            </a:pathLst>
          </a:custGeom>
          <a:solidFill>
            <a:srgbClr val="F5F6F7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0"/>
            <a:ext cx="4566285" cy="2674620"/>
          </a:xfrm>
          <a:custGeom>
            <a:avLst/>
            <a:gdLst/>
            <a:ahLst/>
            <a:cxnLst/>
            <a:rect l="l" t="t" r="r" b="b"/>
            <a:pathLst>
              <a:path w="4566285" h="2674620">
                <a:moveTo>
                  <a:pt x="558011" y="2674110"/>
                </a:moveTo>
                <a:lnTo>
                  <a:pt x="646812" y="2674110"/>
                </a:lnTo>
                <a:lnTo>
                  <a:pt x="786408" y="2672183"/>
                </a:lnTo>
                <a:lnTo>
                  <a:pt x="912004" y="2668173"/>
                </a:lnTo>
                <a:lnTo>
                  <a:pt x="967966" y="2665466"/>
                </a:lnTo>
                <a:lnTo>
                  <a:pt x="1018524" y="2662334"/>
                </a:lnTo>
                <a:lnTo>
                  <a:pt x="1063043" y="2658807"/>
                </a:lnTo>
                <a:lnTo>
                  <a:pt x="1131424" y="2650696"/>
                </a:lnTo>
                <a:lnTo>
                  <a:pt x="1202652" y="2608795"/>
                </a:lnTo>
                <a:lnTo>
                  <a:pt x="1213837" y="2565912"/>
                </a:lnTo>
                <a:lnTo>
                  <a:pt x="1201734" y="2524088"/>
                </a:lnTo>
                <a:lnTo>
                  <a:pt x="1166487" y="2494671"/>
                </a:lnTo>
                <a:lnTo>
                  <a:pt x="1114729" y="2488782"/>
                </a:lnTo>
                <a:lnTo>
                  <a:pt x="984531" y="2485234"/>
                </a:lnTo>
                <a:lnTo>
                  <a:pt x="735439" y="2483640"/>
                </a:lnTo>
                <a:lnTo>
                  <a:pt x="469010" y="2483640"/>
                </a:lnTo>
                <a:lnTo>
                  <a:pt x="364397" y="2484367"/>
                </a:lnTo>
                <a:lnTo>
                  <a:pt x="299368" y="2485589"/>
                </a:lnTo>
                <a:lnTo>
                  <a:pt x="248935" y="2487713"/>
                </a:lnTo>
                <a:lnTo>
                  <a:pt x="183739" y="2495650"/>
                </a:lnTo>
                <a:lnTo>
                  <a:pt x="144700" y="2520483"/>
                </a:lnTo>
                <a:lnTo>
                  <a:pt x="129267" y="2577010"/>
                </a:lnTo>
                <a:lnTo>
                  <a:pt x="134308" y="2603393"/>
                </a:lnTo>
                <a:lnTo>
                  <a:pt x="174637" y="2651133"/>
                </a:lnTo>
                <a:lnTo>
                  <a:pt x="239203" y="2668173"/>
                </a:lnTo>
                <a:lnTo>
                  <a:pt x="238978" y="2668173"/>
                </a:lnTo>
                <a:lnTo>
                  <a:pt x="293670" y="2670588"/>
                </a:lnTo>
                <a:lnTo>
                  <a:pt x="374190" y="2672183"/>
                </a:lnTo>
                <a:lnTo>
                  <a:pt x="372139" y="2672183"/>
                </a:lnTo>
                <a:lnTo>
                  <a:pt x="558011" y="2674110"/>
                </a:lnTo>
                <a:close/>
              </a:path>
              <a:path w="4566285" h="2674620">
                <a:moveTo>
                  <a:pt x="1562041" y="2594960"/>
                </a:moveTo>
                <a:lnTo>
                  <a:pt x="1615173" y="2588253"/>
                </a:lnTo>
                <a:lnTo>
                  <a:pt x="1655454" y="2578000"/>
                </a:lnTo>
                <a:lnTo>
                  <a:pt x="1708448" y="2562338"/>
                </a:lnTo>
                <a:lnTo>
                  <a:pt x="1776831" y="2540663"/>
                </a:lnTo>
                <a:lnTo>
                  <a:pt x="1942653" y="2485673"/>
                </a:lnTo>
                <a:lnTo>
                  <a:pt x="2011848" y="2461211"/>
                </a:lnTo>
                <a:lnTo>
                  <a:pt x="2071440" y="2438738"/>
                </a:lnTo>
                <a:lnTo>
                  <a:pt x="2122002" y="2418011"/>
                </a:lnTo>
                <a:lnTo>
                  <a:pt x="2164110" y="2398788"/>
                </a:lnTo>
                <a:lnTo>
                  <a:pt x="2198335" y="2380824"/>
                </a:lnTo>
                <a:lnTo>
                  <a:pt x="2245436" y="2347700"/>
                </a:lnTo>
                <a:lnTo>
                  <a:pt x="2269776" y="2309915"/>
                </a:lnTo>
                <a:lnTo>
                  <a:pt x="2272010" y="2268379"/>
                </a:lnTo>
                <a:lnTo>
                  <a:pt x="2253807" y="2230979"/>
                </a:lnTo>
                <a:lnTo>
                  <a:pt x="2216833" y="2205602"/>
                </a:lnTo>
                <a:lnTo>
                  <a:pt x="2195766" y="2200580"/>
                </a:lnTo>
                <a:lnTo>
                  <a:pt x="2173927" y="2201594"/>
                </a:lnTo>
                <a:lnTo>
                  <a:pt x="2148996" y="2209101"/>
                </a:lnTo>
                <a:lnTo>
                  <a:pt x="2118653" y="2223557"/>
                </a:lnTo>
                <a:lnTo>
                  <a:pt x="2095435" y="2234965"/>
                </a:lnTo>
                <a:lnTo>
                  <a:pt x="2067380" y="2247058"/>
                </a:lnTo>
                <a:lnTo>
                  <a:pt x="1993544" y="2274407"/>
                </a:lnTo>
                <a:lnTo>
                  <a:pt x="1946156" y="2290215"/>
                </a:lnTo>
                <a:lnTo>
                  <a:pt x="1890717" y="2307815"/>
                </a:lnTo>
                <a:lnTo>
                  <a:pt x="1661928" y="2376883"/>
                </a:lnTo>
                <a:lnTo>
                  <a:pt x="1593141" y="2399873"/>
                </a:lnTo>
                <a:lnTo>
                  <a:pt x="1543259" y="2420068"/>
                </a:lnTo>
                <a:lnTo>
                  <a:pt x="1509428" y="2439069"/>
                </a:lnTo>
                <a:lnTo>
                  <a:pt x="1478510" y="2479899"/>
                </a:lnTo>
                <a:lnTo>
                  <a:pt x="1475715" y="2504931"/>
                </a:lnTo>
                <a:lnTo>
                  <a:pt x="1478586" y="2533919"/>
                </a:lnTo>
                <a:lnTo>
                  <a:pt x="1503654" y="2574004"/>
                </a:lnTo>
                <a:lnTo>
                  <a:pt x="1543584" y="2592556"/>
                </a:lnTo>
                <a:lnTo>
                  <a:pt x="1552366" y="2594155"/>
                </a:lnTo>
                <a:lnTo>
                  <a:pt x="1562041" y="2594960"/>
                </a:lnTo>
                <a:close/>
              </a:path>
              <a:path w="4566285" h="2674620">
                <a:moveTo>
                  <a:pt x="2877506" y="1111244"/>
                </a:moveTo>
                <a:lnTo>
                  <a:pt x="2945478" y="1111244"/>
                </a:lnTo>
                <a:lnTo>
                  <a:pt x="2971071" y="1098544"/>
                </a:lnTo>
                <a:lnTo>
                  <a:pt x="2997505" y="1085844"/>
                </a:lnTo>
                <a:lnTo>
                  <a:pt x="3023365" y="1060444"/>
                </a:lnTo>
                <a:lnTo>
                  <a:pt x="3052363" y="1035044"/>
                </a:lnTo>
                <a:lnTo>
                  <a:pt x="3084136" y="1009644"/>
                </a:lnTo>
                <a:lnTo>
                  <a:pt x="3118322" y="984244"/>
                </a:lnTo>
                <a:lnTo>
                  <a:pt x="3154558" y="946144"/>
                </a:lnTo>
                <a:lnTo>
                  <a:pt x="3192482" y="908044"/>
                </a:lnTo>
                <a:lnTo>
                  <a:pt x="3231730" y="869944"/>
                </a:lnTo>
                <a:lnTo>
                  <a:pt x="3271942" y="831844"/>
                </a:lnTo>
                <a:lnTo>
                  <a:pt x="3312753" y="793744"/>
                </a:lnTo>
                <a:lnTo>
                  <a:pt x="3353801" y="742944"/>
                </a:lnTo>
                <a:lnTo>
                  <a:pt x="3394724" y="704844"/>
                </a:lnTo>
                <a:lnTo>
                  <a:pt x="3435160" y="654044"/>
                </a:lnTo>
                <a:lnTo>
                  <a:pt x="3474745" y="615944"/>
                </a:lnTo>
                <a:lnTo>
                  <a:pt x="3513117" y="577844"/>
                </a:lnTo>
                <a:lnTo>
                  <a:pt x="3549913" y="527044"/>
                </a:lnTo>
                <a:lnTo>
                  <a:pt x="3584771" y="488944"/>
                </a:lnTo>
                <a:lnTo>
                  <a:pt x="3617329" y="450844"/>
                </a:lnTo>
                <a:lnTo>
                  <a:pt x="3647224" y="400044"/>
                </a:lnTo>
                <a:lnTo>
                  <a:pt x="3674092" y="374644"/>
                </a:lnTo>
                <a:lnTo>
                  <a:pt x="3697573" y="336544"/>
                </a:lnTo>
                <a:lnTo>
                  <a:pt x="3733241" y="273044"/>
                </a:lnTo>
                <a:lnTo>
                  <a:pt x="3748892" y="234944"/>
                </a:lnTo>
                <a:lnTo>
                  <a:pt x="3745196" y="196844"/>
                </a:lnTo>
                <a:lnTo>
                  <a:pt x="3722827" y="171444"/>
                </a:lnTo>
                <a:lnTo>
                  <a:pt x="3697537" y="158744"/>
                </a:lnTo>
                <a:lnTo>
                  <a:pt x="3667977" y="146044"/>
                </a:lnTo>
                <a:lnTo>
                  <a:pt x="3637798" y="146044"/>
                </a:lnTo>
                <a:lnTo>
                  <a:pt x="3610654" y="158744"/>
                </a:lnTo>
                <a:lnTo>
                  <a:pt x="3599481" y="171444"/>
                </a:lnTo>
                <a:lnTo>
                  <a:pt x="3585336" y="184144"/>
                </a:lnTo>
                <a:lnTo>
                  <a:pt x="3570031" y="209544"/>
                </a:lnTo>
                <a:lnTo>
                  <a:pt x="3555379" y="222244"/>
                </a:lnTo>
                <a:lnTo>
                  <a:pt x="3538787" y="247644"/>
                </a:lnTo>
                <a:lnTo>
                  <a:pt x="3518469" y="273044"/>
                </a:lnTo>
                <a:lnTo>
                  <a:pt x="3494744" y="311144"/>
                </a:lnTo>
                <a:lnTo>
                  <a:pt x="3467931" y="336544"/>
                </a:lnTo>
                <a:lnTo>
                  <a:pt x="3438347" y="374644"/>
                </a:lnTo>
                <a:lnTo>
                  <a:pt x="3406310" y="412744"/>
                </a:lnTo>
                <a:lnTo>
                  <a:pt x="3372140" y="450844"/>
                </a:lnTo>
                <a:lnTo>
                  <a:pt x="3336153" y="488944"/>
                </a:lnTo>
                <a:lnTo>
                  <a:pt x="3298668" y="527044"/>
                </a:lnTo>
                <a:lnTo>
                  <a:pt x="3260004" y="565144"/>
                </a:lnTo>
                <a:lnTo>
                  <a:pt x="3220478" y="603244"/>
                </a:lnTo>
                <a:lnTo>
                  <a:pt x="3180409" y="654044"/>
                </a:lnTo>
                <a:lnTo>
                  <a:pt x="3099914" y="730244"/>
                </a:lnTo>
                <a:lnTo>
                  <a:pt x="3060125" y="768344"/>
                </a:lnTo>
                <a:lnTo>
                  <a:pt x="3021065" y="806444"/>
                </a:lnTo>
                <a:lnTo>
                  <a:pt x="2983052" y="844544"/>
                </a:lnTo>
                <a:lnTo>
                  <a:pt x="2946405" y="869944"/>
                </a:lnTo>
                <a:lnTo>
                  <a:pt x="2883535" y="933444"/>
                </a:lnTo>
                <a:lnTo>
                  <a:pt x="2843353" y="971544"/>
                </a:lnTo>
                <a:lnTo>
                  <a:pt x="2823031" y="1009644"/>
                </a:lnTo>
                <a:lnTo>
                  <a:pt x="2819740" y="1035044"/>
                </a:lnTo>
                <a:lnTo>
                  <a:pt x="2830651" y="1073144"/>
                </a:lnTo>
                <a:lnTo>
                  <a:pt x="2843290" y="1085844"/>
                </a:lnTo>
                <a:lnTo>
                  <a:pt x="2859036" y="1098544"/>
                </a:lnTo>
                <a:lnTo>
                  <a:pt x="2877506" y="1111244"/>
                </a:lnTo>
                <a:close/>
              </a:path>
              <a:path w="4566285" h="2674620">
                <a:moveTo>
                  <a:pt x="2190162" y="946144"/>
                </a:moveTo>
                <a:lnTo>
                  <a:pt x="2256854" y="946144"/>
                </a:lnTo>
                <a:lnTo>
                  <a:pt x="2292894" y="933444"/>
                </a:lnTo>
                <a:lnTo>
                  <a:pt x="2336290" y="908044"/>
                </a:lnTo>
                <a:lnTo>
                  <a:pt x="2388329" y="869944"/>
                </a:lnTo>
                <a:lnTo>
                  <a:pt x="2450300" y="831844"/>
                </a:lnTo>
                <a:lnTo>
                  <a:pt x="2486188" y="806444"/>
                </a:lnTo>
                <a:lnTo>
                  <a:pt x="2525542" y="781044"/>
                </a:lnTo>
                <a:lnTo>
                  <a:pt x="2567724" y="742944"/>
                </a:lnTo>
                <a:lnTo>
                  <a:pt x="2612094" y="717544"/>
                </a:lnTo>
                <a:lnTo>
                  <a:pt x="2658016" y="679444"/>
                </a:lnTo>
                <a:lnTo>
                  <a:pt x="2704850" y="641344"/>
                </a:lnTo>
                <a:lnTo>
                  <a:pt x="2751959" y="615944"/>
                </a:lnTo>
                <a:lnTo>
                  <a:pt x="2798704" y="577844"/>
                </a:lnTo>
                <a:lnTo>
                  <a:pt x="2844447" y="539744"/>
                </a:lnTo>
                <a:lnTo>
                  <a:pt x="2888550" y="501644"/>
                </a:lnTo>
                <a:lnTo>
                  <a:pt x="2930374" y="476244"/>
                </a:lnTo>
                <a:lnTo>
                  <a:pt x="2969282" y="438144"/>
                </a:lnTo>
                <a:lnTo>
                  <a:pt x="3004635" y="412744"/>
                </a:lnTo>
                <a:lnTo>
                  <a:pt x="3035794" y="387344"/>
                </a:lnTo>
                <a:lnTo>
                  <a:pt x="3062123" y="361944"/>
                </a:lnTo>
                <a:lnTo>
                  <a:pt x="3082981" y="349244"/>
                </a:lnTo>
                <a:lnTo>
                  <a:pt x="3109863" y="311144"/>
                </a:lnTo>
                <a:lnTo>
                  <a:pt x="3132848" y="285744"/>
                </a:lnTo>
                <a:lnTo>
                  <a:pt x="3148880" y="247644"/>
                </a:lnTo>
                <a:lnTo>
                  <a:pt x="3154903" y="222244"/>
                </a:lnTo>
                <a:lnTo>
                  <a:pt x="3150154" y="209544"/>
                </a:lnTo>
                <a:lnTo>
                  <a:pt x="3138095" y="184144"/>
                </a:lnTo>
                <a:lnTo>
                  <a:pt x="3122006" y="158744"/>
                </a:lnTo>
                <a:lnTo>
                  <a:pt x="3105169" y="146044"/>
                </a:lnTo>
                <a:lnTo>
                  <a:pt x="3039966" y="146044"/>
                </a:lnTo>
                <a:lnTo>
                  <a:pt x="3017038" y="158744"/>
                </a:lnTo>
                <a:lnTo>
                  <a:pt x="3003864" y="158744"/>
                </a:lnTo>
                <a:lnTo>
                  <a:pt x="2979449" y="184144"/>
                </a:lnTo>
                <a:lnTo>
                  <a:pt x="2945447" y="209544"/>
                </a:lnTo>
                <a:lnTo>
                  <a:pt x="2903513" y="234944"/>
                </a:lnTo>
                <a:lnTo>
                  <a:pt x="2855303" y="273044"/>
                </a:lnTo>
                <a:lnTo>
                  <a:pt x="2802470" y="323844"/>
                </a:lnTo>
                <a:lnTo>
                  <a:pt x="2746670" y="361944"/>
                </a:lnTo>
                <a:lnTo>
                  <a:pt x="2684693" y="412744"/>
                </a:lnTo>
                <a:lnTo>
                  <a:pt x="2627051" y="463544"/>
                </a:lnTo>
                <a:lnTo>
                  <a:pt x="2573572" y="501644"/>
                </a:lnTo>
                <a:lnTo>
                  <a:pt x="2524086" y="539744"/>
                </a:lnTo>
                <a:lnTo>
                  <a:pt x="2478422" y="577844"/>
                </a:lnTo>
                <a:lnTo>
                  <a:pt x="2436410" y="615944"/>
                </a:lnTo>
                <a:lnTo>
                  <a:pt x="2397879" y="641344"/>
                </a:lnTo>
                <a:lnTo>
                  <a:pt x="2362658" y="666744"/>
                </a:lnTo>
                <a:lnTo>
                  <a:pt x="2330576" y="692144"/>
                </a:lnTo>
                <a:lnTo>
                  <a:pt x="2301463" y="717544"/>
                </a:lnTo>
                <a:lnTo>
                  <a:pt x="2275149" y="730244"/>
                </a:lnTo>
                <a:lnTo>
                  <a:pt x="2230233" y="755644"/>
                </a:lnTo>
                <a:lnTo>
                  <a:pt x="2178336" y="793744"/>
                </a:lnTo>
                <a:lnTo>
                  <a:pt x="2145562" y="831844"/>
                </a:lnTo>
                <a:lnTo>
                  <a:pt x="2131675" y="857244"/>
                </a:lnTo>
                <a:lnTo>
                  <a:pt x="2136442" y="895344"/>
                </a:lnTo>
                <a:lnTo>
                  <a:pt x="2159625" y="920744"/>
                </a:lnTo>
                <a:lnTo>
                  <a:pt x="2174410" y="933444"/>
                </a:lnTo>
                <a:lnTo>
                  <a:pt x="2190162" y="946144"/>
                </a:lnTo>
                <a:close/>
              </a:path>
              <a:path w="4566285" h="2674620">
                <a:moveTo>
                  <a:pt x="3587584" y="1276344"/>
                </a:moveTo>
                <a:lnTo>
                  <a:pt x="3672052" y="1276344"/>
                </a:lnTo>
                <a:lnTo>
                  <a:pt x="3691620" y="1263644"/>
                </a:lnTo>
                <a:lnTo>
                  <a:pt x="3713481" y="1238244"/>
                </a:lnTo>
                <a:lnTo>
                  <a:pt x="3738608" y="1225544"/>
                </a:lnTo>
                <a:lnTo>
                  <a:pt x="3766481" y="1187444"/>
                </a:lnTo>
                <a:lnTo>
                  <a:pt x="3796580" y="1149344"/>
                </a:lnTo>
                <a:lnTo>
                  <a:pt x="3828385" y="1111244"/>
                </a:lnTo>
                <a:lnTo>
                  <a:pt x="3861377" y="1073144"/>
                </a:lnTo>
                <a:lnTo>
                  <a:pt x="3928838" y="971544"/>
                </a:lnTo>
                <a:lnTo>
                  <a:pt x="3962267" y="920744"/>
                </a:lnTo>
                <a:lnTo>
                  <a:pt x="3994803" y="869944"/>
                </a:lnTo>
                <a:lnTo>
                  <a:pt x="4025925" y="819144"/>
                </a:lnTo>
                <a:lnTo>
                  <a:pt x="4055112" y="768344"/>
                </a:lnTo>
                <a:lnTo>
                  <a:pt x="4081846" y="717544"/>
                </a:lnTo>
                <a:lnTo>
                  <a:pt x="4105605" y="679444"/>
                </a:lnTo>
                <a:lnTo>
                  <a:pt x="4125871" y="628644"/>
                </a:lnTo>
                <a:lnTo>
                  <a:pt x="4142122" y="590544"/>
                </a:lnTo>
                <a:lnTo>
                  <a:pt x="4153839" y="552444"/>
                </a:lnTo>
                <a:lnTo>
                  <a:pt x="4163186" y="514344"/>
                </a:lnTo>
                <a:lnTo>
                  <a:pt x="4163131" y="501644"/>
                </a:lnTo>
                <a:lnTo>
                  <a:pt x="4163020" y="476244"/>
                </a:lnTo>
                <a:lnTo>
                  <a:pt x="4153122" y="450844"/>
                </a:lnTo>
                <a:lnTo>
                  <a:pt x="4133276" y="425444"/>
                </a:lnTo>
                <a:lnTo>
                  <a:pt x="4109735" y="412744"/>
                </a:lnTo>
                <a:lnTo>
                  <a:pt x="4057184" y="412744"/>
                </a:lnTo>
                <a:lnTo>
                  <a:pt x="4032570" y="425444"/>
                </a:lnTo>
                <a:lnTo>
                  <a:pt x="4021196" y="438144"/>
                </a:lnTo>
                <a:lnTo>
                  <a:pt x="4008061" y="450844"/>
                </a:lnTo>
                <a:lnTo>
                  <a:pt x="3993973" y="476244"/>
                </a:lnTo>
                <a:lnTo>
                  <a:pt x="3979744" y="514344"/>
                </a:lnTo>
                <a:lnTo>
                  <a:pt x="3964567" y="552444"/>
                </a:lnTo>
                <a:lnTo>
                  <a:pt x="3945778" y="590544"/>
                </a:lnTo>
                <a:lnTo>
                  <a:pt x="3923757" y="628644"/>
                </a:lnTo>
                <a:lnTo>
                  <a:pt x="3898881" y="666744"/>
                </a:lnTo>
                <a:lnTo>
                  <a:pt x="3871530" y="717544"/>
                </a:lnTo>
                <a:lnTo>
                  <a:pt x="3842082" y="768344"/>
                </a:lnTo>
                <a:lnTo>
                  <a:pt x="3810916" y="806444"/>
                </a:lnTo>
                <a:lnTo>
                  <a:pt x="3778409" y="857244"/>
                </a:lnTo>
                <a:lnTo>
                  <a:pt x="3744942" y="908044"/>
                </a:lnTo>
                <a:lnTo>
                  <a:pt x="3710891" y="946144"/>
                </a:lnTo>
                <a:lnTo>
                  <a:pt x="3676636" y="996944"/>
                </a:lnTo>
                <a:lnTo>
                  <a:pt x="3642556" y="1035044"/>
                </a:lnTo>
                <a:lnTo>
                  <a:pt x="3595121" y="1085844"/>
                </a:lnTo>
                <a:lnTo>
                  <a:pt x="3562576" y="1136644"/>
                </a:lnTo>
                <a:lnTo>
                  <a:pt x="3543889" y="1174744"/>
                </a:lnTo>
                <a:lnTo>
                  <a:pt x="3538029" y="1200144"/>
                </a:lnTo>
                <a:lnTo>
                  <a:pt x="3543964" y="1225544"/>
                </a:lnTo>
                <a:lnTo>
                  <a:pt x="3560662" y="1250944"/>
                </a:lnTo>
                <a:lnTo>
                  <a:pt x="3573601" y="1263644"/>
                </a:lnTo>
                <a:lnTo>
                  <a:pt x="3587584" y="1276344"/>
                </a:lnTo>
                <a:close/>
              </a:path>
              <a:path w="4566285" h="2674620">
                <a:moveTo>
                  <a:pt x="1669756" y="1136645"/>
                </a:moveTo>
                <a:lnTo>
                  <a:pt x="1698837" y="1136645"/>
                </a:lnTo>
                <a:lnTo>
                  <a:pt x="1744954" y="1123945"/>
                </a:lnTo>
                <a:lnTo>
                  <a:pt x="1799761" y="1098544"/>
                </a:lnTo>
                <a:lnTo>
                  <a:pt x="1854911" y="1085844"/>
                </a:lnTo>
                <a:lnTo>
                  <a:pt x="1902059" y="1060444"/>
                </a:lnTo>
                <a:lnTo>
                  <a:pt x="1932858" y="1047744"/>
                </a:lnTo>
                <a:lnTo>
                  <a:pt x="1963885" y="1022344"/>
                </a:lnTo>
                <a:lnTo>
                  <a:pt x="1977181" y="971544"/>
                </a:lnTo>
                <a:lnTo>
                  <a:pt x="1971922" y="933444"/>
                </a:lnTo>
                <a:lnTo>
                  <a:pt x="1947289" y="908044"/>
                </a:lnTo>
                <a:lnTo>
                  <a:pt x="1920300" y="895344"/>
                </a:lnTo>
                <a:lnTo>
                  <a:pt x="1886957" y="882644"/>
                </a:lnTo>
                <a:lnTo>
                  <a:pt x="1843902" y="895344"/>
                </a:lnTo>
                <a:lnTo>
                  <a:pt x="1787778" y="908044"/>
                </a:lnTo>
                <a:lnTo>
                  <a:pt x="1657474" y="971545"/>
                </a:lnTo>
                <a:lnTo>
                  <a:pt x="1624264" y="984245"/>
                </a:lnTo>
                <a:lnTo>
                  <a:pt x="1604748" y="1009645"/>
                </a:lnTo>
                <a:lnTo>
                  <a:pt x="1593222" y="1022345"/>
                </a:lnTo>
                <a:lnTo>
                  <a:pt x="1584090" y="1060445"/>
                </a:lnTo>
                <a:lnTo>
                  <a:pt x="1596314" y="1098545"/>
                </a:lnTo>
                <a:lnTo>
                  <a:pt x="1626126" y="1123945"/>
                </a:lnTo>
                <a:lnTo>
                  <a:pt x="1669756" y="1136645"/>
                </a:lnTo>
                <a:close/>
              </a:path>
              <a:path w="4566285" h="2674620">
                <a:moveTo>
                  <a:pt x="630729" y="1263645"/>
                </a:moveTo>
                <a:lnTo>
                  <a:pt x="1147372" y="1263645"/>
                </a:lnTo>
                <a:lnTo>
                  <a:pt x="1202563" y="1250945"/>
                </a:lnTo>
                <a:lnTo>
                  <a:pt x="1253209" y="1238245"/>
                </a:lnTo>
                <a:lnTo>
                  <a:pt x="1298390" y="1238245"/>
                </a:lnTo>
                <a:lnTo>
                  <a:pt x="1337189" y="1225545"/>
                </a:lnTo>
                <a:lnTo>
                  <a:pt x="1391966" y="1200145"/>
                </a:lnTo>
                <a:lnTo>
                  <a:pt x="1440508" y="1149345"/>
                </a:lnTo>
                <a:lnTo>
                  <a:pt x="1452302" y="1111245"/>
                </a:lnTo>
                <a:lnTo>
                  <a:pt x="1452412" y="1098545"/>
                </a:lnTo>
                <a:lnTo>
                  <a:pt x="1452523" y="1085845"/>
                </a:lnTo>
                <a:lnTo>
                  <a:pt x="1432737" y="1047745"/>
                </a:lnTo>
                <a:lnTo>
                  <a:pt x="1400699" y="1022345"/>
                </a:lnTo>
                <a:lnTo>
                  <a:pt x="1320340" y="1022345"/>
                </a:lnTo>
                <a:lnTo>
                  <a:pt x="1245855" y="1047745"/>
                </a:lnTo>
                <a:lnTo>
                  <a:pt x="1194272" y="1060445"/>
                </a:lnTo>
                <a:lnTo>
                  <a:pt x="1139411" y="1060445"/>
                </a:lnTo>
                <a:lnTo>
                  <a:pt x="1023927" y="1085845"/>
                </a:lnTo>
                <a:lnTo>
                  <a:pt x="907540" y="1085845"/>
                </a:lnTo>
                <a:lnTo>
                  <a:pt x="851552" y="1098545"/>
                </a:lnTo>
                <a:lnTo>
                  <a:pt x="506353" y="1098545"/>
                </a:lnTo>
                <a:lnTo>
                  <a:pt x="495977" y="1111245"/>
                </a:lnTo>
                <a:lnTo>
                  <a:pt x="485109" y="1162045"/>
                </a:lnTo>
                <a:lnTo>
                  <a:pt x="497168" y="1187445"/>
                </a:lnTo>
                <a:lnTo>
                  <a:pt x="533048" y="1225545"/>
                </a:lnTo>
                <a:lnTo>
                  <a:pt x="593641" y="1250945"/>
                </a:lnTo>
                <a:lnTo>
                  <a:pt x="630729" y="1263645"/>
                </a:lnTo>
                <a:close/>
              </a:path>
              <a:path w="4566285" h="2674620">
                <a:moveTo>
                  <a:pt x="114407" y="1276345"/>
                </a:moveTo>
                <a:lnTo>
                  <a:pt x="172165" y="1276345"/>
                </a:lnTo>
                <a:lnTo>
                  <a:pt x="205745" y="1250945"/>
                </a:lnTo>
                <a:lnTo>
                  <a:pt x="231683" y="1212845"/>
                </a:lnTo>
                <a:lnTo>
                  <a:pt x="237256" y="1187445"/>
                </a:lnTo>
                <a:lnTo>
                  <a:pt x="231401" y="1162045"/>
                </a:lnTo>
                <a:lnTo>
                  <a:pt x="212187" y="1123945"/>
                </a:lnTo>
                <a:lnTo>
                  <a:pt x="177142" y="1098545"/>
                </a:lnTo>
                <a:lnTo>
                  <a:pt x="123789" y="1085845"/>
                </a:lnTo>
                <a:lnTo>
                  <a:pt x="49657" y="1060445"/>
                </a:lnTo>
                <a:lnTo>
                  <a:pt x="2589" y="1047745"/>
                </a:lnTo>
                <a:lnTo>
                  <a:pt x="0" y="1047745"/>
                </a:lnTo>
                <a:lnTo>
                  <a:pt x="0" y="1250945"/>
                </a:lnTo>
                <a:lnTo>
                  <a:pt x="17627" y="1250945"/>
                </a:lnTo>
                <a:lnTo>
                  <a:pt x="70544" y="1263645"/>
                </a:lnTo>
                <a:lnTo>
                  <a:pt x="114407" y="1276345"/>
                </a:lnTo>
                <a:close/>
              </a:path>
              <a:path w="4566285" h="2674620">
                <a:moveTo>
                  <a:pt x="506353" y="1098545"/>
                </a:moveTo>
                <a:lnTo>
                  <a:pt x="749073" y="1098545"/>
                </a:lnTo>
                <a:lnTo>
                  <a:pt x="704616" y="1085845"/>
                </a:lnTo>
                <a:lnTo>
                  <a:pt x="666038" y="1085845"/>
                </a:lnTo>
                <a:lnTo>
                  <a:pt x="634356" y="1073145"/>
                </a:lnTo>
                <a:lnTo>
                  <a:pt x="545840" y="1073145"/>
                </a:lnTo>
                <a:lnTo>
                  <a:pt x="516729" y="1085845"/>
                </a:lnTo>
                <a:lnTo>
                  <a:pt x="506353" y="1098545"/>
                </a:lnTo>
                <a:close/>
              </a:path>
              <a:path w="4566285" h="2674620">
                <a:moveTo>
                  <a:pt x="1395529" y="1797045"/>
                </a:moveTo>
                <a:lnTo>
                  <a:pt x="1504370" y="1797045"/>
                </a:lnTo>
                <a:lnTo>
                  <a:pt x="1546652" y="1784345"/>
                </a:lnTo>
                <a:lnTo>
                  <a:pt x="1596170" y="1771645"/>
                </a:lnTo>
                <a:lnTo>
                  <a:pt x="1650945" y="1758945"/>
                </a:lnTo>
                <a:lnTo>
                  <a:pt x="1708997" y="1746245"/>
                </a:lnTo>
                <a:lnTo>
                  <a:pt x="1768348" y="1720845"/>
                </a:lnTo>
                <a:lnTo>
                  <a:pt x="1827019" y="1708144"/>
                </a:lnTo>
                <a:lnTo>
                  <a:pt x="1883031" y="1695444"/>
                </a:lnTo>
                <a:lnTo>
                  <a:pt x="1934404" y="1670044"/>
                </a:lnTo>
                <a:lnTo>
                  <a:pt x="1995719" y="1657344"/>
                </a:lnTo>
                <a:lnTo>
                  <a:pt x="2055876" y="1631944"/>
                </a:lnTo>
                <a:lnTo>
                  <a:pt x="2114306" y="1606544"/>
                </a:lnTo>
                <a:lnTo>
                  <a:pt x="2170441" y="1581144"/>
                </a:lnTo>
                <a:lnTo>
                  <a:pt x="2223714" y="1555744"/>
                </a:lnTo>
                <a:lnTo>
                  <a:pt x="2273555" y="1530344"/>
                </a:lnTo>
                <a:lnTo>
                  <a:pt x="2319397" y="1504944"/>
                </a:lnTo>
                <a:lnTo>
                  <a:pt x="2360671" y="1479544"/>
                </a:lnTo>
                <a:lnTo>
                  <a:pt x="2396810" y="1466844"/>
                </a:lnTo>
                <a:lnTo>
                  <a:pt x="2427245" y="1441444"/>
                </a:lnTo>
                <a:lnTo>
                  <a:pt x="2451408" y="1416044"/>
                </a:lnTo>
                <a:lnTo>
                  <a:pt x="2478389" y="1390644"/>
                </a:lnTo>
                <a:lnTo>
                  <a:pt x="2489546" y="1352544"/>
                </a:lnTo>
                <a:lnTo>
                  <a:pt x="2484913" y="1314444"/>
                </a:lnTo>
                <a:lnTo>
                  <a:pt x="2464525" y="1289044"/>
                </a:lnTo>
                <a:lnTo>
                  <a:pt x="2434912" y="1263644"/>
                </a:lnTo>
                <a:lnTo>
                  <a:pt x="2400402" y="1250944"/>
                </a:lnTo>
                <a:lnTo>
                  <a:pt x="2360852" y="1263644"/>
                </a:lnTo>
                <a:lnTo>
                  <a:pt x="2316121" y="1289044"/>
                </a:lnTo>
                <a:lnTo>
                  <a:pt x="2291798" y="1314444"/>
                </a:lnTo>
                <a:lnTo>
                  <a:pt x="2264112" y="1327144"/>
                </a:lnTo>
                <a:lnTo>
                  <a:pt x="2233103" y="1352544"/>
                </a:lnTo>
                <a:lnTo>
                  <a:pt x="2198811" y="1365244"/>
                </a:lnTo>
                <a:lnTo>
                  <a:pt x="2161277" y="1377944"/>
                </a:lnTo>
                <a:lnTo>
                  <a:pt x="2120542" y="1403344"/>
                </a:lnTo>
                <a:lnTo>
                  <a:pt x="2076646" y="1416044"/>
                </a:lnTo>
                <a:lnTo>
                  <a:pt x="2029630" y="1441444"/>
                </a:lnTo>
                <a:lnTo>
                  <a:pt x="1979535" y="1454144"/>
                </a:lnTo>
                <a:lnTo>
                  <a:pt x="1926402" y="1479544"/>
                </a:lnTo>
                <a:lnTo>
                  <a:pt x="1870270" y="1492244"/>
                </a:lnTo>
                <a:lnTo>
                  <a:pt x="1811181" y="1504944"/>
                </a:lnTo>
                <a:lnTo>
                  <a:pt x="1749175" y="1530345"/>
                </a:lnTo>
                <a:lnTo>
                  <a:pt x="1684294" y="1543045"/>
                </a:lnTo>
                <a:lnTo>
                  <a:pt x="1616576" y="1568445"/>
                </a:lnTo>
                <a:lnTo>
                  <a:pt x="1546065" y="1581145"/>
                </a:lnTo>
                <a:lnTo>
                  <a:pt x="1468551" y="1606545"/>
                </a:lnTo>
                <a:lnTo>
                  <a:pt x="1414168" y="1619245"/>
                </a:lnTo>
                <a:lnTo>
                  <a:pt x="1378339" y="1644645"/>
                </a:lnTo>
                <a:lnTo>
                  <a:pt x="1356487" y="1657345"/>
                </a:lnTo>
                <a:lnTo>
                  <a:pt x="1344035" y="1682745"/>
                </a:lnTo>
                <a:lnTo>
                  <a:pt x="1339812" y="1733545"/>
                </a:lnTo>
                <a:lnTo>
                  <a:pt x="1357983" y="1771645"/>
                </a:lnTo>
                <a:lnTo>
                  <a:pt x="1395529" y="1797045"/>
                </a:lnTo>
                <a:close/>
              </a:path>
              <a:path w="4566285" h="2674620">
                <a:moveTo>
                  <a:pt x="727612" y="1276345"/>
                </a:moveTo>
                <a:lnTo>
                  <a:pt x="1027027" y="1276345"/>
                </a:lnTo>
                <a:lnTo>
                  <a:pt x="1088554" y="1263645"/>
                </a:lnTo>
                <a:lnTo>
                  <a:pt x="671947" y="1263645"/>
                </a:lnTo>
                <a:lnTo>
                  <a:pt x="727612" y="1276345"/>
                </a:lnTo>
                <a:close/>
              </a:path>
              <a:path w="4566285" h="2674620">
                <a:moveTo>
                  <a:pt x="3618565" y="1289044"/>
                </a:moveTo>
                <a:lnTo>
                  <a:pt x="3635495" y="1289044"/>
                </a:lnTo>
                <a:lnTo>
                  <a:pt x="3653334" y="1276344"/>
                </a:lnTo>
                <a:lnTo>
                  <a:pt x="3602582" y="1276344"/>
                </a:lnTo>
                <a:lnTo>
                  <a:pt x="3618565" y="1289044"/>
                </a:lnTo>
                <a:close/>
              </a:path>
              <a:path w="4566285" h="2674620">
                <a:moveTo>
                  <a:pt x="3183957" y="1619244"/>
                </a:moveTo>
                <a:lnTo>
                  <a:pt x="3237827" y="1619244"/>
                </a:lnTo>
                <a:lnTo>
                  <a:pt x="3246151" y="1606544"/>
                </a:lnTo>
                <a:lnTo>
                  <a:pt x="3272265" y="1593844"/>
                </a:lnTo>
                <a:lnTo>
                  <a:pt x="3310308" y="1568444"/>
                </a:lnTo>
                <a:lnTo>
                  <a:pt x="3353756" y="1530344"/>
                </a:lnTo>
                <a:lnTo>
                  <a:pt x="3396083" y="1492244"/>
                </a:lnTo>
                <a:lnTo>
                  <a:pt x="3430763" y="1454144"/>
                </a:lnTo>
                <a:lnTo>
                  <a:pt x="3462589" y="1390644"/>
                </a:lnTo>
                <a:lnTo>
                  <a:pt x="3460014" y="1352544"/>
                </a:lnTo>
                <a:lnTo>
                  <a:pt x="3444597" y="1327144"/>
                </a:lnTo>
                <a:lnTo>
                  <a:pt x="3417386" y="1301744"/>
                </a:lnTo>
                <a:lnTo>
                  <a:pt x="3390124" y="1289044"/>
                </a:lnTo>
                <a:lnTo>
                  <a:pt x="3362798" y="1289044"/>
                </a:lnTo>
                <a:lnTo>
                  <a:pt x="3330451" y="1314444"/>
                </a:lnTo>
                <a:lnTo>
                  <a:pt x="3288127" y="1339844"/>
                </a:lnTo>
                <a:lnTo>
                  <a:pt x="3230870" y="1403344"/>
                </a:lnTo>
                <a:lnTo>
                  <a:pt x="3176771" y="1454144"/>
                </a:lnTo>
                <a:lnTo>
                  <a:pt x="3145188" y="1492244"/>
                </a:lnTo>
                <a:lnTo>
                  <a:pt x="3130419" y="1517644"/>
                </a:lnTo>
                <a:lnTo>
                  <a:pt x="3126763" y="1530344"/>
                </a:lnTo>
                <a:lnTo>
                  <a:pt x="3133935" y="1568444"/>
                </a:lnTo>
                <a:lnTo>
                  <a:pt x="3153817" y="1593844"/>
                </a:lnTo>
                <a:lnTo>
                  <a:pt x="3183957" y="1619244"/>
                </a:lnTo>
                <a:close/>
              </a:path>
              <a:path w="4566285" h="2674620">
                <a:moveTo>
                  <a:pt x="463347" y="1911345"/>
                </a:moveTo>
                <a:lnTo>
                  <a:pt x="566068" y="1911345"/>
                </a:lnTo>
                <a:lnTo>
                  <a:pt x="580499" y="1898645"/>
                </a:lnTo>
                <a:lnTo>
                  <a:pt x="595703" y="1885945"/>
                </a:lnTo>
                <a:lnTo>
                  <a:pt x="615360" y="1860545"/>
                </a:lnTo>
                <a:lnTo>
                  <a:pt x="621729" y="1822445"/>
                </a:lnTo>
                <a:lnTo>
                  <a:pt x="614764" y="1797045"/>
                </a:lnTo>
                <a:lnTo>
                  <a:pt x="594414" y="1771645"/>
                </a:lnTo>
                <a:lnTo>
                  <a:pt x="582617" y="1758945"/>
                </a:lnTo>
                <a:lnTo>
                  <a:pt x="570578" y="1746245"/>
                </a:lnTo>
                <a:lnTo>
                  <a:pt x="535568" y="1746245"/>
                </a:lnTo>
                <a:lnTo>
                  <a:pt x="503933" y="1733545"/>
                </a:lnTo>
                <a:lnTo>
                  <a:pt x="461039" y="1720845"/>
                </a:lnTo>
                <a:lnTo>
                  <a:pt x="411454" y="1708145"/>
                </a:lnTo>
                <a:lnTo>
                  <a:pt x="366571" y="1695445"/>
                </a:lnTo>
                <a:lnTo>
                  <a:pt x="316529" y="1670045"/>
                </a:lnTo>
                <a:lnTo>
                  <a:pt x="265325" y="1657345"/>
                </a:lnTo>
                <a:lnTo>
                  <a:pt x="216954" y="1644645"/>
                </a:lnTo>
                <a:lnTo>
                  <a:pt x="175410" y="1631945"/>
                </a:lnTo>
                <a:lnTo>
                  <a:pt x="112916" y="1619245"/>
                </a:lnTo>
                <a:lnTo>
                  <a:pt x="55674" y="1606545"/>
                </a:lnTo>
                <a:lnTo>
                  <a:pt x="2978" y="1593845"/>
                </a:lnTo>
                <a:lnTo>
                  <a:pt x="0" y="1593845"/>
                </a:lnTo>
                <a:lnTo>
                  <a:pt x="0" y="1797045"/>
                </a:lnTo>
                <a:lnTo>
                  <a:pt x="40380" y="1797045"/>
                </a:lnTo>
                <a:lnTo>
                  <a:pt x="107478" y="1809745"/>
                </a:lnTo>
                <a:lnTo>
                  <a:pt x="163523" y="1822445"/>
                </a:lnTo>
                <a:lnTo>
                  <a:pt x="211630" y="1835145"/>
                </a:lnTo>
                <a:lnTo>
                  <a:pt x="254914" y="1847845"/>
                </a:lnTo>
                <a:lnTo>
                  <a:pt x="339471" y="1873245"/>
                </a:lnTo>
                <a:lnTo>
                  <a:pt x="386974" y="1885945"/>
                </a:lnTo>
                <a:lnTo>
                  <a:pt x="463347" y="1911345"/>
                </a:lnTo>
                <a:close/>
              </a:path>
              <a:path w="4566285" h="2674620">
                <a:moveTo>
                  <a:pt x="903127" y="1873245"/>
                </a:moveTo>
                <a:lnTo>
                  <a:pt x="1030169" y="1873245"/>
                </a:lnTo>
                <a:lnTo>
                  <a:pt x="1098351" y="1847845"/>
                </a:lnTo>
                <a:lnTo>
                  <a:pt x="1152050" y="1822445"/>
                </a:lnTo>
                <a:lnTo>
                  <a:pt x="1190881" y="1797045"/>
                </a:lnTo>
                <a:lnTo>
                  <a:pt x="1222406" y="1746245"/>
                </a:lnTo>
                <a:lnTo>
                  <a:pt x="1218230" y="1720845"/>
                </a:lnTo>
                <a:lnTo>
                  <a:pt x="1206976" y="1695445"/>
                </a:lnTo>
                <a:lnTo>
                  <a:pt x="1190553" y="1682745"/>
                </a:lnTo>
                <a:lnTo>
                  <a:pt x="1170868" y="1670045"/>
                </a:lnTo>
                <a:lnTo>
                  <a:pt x="1149290" y="1657345"/>
                </a:lnTo>
                <a:lnTo>
                  <a:pt x="1104589" y="1657345"/>
                </a:lnTo>
                <a:lnTo>
                  <a:pt x="1056195" y="1670045"/>
                </a:lnTo>
                <a:lnTo>
                  <a:pt x="993577" y="1695445"/>
                </a:lnTo>
                <a:lnTo>
                  <a:pt x="965963" y="1695445"/>
                </a:lnTo>
                <a:lnTo>
                  <a:pt x="945646" y="1708145"/>
                </a:lnTo>
                <a:lnTo>
                  <a:pt x="903915" y="1720845"/>
                </a:lnTo>
                <a:lnTo>
                  <a:pt x="874552" y="1746245"/>
                </a:lnTo>
                <a:lnTo>
                  <a:pt x="858676" y="1771645"/>
                </a:lnTo>
                <a:lnTo>
                  <a:pt x="857402" y="1809745"/>
                </a:lnTo>
                <a:lnTo>
                  <a:pt x="871847" y="1847845"/>
                </a:lnTo>
                <a:lnTo>
                  <a:pt x="903127" y="1873245"/>
                </a:lnTo>
                <a:close/>
              </a:path>
              <a:path w="4566285" h="2674620">
                <a:moveTo>
                  <a:pt x="2491010" y="2178044"/>
                </a:moveTo>
                <a:lnTo>
                  <a:pt x="2528047" y="2178044"/>
                </a:lnTo>
                <a:lnTo>
                  <a:pt x="2557116" y="2165344"/>
                </a:lnTo>
                <a:lnTo>
                  <a:pt x="2592471" y="2139944"/>
                </a:lnTo>
                <a:lnTo>
                  <a:pt x="2678239" y="2089144"/>
                </a:lnTo>
                <a:lnTo>
                  <a:pt x="2725236" y="2051044"/>
                </a:lnTo>
                <a:lnTo>
                  <a:pt x="2773900" y="2012944"/>
                </a:lnTo>
                <a:lnTo>
                  <a:pt x="2821587" y="1974844"/>
                </a:lnTo>
                <a:lnTo>
                  <a:pt x="2865652" y="1949444"/>
                </a:lnTo>
                <a:lnTo>
                  <a:pt x="2903452" y="1911344"/>
                </a:lnTo>
                <a:lnTo>
                  <a:pt x="2932342" y="1885944"/>
                </a:lnTo>
                <a:lnTo>
                  <a:pt x="2949678" y="1860544"/>
                </a:lnTo>
                <a:lnTo>
                  <a:pt x="2966181" y="1835144"/>
                </a:lnTo>
                <a:lnTo>
                  <a:pt x="2971559" y="1797044"/>
                </a:lnTo>
                <a:lnTo>
                  <a:pt x="2965829" y="1771644"/>
                </a:lnTo>
                <a:lnTo>
                  <a:pt x="2949008" y="1746244"/>
                </a:lnTo>
                <a:lnTo>
                  <a:pt x="2919671" y="1720844"/>
                </a:lnTo>
                <a:lnTo>
                  <a:pt x="2886631" y="1720844"/>
                </a:lnTo>
                <a:lnTo>
                  <a:pt x="2849836" y="1733544"/>
                </a:lnTo>
                <a:lnTo>
                  <a:pt x="2809237" y="1758944"/>
                </a:lnTo>
                <a:lnTo>
                  <a:pt x="2780487" y="1784344"/>
                </a:lnTo>
                <a:lnTo>
                  <a:pt x="2746343" y="1809744"/>
                </a:lnTo>
                <a:lnTo>
                  <a:pt x="2708163" y="1835144"/>
                </a:lnTo>
                <a:lnTo>
                  <a:pt x="2667305" y="1873244"/>
                </a:lnTo>
                <a:lnTo>
                  <a:pt x="2582987" y="1924044"/>
                </a:lnTo>
                <a:lnTo>
                  <a:pt x="2542244" y="1962144"/>
                </a:lnTo>
                <a:lnTo>
                  <a:pt x="2486773" y="2000244"/>
                </a:lnTo>
                <a:lnTo>
                  <a:pt x="2450914" y="2038344"/>
                </a:lnTo>
                <a:lnTo>
                  <a:pt x="2434248" y="2076444"/>
                </a:lnTo>
                <a:lnTo>
                  <a:pt x="2436357" y="2114544"/>
                </a:lnTo>
                <a:lnTo>
                  <a:pt x="2456820" y="2139944"/>
                </a:lnTo>
                <a:lnTo>
                  <a:pt x="2467820" y="2152644"/>
                </a:lnTo>
                <a:lnTo>
                  <a:pt x="2479113" y="2165344"/>
                </a:lnTo>
                <a:lnTo>
                  <a:pt x="2491010" y="2178044"/>
                </a:lnTo>
                <a:close/>
              </a:path>
              <a:path w="4566285" h="2674620">
                <a:moveTo>
                  <a:pt x="927801" y="1885945"/>
                </a:moveTo>
                <a:lnTo>
                  <a:pt x="985814" y="1885945"/>
                </a:lnTo>
                <a:lnTo>
                  <a:pt x="1006143" y="1873245"/>
                </a:lnTo>
                <a:lnTo>
                  <a:pt x="915657" y="1873245"/>
                </a:lnTo>
                <a:lnTo>
                  <a:pt x="927801" y="1885945"/>
                </a:lnTo>
                <a:close/>
              </a:path>
              <a:path w="4566285" h="2674620">
                <a:moveTo>
                  <a:pt x="4397022" y="205205"/>
                </a:moveTo>
                <a:lnTo>
                  <a:pt x="4438055" y="194368"/>
                </a:lnTo>
                <a:lnTo>
                  <a:pt x="4483856" y="153771"/>
                </a:lnTo>
                <a:lnTo>
                  <a:pt x="4508033" y="116767"/>
                </a:lnTo>
                <a:lnTo>
                  <a:pt x="4535436" y="64992"/>
                </a:lnTo>
                <a:lnTo>
                  <a:pt x="4565844" y="0"/>
                </a:lnTo>
                <a:lnTo>
                  <a:pt x="4366120" y="0"/>
                </a:lnTo>
                <a:lnTo>
                  <a:pt x="4352842" y="27626"/>
                </a:lnTo>
                <a:lnTo>
                  <a:pt x="4336985" y="54235"/>
                </a:lnTo>
                <a:lnTo>
                  <a:pt x="4323580" y="69365"/>
                </a:lnTo>
                <a:lnTo>
                  <a:pt x="4313590" y="86260"/>
                </a:lnTo>
                <a:lnTo>
                  <a:pt x="4309291" y="111860"/>
                </a:lnTo>
                <a:lnTo>
                  <a:pt x="4310984" y="140047"/>
                </a:lnTo>
                <a:lnTo>
                  <a:pt x="4330039" y="177969"/>
                </a:lnTo>
                <a:lnTo>
                  <a:pt x="4366957" y="198534"/>
                </a:lnTo>
                <a:lnTo>
                  <a:pt x="4387899" y="203819"/>
                </a:lnTo>
                <a:lnTo>
                  <a:pt x="4397022" y="205205"/>
                </a:lnTo>
                <a:close/>
              </a:path>
              <a:path w="4566285" h="2674620">
                <a:moveTo>
                  <a:pt x="3971858" y="98606"/>
                </a:moveTo>
                <a:lnTo>
                  <a:pt x="4021783" y="83770"/>
                </a:lnTo>
                <a:lnTo>
                  <a:pt x="4054939" y="53634"/>
                </a:lnTo>
                <a:lnTo>
                  <a:pt x="4088161" y="0"/>
                </a:lnTo>
                <a:lnTo>
                  <a:pt x="3891194" y="0"/>
                </a:lnTo>
                <a:lnTo>
                  <a:pt x="3887362" y="15835"/>
                </a:lnTo>
                <a:lnTo>
                  <a:pt x="3892454" y="46470"/>
                </a:lnTo>
                <a:lnTo>
                  <a:pt x="3924938" y="84477"/>
                </a:lnTo>
                <a:lnTo>
                  <a:pt x="3971858" y="98606"/>
                </a:lnTo>
                <a:close/>
              </a:path>
              <a:path w="4566285" h="2674620">
                <a:moveTo>
                  <a:pt x="3371053" y="80266"/>
                </a:moveTo>
                <a:lnTo>
                  <a:pt x="3425562" y="63512"/>
                </a:lnTo>
                <a:lnTo>
                  <a:pt x="3457376" y="30785"/>
                </a:lnTo>
                <a:lnTo>
                  <a:pt x="3481015" y="0"/>
                </a:lnTo>
                <a:lnTo>
                  <a:pt x="3296154" y="0"/>
                </a:lnTo>
                <a:lnTo>
                  <a:pt x="3301718" y="30785"/>
                </a:lnTo>
                <a:lnTo>
                  <a:pt x="3301763" y="31035"/>
                </a:lnTo>
                <a:lnTo>
                  <a:pt x="3318275" y="56884"/>
                </a:lnTo>
                <a:lnTo>
                  <a:pt x="3342320" y="73628"/>
                </a:lnTo>
                <a:lnTo>
                  <a:pt x="3371053" y="80266"/>
                </a:lnTo>
                <a:close/>
              </a:path>
            </a:pathLst>
          </a:custGeom>
          <a:solidFill>
            <a:srgbClr val="F5F6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759710">
              <a:lnSpc>
                <a:spcPct val="100000"/>
              </a:lnSpc>
              <a:spcBef>
                <a:spcPts val="100"/>
              </a:spcBef>
            </a:pPr>
            <a:r>
              <a:rPr dirty="0" spc="305"/>
              <a:t>FUTURE</a:t>
            </a:r>
            <a:r>
              <a:rPr dirty="0" spc="200"/>
              <a:t> </a:t>
            </a:r>
            <a:r>
              <a:rPr dirty="0" spc="165"/>
              <a:t>SCOPE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895345" y="3683534"/>
            <a:ext cx="4187190" cy="1911350"/>
          </a:xfrm>
          <a:prstGeom prst="rect">
            <a:avLst/>
          </a:prstGeom>
        </p:spPr>
        <p:txBody>
          <a:bodyPr wrap="square" lIns="0" tIns="83820" rIns="0" bIns="0" rtlCol="0" vert="horz">
            <a:spAutoFit/>
          </a:bodyPr>
          <a:lstStyle/>
          <a:p>
            <a:pPr marL="155575">
              <a:lnSpc>
                <a:spcPct val="100000"/>
              </a:lnSpc>
              <a:spcBef>
                <a:spcPts val="660"/>
              </a:spcBef>
            </a:pPr>
            <a:r>
              <a:rPr dirty="0" sz="2800" spc="-10">
                <a:latin typeface="Arial Black"/>
                <a:cs typeface="Arial Black"/>
              </a:rPr>
              <a:t>SCALABILITY</a:t>
            </a:r>
            <a:endParaRPr sz="2800">
              <a:latin typeface="Arial Black"/>
              <a:cs typeface="Arial Black"/>
            </a:endParaRPr>
          </a:p>
          <a:p>
            <a:pPr marL="191770" indent="-179070">
              <a:lnSpc>
                <a:spcPct val="100000"/>
              </a:lnSpc>
              <a:spcBef>
                <a:spcPts val="484"/>
              </a:spcBef>
              <a:buChar char="•"/>
              <a:tabLst>
                <a:tab pos="191770" algn="l"/>
              </a:tabLst>
            </a:pPr>
            <a:r>
              <a:rPr dirty="0" sz="2400" spc="-10">
                <a:latin typeface="Roboto"/>
                <a:cs typeface="Roboto"/>
              </a:rPr>
              <a:t>Support</a:t>
            </a:r>
            <a:r>
              <a:rPr dirty="0" sz="2400" spc="-110">
                <a:latin typeface="Roboto"/>
                <a:cs typeface="Roboto"/>
              </a:rPr>
              <a:t> </a:t>
            </a:r>
            <a:r>
              <a:rPr dirty="0" sz="2400" spc="-10">
                <a:latin typeface="Roboto"/>
                <a:cs typeface="Roboto"/>
              </a:rPr>
              <a:t>multiple</a:t>
            </a:r>
            <a:r>
              <a:rPr dirty="0" sz="2400" spc="-114">
                <a:latin typeface="Roboto"/>
                <a:cs typeface="Roboto"/>
              </a:rPr>
              <a:t> </a:t>
            </a:r>
            <a:r>
              <a:rPr dirty="0" sz="2400" spc="-10">
                <a:latin typeface="Roboto"/>
                <a:cs typeface="Roboto"/>
              </a:rPr>
              <a:t>alarms.</a:t>
            </a:r>
            <a:endParaRPr sz="2400">
              <a:latin typeface="Roboto"/>
              <a:cs typeface="Roboto"/>
            </a:endParaRPr>
          </a:p>
          <a:p>
            <a:pPr marL="192405" indent="-179705">
              <a:lnSpc>
                <a:spcPct val="100000"/>
              </a:lnSpc>
              <a:spcBef>
                <a:spcPts val="900"/>
              </a:spcBef>
              <a:buChar char="•"/>
              <a:tabLst>
                <a:tab pos="192405" algn="l"/>
              </a:tabLst>
            </a:pPr>
            <a:r>
              <a:rPr dirty="0" sz="2400">
                <a:latin typeface="Roboto"/>
                <a:cs typeface="Roboto"/>
              </a:rPr>
              <a:t>Add</a:t>
            </a:r>
            <a:r>
              <a:rPr dirty="0" sz="2400" spc="-90">
                <a:latin typeface="Roboto"/>
                <a:cs typeface="Roboto"/>
              </a:rPr>
              <a:t> </a:t>
            </a:r>
            <a:r>
              <a:rPr dirty="0" sz="2400" spc="-10">
                <a:latin typeface="Roboto"/>
                <a:cs typeface="Roboto"/>
              </a:rPr>
              <a:t>recurring</a:t>
            </a:r>
            <a:r>
              <a:rPr dirty="0" sz="2400" spc="-75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or</a:t>
            </a:r>
            <a:r>
              <a:rPr dirty="0" sz="2400" spc="-75">
                <a:latin typeface="Roboto"/>
                <a:cs typeface="Roboto"/>
              </a:rPr>
              <a:t> </a:t>
            </a:r>
            <a:r>
              <a:rPr dirty="0" sz="2400" spc="-10">
                <a:latin typeface="Roboto"/>
                <a:cs typeface="Roboto"/>
              </a:rPr>
              <a:t>daily</a:t>
            </a:r>
            <a:r>
              <a:rPr dirty="0" sz="2400" spc="-80">
                <a:latin typeface="Roboto"/>
                <a:cs typeface="Roboto"/>
              </a:rPr>
              <a:t> </a:t>
            </a:r>
            <a:r>
              <a:rPr dirty="0" sz="2400" spc="-10">
                <a:latin typeface="Roboto"/>
                <a:cs typeface="Roboto"/>
              </a:rPr>
              <a:t>alarms.</a:t>
            </a:r>
            <a:endParaRPr sz="2400">
              <a:latin typeface="Roboto"/>
              <a:cs typeface="Roboto"/>
            </a:endParaRPr>
          </a:p>
          <a:p>
            <a:pPr marL="191770" indent="-179070">
              <a:lnSpc>
                <a:spcPct val="100000"/>
              </a:lnSpc>
              <a:spcBef>
                <a:spcPts val="900"/>
              </a:spcBef>
              <a:buChar char="•"/>
              <a:tabLst>
                <a:tab pos="191770" algn="l"/>
              </a:tabLst>
            </a:pPr>
            <a:r>
              <a:rPr dirty="0" sz="2400" spc="-20">
                <a:latin typeface="Roboto"/>
                <a:cs typeface="Roboto"/>
              </a:rPr>
              <a:t>Maintain</a:t>
            </a:r>
            <a:r>
              <a:rPr dirty="0" sz="2400" spc="-90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alarm</a:t>
            </a:r>
            <a:r>
              <a:rPr dirty="0" sz="2400" spc="-105">
                <a:latin typeface="Roboto"/>
                <a:cs typeface="Roboto"/>
              </a:rPr>
              <a:t> </a:t>
            </a:r>
            <a:r>
              <a:rPr dirty="0" sz="2400" spc="-10">
                <a:latin typeface="Roboto"/>
                <a:cs typeface="Roboto"/>
              </a:rPr>
              <a:t>history.</a:t>
            </a:r>
            <a:endParaRPr sz="24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376286" y="3656901"/>
            <a:ext cx="4102735" cy="2326640"/>
          </a:xfrm>
          <a:prstGeom prst="rect">
            <a:avLst/>
          </a:prstGeom>
        </p:spPr>
        <p:txBody>
          <a:bodyPr wrap="square" lIns="0" tIns="110489" rIns="0" bIns="0" rtlCol="0" vert="horz">
            <a:spAutoFit/>
          </a:bodyPr>
          <a:lstStyle/>
          <a:p>
            <a:pPr marL="30480">
              <a:lnSpc>
                <a:spcPct val="100000"/>
              </a:lnSpc>
              <a:spcBef>
                <a:spcPts val="869"/>
              </a:spcBef>
            </a:pPr>
            <a:r>
              <a:rPr dirty="0" sz="2800" spc="-45">
                <a:latin typeface="Arial Black"/>
                <a:cs typeface="Arial Black"/>
              </a:rPr>
              <a:t>USER</a:t>
            </a:r>
            <a:r>
              <a:rPr dirty="0" sz="2800" spc="-380">
                <a:latin typeface="Arial Black"/>
                <a:cs typeface="Arial Black"/>
              </a:rPr>
              <a:t> </a:t>
            </a:r>
            <a:r>
              <a:rPr dirty="0" sz="2800" spc="-10">
                <a:latin typeface="Arial Black"/>
                <a:cs typeface="Arial Black"/>
              </a:rPr>
              <a:t>EXPERIENCE</a:t>
            </a:r>
            <a:endParaRPr sz="2800">
              <a:latin typeface="Arial Black"/>
              <a:cs typeface="Arial Black"/>
            </a:endParaRPr>
          </a:p>
          <a:p>
            <a:pPr marL="12700" marR="605790" indent="179070">
              <a:lnSpc>
                <a:spcPct val="100000"/>
              </a:lnSpc>
              <a:spcBef>
                <a:spcPts val="665"/>
              </a:spcBef>
              <a:buChar char="•"/>
              <a:tabLst>
                <a:tab pos="191770" algn="l"/>
              </a:tabLst>
            </a:pPr>
            <a:r>
              <a:rPr dirty="0" sz="2400">
                <a:latin typeface="Roboto"/>
                <a:cs typeface="Roboto"/>
              </a:rPr>
              <a:t>Add</a:t>
            </a:r>
            <a:r>
              <a:rPr dirty="0" sz="2400" spc="-75">
                <a:latin typeface="Roboto"/>
                <a:cs typeface="Roboto"/>
              </a:rPr>
              <a:t> </a:t>
            </a:r>
            <a:r>
              <a:rPr dirty="0" sz="2400" spc="-10">
                <a:latin typeface="Roboto"/>
                <a:cs typeface="Roboto"/>
              </a:rPr>
              <a:t>customizable</a:t>
            </a:r>
            <a:r>
              <a:rPr dirty="0" sz="2400" spc="-35">
                <a:latin typeface="Roboto"/>
                <a:cs typeface="Roboto"/>
              </a:rPr>
              <a:t> </a:t>
            </a:r>
            <a:r>
              <a:rPr dirty="0" sz="2400" spc="-10">
                <a:latin typeface="Roboto"/>
                <a:cs typeface="Roboto"/>
              </a:rPr>
              <a:t>alarm sounds.</a:t>
            </a:r>
            <a:endParaRPr sz="2400">
              <a:latin typeface="Roboto"/>
              <a:cs typeface="Roboto"/>
            </a:endParaRPr>
          </a:p>
          <a:p>
            <a:pPr marL="191770" indent="-179070">
              <a:lnSpc>
                <a:spcPct val="100000"/>
              </a:lnSpc>
              <a:spcBef>
                <a:spcPts val="900"/>
              </a:spcBef>
              <a:buChar char="•"/>
              <a:tabLst>
                <a:tab pos="191770" algn="l"/>
              </a:tabLst>
            </a:pPr>
            <a:r>
              <a:rPr dirty="0" sz="2400">
                <a:latin typeface="Roboto"/>
                <a:cs typeface="Roboto"/>
              </a:rPr>
              <a:t>Add</a:t>
            </a:r>
            <a:r>
              <a:rPr dirty="0" sz="2400" spc="-85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snooze</a:t>
            </a:r>
            <a:r>
              <a:rPr dirty="0" sz="2400" spc="-55">
                <a:latin typeface="Roboto"/>
                <a:cs typeface="Roboto"/>
              </a:rPr>
              <a:t> </a:t>
            </a:r>
            <a:r>
              <a:rPr dirty="0" sz="2400" spc="-10">
                <a:latin typeface="Roboto"/>
                <a:cs typeface="Roboto"/>
              </a:rPr>
              <a:t>functionality.</a:t>
            </a:r>
            <a:endParaRPr sz="2400">
              <a:latin typeface="Roboto"/>
              <a:cs typeface="Roboto"/>
            </a:endParaRPr>
          </a:p>
          <a:p>
            <a:pPr marL="191770" indent="-179070">
              <a:lnSpc>
                <a:spcPct val="100000"/>
              </a:lnSpc>
              <a:spcBef>
                <a:spcPts val="900"/>
              </a:spcBef>
              <a:buChar char="•"/>
              <a:tabLst>
                <a:tab pos="191770" algn="l"/>
              </a:tabLst>
            </a:pPr>
            <a:r>
              <a:rPr dirty="0" sz="2400" spc="-10">
                <a:latin typeface="Roboto"/>
                <a:cs typeface="Roboto"/>
              </a:rPr>
              <a:t>Improve</a:t>
            </a:r>
            <a:r>
              <a:rPr dirty="0" sz="2400" spc="-100">
                <a:latin typeface="Roboto"/>
                <a:cs typeface="Roboto"/>
              </a:rPr>
              <a:t> </a:t>
            </a:r>
            <a:r>
              <a:rPr dirty="0" sz="2400" spc="-10">
                <a:latin typeface="Roboto"/>
                <a:cs typeface="Roboto"/>
              </a:rPr>
              <a:t>notification</a:t>
            </a:r>
            <a:r>
              <a:rPr dirty="0" sz="2400" spc="-85">
                <a:latin typeface="Roboto"/>
                <a:cs typeface="Roboto"/>
              </a:rPr>
              <a:t> </a:t>
            </a:r>
            <a:r>
              <a:rPr dirty="0" sz="2400" spc="-10">
                <a:latin typeface="Roboto"/>
                <a:cs typeface="Roboto"/>
              </a:rPr>
              <a:t>options.</a:t>
            </a:r>
            <a:endParaRPr sz="2400">
              <a:latin typeface="Roboto"/>
              <a:cs typeface="Roboto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372724" y="7192"/>
            <a:ext cx="3915277" cy="535939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1857481" y="3656901"/>
            <a:ext cx="3859529" cy="2578100"/>
          </a:xfrm>
          <a:prstGeom prst="rect">
            <a:avLst/>
          </a:prstGeom>
        </p:spPr>
        <p:txBody>
          <a:bodyPr wrap="square" lIns="0" tIns="110489" rIns="0" bIns="0" rtlCol="0" vert="horz">
            <a:spAutoFit/>
          </a:bodyPr>
          <a:lstStyle/>
          <a:p>
            <a:pPr marL="30480">
              <a:lnSpc>
                <a:spcPct val="100000"/>
              </a:lnSpc>
              <a:spcBef>
                <a:spcPts val="869"/>
              </a:spcBef>
            </a:pPr>
            <a:r>
              <a:rPr dirty="0" sz="2800" spc="-10">
                <a:latin typeface="Arial Black"/>
                <a:cs typeface="Arial Black"/>
              </a:rPr>
              <a:t>EXTENSION</a:t>
            </a:r>
            <a:endParaRPr sz="2800">
              <a:latin typeface="Arial Black"/>
              <a:cs typeface="Arial Black"/>
            </a:endParaRPr>
          </a:p>
          <a:p>
            <a:pPr marL="12700" marR="328930" indent="179070">
              <a:lnSpc>
                <a:spcPct val="100000"/>
              </a:lnSpc>
              <a:spcBef>
                <a:spcPts val="665"/>
              </a:spcBef>
              <a:buChar char="•"/>
              <a:tabLst>
                <a:tab pos="191770" algn="l"/>
              </a:tabLst>
            </a:pPr>
            <a:r>
              <a:rPr dirty="0" sz="2400" spc="-10">
                <a:latin typeface="Roboto"/>
                <a:cs typeface="Roboto"/>
              </a:rPr>
              <a:t>Develop</a:t>
            </a:r>
            <a:r>
              <a:rPr dirty="0" sz="2400" spc="-80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a</a:t>
            </a:r>
            <a:r>
              <a:rPr dirty="0" sz="2400" spc="-95">
                <a:latin typeface="Roboto"/>
                <a:cs typeface="Roboto"/>
              </a:rPr>
              <a:t> </a:t>
            </a:r>
            <a:r>
              <a:rPr dirty="0" sz="2400" spc="-10">
                <a:latin typeface="Roboto"/>
                <a:cs typeface="Roboto"/>
              </a:rPr>
              <a:t>graphical</a:t>
            </a:r>
            <a:r>
              <a:rPr dirty="0" sz="2400" spc="-85">
                <a:latin typeface="Roboto"/>
                <a:cs typeface="Roboto"/>
              </a:rPr>
              <a:t> </a:t>
            </a:r>
            <a:r>
              <a:rPr dirty="0" sz="2400" spc="-20">
                <a:latin typeface="Roboto"/>
                <a:cs typeface="Roboto"/>
              </a:rPr>
              <a:t>user </a:t>
            </a:r>
            <a:r>
              <a:rPr dirty="0" sz="2400" spc="-10">
                <a:latin typeface="Roboto"/>
                <a:cs typeface="Roboto"/>
              </a:rPr>
              <a:t>interface.</a:t>
            </a:r>
            <a:endParaRPr sz="2400">
              <a:latin typeface="Roboto"/>
              <a:cs typeface="Roboto"/>
            </a:endParaRPr>
          </a:p>
          <a:p>
            <a:pPr marL="12700" marR="5080" indent="179070">
              <a:lnSpc>
                <a:spcPct val="100000"/>
              </a:lnSpc>
              <a:spcBef>
                <a:spcPts val="900"/>
              </a:spcBef>
              <a:buChar char="•"/>
              <a:tabLst>
                <a:tab pos="191770" algn="l"/>
              </a:tabLst>
            </a:pPr>
            <a:r>
              <a:rPr dirty="0" sz="2400">
                <a:latin typeface="Roboto"/>
                <a:cs typeface="Roboto"/>
              </a:rPr>
              <a:t>Extend</a:t>
            </a:r>
            <a:r>
              <a:rPr dirty="0" sz="2400" spc="-90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the</a:t>
            </a:r>
            <a:r>
              <a:rPr dirty="0" sz="2400" spc="-80">
                <a:latin typeface="Roboto"/>
                <a:cs typeface="Roboto"/>
              </a:rPr>
              <a:t> </a:t>
            </a:r>
            <a:r>
              <a:rPr dirty="0" sz="2400" spc="-20">
                <a:latin typeface="Roboto"/>
                <a:cs typeface="Roboto"/>
              </a:rPr>
              <a:t>application</a:t>
            </a:r>
            <a:r>
              <a:rPr dirty="0" sz="2400" spc="-70">
                <a:latin typeface="Roboto"/>
                <a:cs typeface="Roboto"/>
              </a:rPr>
              <a:t> </a:t>
            </a:r>
            <a:r>
              <a:rPr dirty="0" sz="2400" spc="-20">
                <a:latin typeface="Roboto"/>
                <a:cs typeface="Roboto"/>
              </a:rPr>
              <a:t>with additional</a:t>
            </a:r>
            <a:r>
              <a:rPr dirty="0" sz="2400" spc="-55">
                <a:latin typeface="Roboto"/>
                <a:cs typeface="Roboto"/>
              </a:rPr>
              <a:t> </a:t>
            </a:r>
            <a:r>
              <a:rPr dirty="0" sz="2400" spc="-10">
                <a:latin typeface="Roboto"/>
                <a:cs typeface="Roboto"/>
              </a:rPr>
              <a:t>Linux/POSIX features.</a:t>
            </a:r>
            <a:endParaRPr sz="2400">
              <a:latin typeface="Roboto"/>
              <a:cs typeface="Roboto"/>
            </a:endParaRPr>
          </a:p>
        </p:txBody>
      </p:sp>
      <p:sp>
        <p:nvSpPr>
          <p:cNvPr id="2" name="object 2"/>
          <p:cNvSpPr/>
          <p:nvPr/>
        </p:nvSpPr>
        <p:spPr>
          <a:xfrm>
            <a:off x="0" y="6705598"/>
            <a:ext cx="5495290" cy="3581400"/>
          </a:xfrm>
          <a:custGeom>
            <a:avLst/>
            <a:gdLst/>
            <a:ahLst/>
            <a:cxnLst/>
            <a:rect l="l" t="t" r="r" b="b"/>
            <a:pathLst>
              <a:path w="5495290" h="3581400">
                <a:moveTo>
                  <a:pt x="3016500" y="25399"/>
                </a:moveTo>
                <a:lnTo>
                  <a:pt x="2047210" y="25399"/>
                </a:lnTo>
                <a:lnTo>
                  <a:pt x="1996176" y="38099"/>
                </a:lnTo>
                <a:lnTo>
                  <a:pt x="1945194" y="38099"/>
                </a:lnTo>
                <a:lnTo>
                  <a:pt x="1792569" y="76199"/>
                </a:lnTo>
                <a:lnTo>
                  <a:pt x="1742056" y="76199"/>
                </a:lnTo>
                <a:lnTo>
                  <a:pt x="1493193" y="139699"/>
                </a:lnTo>
                <a:lnTo>
                  <a:pt x="1444146" y="165099"/>
                </a:lnTo>
                <a:lnTo>
                  <a:pt x="1298416" y="203199"/>
                </a:lnTo>
                <a:lnTo>
                  <a:pt x="1250302" y="228599"/>
                </a:lnTo>
                <a:lnTo>
                  <a:pt x="1154758" y="253999"/>
                </a:lnTo>
                <a:lnTo>
                  <a:pt x="1107323" y="279399"/>
                </a:lnTo>
                <a:lnTo>
                  <a:pt x="1060109" y="292099"/>
                </a:lnTo>
                <a:lnTo>
                  <a:pt x="1013115" y="317499"/>
                </a:lnTo>
                <a:lnTo>
                  <a:pt x="966339" y="330199"/>
                </a:lnTo>
                <a:lnTo>
                  <a:pt x="873429" y="380999"/>
                </a:lnTo>
                <a:lnTo>
                  <a:pt x="827292" y="393699"/>
                </a:lnTo>
                <a:lnTo>
                  <a:pt x="510057" y="571499"/>
                </a:lnTo>
                <a:lnTo>
                  <a:pt x="385720" y="647699"/>
                </a:lnTo>
                <a:lnTo>
                  <a:pt x="343431" y="660399"/>
                </a:lnTo>
                <a:lnTo>
                  <a:pt x="299761" y="685799"/>
                </a:lnTo>
                <a:lnTo>
                  <a:pt x="254136" y="711199"/>
                </a:lnTo>
                <a:lnTo>
                  <a:pt x="156534" y="736599"/>
                </a:lnTo>
                <a:lnTo>
                  <a:pt x="108244" y="761999"/>
                </a:lnTo>
                <a:lnTo>
                  <a:pt x="60291" y="774699"/>
                </a:lnTo>
                <a:lnTo>
                  <a:pt x="12673" y="800099"/>
                </a:lnTo>
                <a:lnTo>
                  <a:pt x="0" y="812799"/>
                </a:lnTo>
                <a:lnTo>
                  <a:pt x="0" y="3581399"/>
                </a:lnTo>
                <a:lnTo>
                  <a:pt x="5330639" y="3581399"/>
                </a:lnTo>
                <a:lnTo>
                  <a:pt x="5324751" y="3543299"/>
                </a:lnTo>
                <a:lnTo>
                  <a:pt x="5317151" y="3492499"/>
                </a:lnTo>
                <a:lnTo>
                  <a:pt x="5308733" y="3454399"/>
                </a:lnTo>
                <a:lnTo>
                  <a:pt x="5299520" y="3403599"/>
                </a:lnTo>
                <a:lnTo>
                  <a:pt x="5289541" y="3352799"/>
                </a:lnTo>
                <a:lnTo>
                  <a:pt x="5278820" y="3301999"/>
                </a:lnTo>
                <a:lnTo>
                  <a:pt x="5267384" y="3263899"/>
                </a:lnTo>
                <a:lnTo>
                  <a:pt x="5255259" y="3213099"/>
                </a:lnTo>
                <a:lnTo>
                  <a:pt x="5242472" y="3162299"/>
                </a:lnTo>
                <a:lnTo>
                  <a:pt x="5229048" y="3111499"/>
                </a:lnTo>
                <a:lnTo>
                  <a:pt x="5215055" y="3073399"/>
                </a:lnTo>
                <a:lnTo>
                  <a:pt x="5200469" y="3022599"/>
                </a:lnTo>
                <a:lnTo>
                  <a:pt x="5185277" y="2971799"/>
                </a:lnTo>
                <a:lnTo>
                  <a:pt x="5169467" y="2933699"/>
                </a:lnTo>
                <a:lnTo>
                  <a:pt x="5153023" y="2882899"/>
                </a:lnTo>
                <a:lnTo>
                  <a:pt x="5135933" y="2832099"/>
                </a:lnTo>
                <a:lnTo>
                  <a:pt x="5118182" y="2793999"/>
                </a:lnTo>
                <a:lnTo>
                  <a:pt x="5099757" y="2743199"/>
                </a:lnTo>
                <a:lnTo>
                  <a:pt x="5080645" y="2705099"/>
                </a:lnTo>
                <a:lnTo>
                  <a:pt x="5060831" y="2654299"/>
                </a:lnTo>
                <a:lnTo>
                  <a:pt x="5040302" y="2616199"/>
                </a:lnTo>
                <a:lnTo>
                  <a:pt x="5019045" y="2565399"/>
                </a:lnTo>
                <a:lnTo>
                  <a:pt x="4997045" y="2527299"/>
                </a:lnTo>
                <a:lnTo>
                  <a:pt x="4974290" y="2476499"/>
                </a:lnTo>
                <a:lnTo>
                  <a:pt x="4949891" y="2438399"/>
                </a:lnTo>
                <a:lnTo>
                  <a:pt x="4924982" y="2387599"/>
                </a:lnTo>
                <a:lnTo>
                  <a:pt x="4899554" y="2349499"/>
                </a:lnTo>
                <a:lnTo>
                  <a:pt x="4873597" y="2298699"/>
                </a:lnTo>
                <a:lnTo>
                  <a:pt x="4847104" y="2260599"/>
                </a:lnTo>
                <a:lnTo>
                  <a:pt x="4820066" y="2209799"/>
                </a:lnTo>
                <a:lnTo>
                  <a:pt x="4792475" y="2171699"/>
                </a:lnTo>
                <a:lnTo>
                  <a:pt x="4764322" y="2120899"/>
                </a:lnTo>
                <a:lnTo>
                  <a:pt x="4735598" y="2082799"/>
                </a:lnTo>
                <a:lnTo>
                  <a:pt x="4706295" y="2044699"/>
                </a:lnTo>
                <a:lnTo>
                  <a:pt x="4676405" y="2006599"/>
                </a:lnTo>
                <a:lnTo>
                  <a:pt x="4645918" y="1955799"/>
                </a:lnTo>
                <a:lnTo>
                  <a:pt x="4614827" y="1917699"/>
                </a:lnTo>
                <a:lnTo>
                  <a:pt x="4583123" y="1879599"/>
                </a:lnTo>
                <a:lnTo>
                  <a:pt x="4550797" y="1841499"/>
                </a:lnTo>
                <a:lnTo>
                  <a:pt x="4517841" y="1803399"/>
                </a:lnTo>
                <a:lnTo>
                  <a:pt x="4484246" y="1765299"/>
                </a:lnTo>
                <a:lnTo>
                  <a:pt x="4451265" y="1727199"/>
                </a:lnTo>
                <a:lnTo>
                  <a:pt x="4417854" y="1689099"/>
                </a:lnTo>
                <a:lnTo>
                  <a:pt x="4384013" y="1650999"/>
                </a:lnTo>
                <a:lnTo>
                  <a:pt x="4349743" y="1612899"/>
                </a:lnTo>
                <a:lnTo>
                  <a:pt x="4315043" y="1574799"/>
                </a:lnTo>
                <a:lnTo>
                  <a:pt x="4279913" y="1549399"/>
                </a:lnTo>
                <a:lnTo>
                  <a:pt x="4244352" y="1511299"/>
                </a:lnTo>
                <a:lnTo>
                  <a:pt x="4208360" y="1473199"/>
                </a:lnTo>
                <a:lnTo>
                  <a:pt x="4171937" y="1447799"/>
                </a:lnTo>
                <a:lnTo>
                  <a:pt x="4135082" y="1409699"/>
                </a:lnTo>
                <a:lnTo>
                  <a:pt x="4097796" y="1384299"/>
                </a:lnTo>
                <a:lnTo>
                  <a:pt x="4060077" y="1346199"/>
                </a:lnTo>
                <a:lnTo>
                  <a:pt x="4021925" y="1320799"/>
                </a:lnTo>
                <a:lnTo>
                  <a:pt x="3983341" y="1282699"/>
                </a:lnTo>
                <a:lnTo>
                  <a:pt x="3944323" y="1257299"/>
                </a:lnTo>
                <a:lnTo>
                  <a:pt x="3904872" y="1219199"/>
                </a:lnTo>
                <a:lnTo>
                  <a:pt x="3824668" y="1168399"/>
                </a:lnTo>
                <a:lnTo>
                  <a:pt x="3783915" y="1142999"/>
                </a:lnTo>
                <a:lnTo>
                  <a:pt x="3741499" y="1104899"/>
                </a:lnTo>
                <a:lnTo>
                  <a:pt x="3568646" y="1003299"/>
                </a:lnTo>
                <a:lnTo>
                  <a:pt x="3345440" y="876299"/>
                </a:lnTo>
                <a:lnTo>
                  <a:pt x="3299851" y="863599"/>
                </a:lnTo>
                <a:lnTo>
                  <a:pt x="3161202" y="787399"/>
                </a:lnTo>
                <a:lnTo>
                  <a:pt x="3114359" y="774699"/>
                </a:lnTo>
                <a:lnTo>
                  <a:pt x="3067204" y="749299"/>
                </a:lnTo>
                <a:lnTo>
                  <a:pt x="3019737" y="736599"/>
                </a:lnTo>
                <a:lnTo>
                  <a:pt x="2971958" y="711199"/>
                </a:lnTo>
                <a:lnTo>
                  <a:pt x="2876427" y="685799"/>
                </a:lnTo>
                <a:lnTo>
                  <a:pt x="2828828" y="660399"/>
                </a:lnTo>
                <a:lnTo>
                  <a:pt x="2393444" y="546099"/>
                </a:lnTo>
                <a:lnTo>
                  <a:pt x="759584" y="546099"/>
                </a:lnTo>
                <a:lnTo>
                  <a:pt x="850229" y="495299"/>
                </a:lnTo>
                <a:lnTo>
                  <a:pt x="895825" y="482599"/>
                </a:lnTo>
                <a:lnTo>
                  <a:pt x="987572" y="431799"/>
                </a:lnTo>
                <a:lnTo>
                  <a:pt x="1033727" y="419099"/>
                </a:lnTo>
                <a:lnTo>
                  <a:pt x="1080070" y="393699"/>
                </a:lnTo>
                <a:lnTo>
                  <a:pt x="1126604" y="380999"/>
                </a:lnTo>
                <a:lnTo>
                  <a:pt x="1173329" y="355599"/>
                </a:lnTo>
                <a:lnTo>
                  <a:pt x="1220249" y="342899"/>
                </a:lnTo>
                <a:lnTo>
                  <a:pt x="1267363" y="317499"/>
                </a:lnTo>
                <a:lnTo>
                  <a:pt x="1409892" y="279399"/>
                </a:lnTo>
                <a:lnTo>
                  <a:pt x="1457801" y="253999"/>
                </a:lnTo>
                <a:lnTo>
                  <a:pt x="1798925" y="165099"/>
                </a:lnTo>
                <a:lnTo>
                  <a:pt x="1848497" y="165099"/>
                </a:lnTo>
                <a:lnTo>
                  <a:pt x="1948287" y="139699"/>
                </a:lnTo>
                <a:lnTo>
                  <a:pt x="1998344" y="139699"/>
                </a:lnTo>
                <a:lnTo>
                  <a:pt x="2048443" y="126999"/>
                </a:lnTo>
                <a:lnTo>
                  <a:pt x="2098580" y="126999"/>
                </a:lnTo>
                <a:lnTo>
                  <a:pt x="2148755" y="114299"/>
                </a:lnTo>
                <a:lnTo>
                  <a:pt x="2198966" y="114299"/>
                </a:lnTo>
                <a:lnTo>
                  <a:pt x="2249211" y="101599"/>
                </a:lnTo>
                <a:lnTo>
                  <a:pt x="2400135" y="101599"/>
                </a:lnTo>
                <a:lnTo>
                  <a:pt x="2450500" y="88899"/>
                </a:lnTo>
                <a:lnTo>
                  <a:pt x="3311882" y="88899"/>
                </a:lnTo>
                <a:lnTo>
                  <a:pt x="3165006" y="50799"/>
                </a:lnTo>
                <a:lnTo>
                  <a:pt x="3115682" y="50799"/>
                </a:lnTo>
                <a:lnTo>
                  <a:pt x="3016500" y="25399"/>
                </a:lnTo>
                <a:close/>
              </a:path>
              <a:path w="5495290" h="3581400">
                <a:moveTo>
                  <a:pt x="3311882" y="88899"/>
                </a:moveTo>
                <a:lnTo>
                  <a:pt x="2601744" y="88899"/>
                </a:lnTo>
                <a:lnTo>
                  <a:pt x="2652203" y="101599"/>
                </a:lnTo>
                <a:lnTo>
                  <a:pt x="2803849" y="101599"/>
                </a:lnTo>
                <a:lnTo>
                  <a:pt x="2854178" y="114299"/>
                </a:lnTo>
                <a:lnTo>
                  <a:pt x="2904335" y="114299"/>
                </a:lnTo>
                <a:lnTo>
                  <a:pt x="2954317" y="126999"/>
                </a:lnTo>
                <a:lnTo>
                  <a:pt x="3004122" y="126999"/>
                </a:lnTo>
                <a:lnTo>
                  <a:pt x="3053749" y="139699"/>
                </a:lnTo>
                <a:lnTo>
                  <a:pt x="3103194" y="139699"/>
                </a:lnTo>
                <a:lnTo>
                  <a:pt x="3539745" y="253999"/>
                </a:lnTo>
                <a:lnTo>
                  <a:pt x="3587274" y="279399"/>
                </a:lnTo>
                <a:lnTo>
                  <a:pt x="3634600" y="292099"/>
                </a:lnTo>
                <a:lnTo>
                  <a:pt x="3681721" y="317499"/>
                </a:lnTo>
                <a:lnTo>
                  <a:pt x="3728635" y="330199"/>
                </a:lnTo>
                <a:lnTo>
                  <a:pt x="3775341" y="355599"/>
                </a:lnTo>
                <a:lnTo>
                  <a:pt x="3821842" y="368299"/>
                </a:lnTo>
                <a:lnTo>
                  <a:pt x="3867789" y="393699"/>
                </a:lnTo>
                <a:lnTo>
                  <a:pt x="3958015" y="444499"/>
                </a:lnTo>
                <a:lnTo>
                  <a:pt x="4046011" y="495299"/>
                </a:lnTo>
                <a:lnTo>
                  <a:pt x="4131770" y="546099"/>
                </a:lnTo>
                <a:lnTo>
                  <a:pt x="4215286" y="596899"/>
                </a:lnTo>
                <a:lnTo>
                  <a:pt x="4256201" y="634999"/>
                </a:lnTo>
                <a:lnTo>
                  <a:pt x="4336339" y="685799"/>
                </a:lnTo>
                <a:lnTo>
                  <a:pt x="4375560" y="723899"/>
                </a:lnTo>
                <a:lnTo>
                  <a:pt x="4414216" y="749299"/>
                </a:lnTo>
                <a:lnTo>
                  <a:pt x="4452305" y="787399"/>
                </a:lnTo>
                <a:lnTo>
                  <a:pt x="4489826" y="825499"/>
                </a:lnTo>
                <a:lnTo>
                  <a:pt x="4526778" y="850899"/>
                </a:lnTo>
                <a:lnTo>
                  <a:pt x="4563161" y="888999"/>
                </a:lnTo>
                <a:lnTo>
                  <a:pt x="4598974" y="927099"/>
                </a:lnTo>
                <a:lnTo>
                  <a:pt x="4634215" y="965199"/>
                </a:lnTo>
                <a:lnTo>
                  <a:pt x="4668885" y="1003299"/>
                </a:lnTo>
                <a:lnTo>
                  <a:pt x="4703037" y="1041399"/>
                </a:lnTo>
                <a:lnTo>
                  <a:pt x="4736333" y="1079499"/>
                </a:lnTo>
                <a:lnTo>
                  <a:pt x="4768777" y="1117599"/>
                </a:lnTo>
                <a:lnTo>
                  <a:pt x="4800371" y="1155699"/>
                </a:lnTo>
                <a:lnTo>
                  <a:pt x="4831119" y="1193799"/>
                </a:lnTo>
                <a:lnTo>
                  <a:pt x="4861026" y="1231899"/>
                </a:lnTo>
                <a:lnTo>
                  <a:pt x="4890094" y="1282699"/>
                </a:lnTo>
                <a:lnTo>
                  <a:pt x="4918327" y="1320799"/>
                </a:lnTo>
                <a:lnTo>
                  <a:pt x="4945730" y="1358899"/>
                </a:lnTo>
                <a:lnTo>
                  <a:pt x="4972305" y="1409699"/>
                </a:lnTo>
                <a:lnTo>
                  <a:pt x="4998056" y="1447799"/>
                </a:lnTo>
                <a:lnTo>
                  <a:pt x="5022986" y="1485899"/>
                </a:lnTo>
                <a:lnTo>
                  <a:pt x="5047101" y="1536699"/>
                </a:lnTo>
                <a:lnTo>
                  <a:pt x="5070402" y="1574799"/>
                </a:lnTo>
                <a:lnTo>
                  <a:pt x="5092894" y="1625599"/>
                </a:lnTo>
                <a:lnTo>
                  <a:pt x="5114580" y="1663699"/>
                </a:lnTo>
                <a:lnTo>
                  <a:pt x="5135465" y="1714499"/>
                </a:lnTo>
                <a:lnTo>
                  <a:pt x="5155551" y="1765299"/>
                </a:lnTo>
                <a:lnTo>
                  <a:pt x="5174842" y="1803399"/>
                </a:lnTo>
                <a:lnTo>
                  <a:pt x="5193341" y="1854199"/>
                </a:lnTo>
                <a:lnTo>
                  <a:pt x="5211054" y="1904999"/>
                </a:lnTo>
                <a:lnTo>
                  <a:pt x="5227982" y="1943099"/>
                </a:lnTo>
                <a:lnTo>
                  <a:pt x="5244130" y="1993899"/>
                </a:lnTo>
                <a:lnTo>
                  <a:pt x="5259501" y="2044699"/>
                </a:lnTo>
                <a:lnTo>
                  <a:pt x="5274100" y="2095499"/>
                </a:lnTo>
                <a:lnTo>
                  <a:pt x="5288095" y="2146299"/>
                </a:lnTo>
                <a:lnTo>
                  <a:pt x="5301236" y="2197099"/>
                </a:lnTo>
                <a:lnTo>
                  <a:pt x="5313523" y="2247899"/>
                </a:lnTo>
                <a:lnTo>
                  <a:pt x="5324952" y="2298699"/>
                </a:lnTo>
                <a:lnTo>
                  <a:pt x="5335521" y="2349499"/>
                </a:lnTo>
                <a:lnTo>
                  <a:pt x="5345230" y="2400299"/>
                </a:lnTo>
                <a:lnTo>
                  <a:pt x="5354075" y="2451099"/>
                </a:lnTo>
                <a:lnTo>
                  <a:pt x="5362055" y="2501899"/>
                </a:lnTo>
                <a:lnTo>
                  <a:pt x="5369168" y="2552699"/>
                </a:lnTo>
                <a:lnTo>
                  <a:pt x="5375412" y="2603499"/>
                </a:lnTo>
                <a:lnTo>
                  <a:pt x="5380785" y="2654299"/>
                </a:lnTo>
                <a:lnTo>
                  <a:pt x="5385284" y="2705099"/>
                </a:lnTo>
                <a:lnTo>
                  <a:pt x="5388908" y="2755899"/>
                </a:lnTo>
                <a:lnTo>
                  <a:pt x="5391794" y="2806699"/>
                </a:lnTo>
                <a:lnTo>
                  <a:pt x="5394064" y="2857499"/>
                </a:lnTo>
                <a:lnTo>
                  <a:pt x="5395698" y="2908299"/>
                </a:lnTo>
                <a:lnTo>
                  <a:pt x="5396673" y="2959099"/>
                </a:lnTo>
                <a:lnTo>
                  <a:pt x="5396762" y="3035299"/>
                </a:lnTo>
                <a:lnTo>
                  <a:pt x="5396558" y="3060699"/>
                </a:lnTo>
                <a:lnTo>
                  <a:pt x="5395425" y="3111499"/>
                </a:lnTo>
                <a:lnTo>
                  <a:pt x="5393546" y="3149599"/>
                </a:lnTo>
                <a:lnTo>
                  <a:pt x="5390900" y="3200399"/>
                </a:lnTo>
                <a:lnTo>
                  <a:pt x="5387463" y="3251199"/>
                </a:lnTo>
                <a:lnTo>
                  <a:pt x="5383214" y="3301999"/>
                </a:lnTo>
                <a:lnTo>
                  <a:pt x="5378133" y="3352799"/>
                </a:lnTo>
                <a:lnTo>
                  <a:pt x="5372196" y="3403599"/>
                </a:lnTo>
                <a:lnTo>
                  <a:pt x="5365962" y="3454399"/>
                </a:lnTo>
                <a:lnTo>
                  <a:pt x="5359389" y="3505199"/>
                </a:lnTo>
                <a:lnTo>
                  <a:pt x="5352679" y="3555999"/>
                </a:lnTo>
                <a:lnTo>
                  <a:pt x="5347930" y="3581399"/>
                </a:lnTo>
                <a:lnTo>
                  <a:pt x="5448423" y="3581399"/>
                </a:lnTo>
                <a:lnTo>
                  <a:pt x="5456076" y="3543299"/>
                </a:lnTo>
                <a:lnTo>
                  <a:pt x="5463178" y="3492499"/>
                </a:lnTo>
                <a:lnTo>
                  <a:pt x="5469603" y="3441699"/>
                </a:lnTo>
                <a:lnTo>
                  <a:pt x="5475328" y="3390899"/>
                </a:lnTo>
                <a:lnTo>
                  <a:pt x="5480335" y="3340099"/>
                </a:lnTo>
                <a:lnTo>
                  <a:pt x="5484602" y="3289299"/>
                </a:lnTo>
                <a:lnTo>
                  <a:pt x="5488110" y="3238499"/>
                </a:lnTo>
                <a:lnTo>
                  <a:pt x="5490838" y="3187699"/>
                </a:lnTo>
                <a:lnTo>
                  <a:pt x="5492766" y="3136899"/>
                </a:lnTo>
                <a:lnTo>
                  <a:pt x="5493873" y="3086099"/>
                </a:lnTo>
                <a:lnTo>
                  <a:pt x="5494139" y="3035299"/>
                </a:lnTo>
                <a:lnTo>
                  <a:pt x="5493544" y="2984499"/>
                </a:lnTo>
                <a:lnTo>
                  <a:pt x="5494920" y="2933699"/>
                </a:lnTo>
                <a:lnTo>
                  <a:pt x="5495017" y="2908299"/>
                </a:lnTo>
                <a:lnTo>
                  <a:pt x="5495114" y="2882899"/>
                </a:lnTo>
                <a:lnTo>
                  <a:pt x="5494168" y="2832099"/>
                </a:lnTo>
                <a:lnTo>
                  <a:pt x="5492124" y="2781299"/>
                </a:lnTo>
                <a:lnTo>
                  <a:pt x="5489026" y="2730499"/>
                </a:lnTo>
                <a:lnTo>
                  <a:pt x="5484916" y="2679699"/>
                </a:lnTo>
                <a:lnTo>
                  <a:pt x="5479836" y="2628899"/>
                </a:lnTo>
                <a:lnTo>
                  <a:pt x="5473829" y="2578099"/>
                </a:lnTo>
                <a:lnTo>
                  <a:pt x="5466938" y="2527299"/>
                </a:lnTo>
                <a:lnTo>
                  <a:pt x="5459205" y="2476499"/>
                </a:lnTo>
                <a:lnTo>
                  <a:pt x="5450672" y="2425699"/>
                </a:lnTo>
                <a:lnTo>
                  <a:pt x="5441456" y="2374899"/>
                </a:lnTo>
                <a:lnTo>
                  <a:pt x="5431526" y="2324099"/>
                </a:lnTo>
                <a:lnTo>
                  <a:pt x="5420869" y="2273299"/>
                </a:lnTo>
                <a:lnTo>
                  <a:pt x="5409466" y="2222499"/>
                </a:lnTo>
                <a:lnTo>
                  <a:pt x="5397305" y="2171699"/>
                </a:lnTo>
                <a:lnTo>
                  <a:pt x="5384368" y="2120899"/>
                </a:lnTo>
                <a:lnTo>
                  <a:pt x="5370641" y="2070099"/>
                </a:lnTo>
                <a:lnTo>
                  <a:pt x="5356107" y="2019299"/>
                </a:lnTo>
                <a:lnTo>
                  <a:pt x="5340753" y="1968499"/>
                </a:lnTo>
                <a:lnTo>
                  <a:pt x="5324561" y="1930399"/>
                </a:lnTo>
                <a:lnTo>
                  <a:pt x="5307516" y="1879599"/>
                </a:lnTo>
                <a:lnTo>
                  <a:pt x="5289603" y="1828799"/>
                </a:lnTo>
                <a:lnTo>
                  <a:pt x="5270807" y="1777999"/>
                </a:lnTo>
                <a:lnTo>
                  <a:pt x="5251111" y="1727199"/>
                </a:lnTo>
                <a:lnTo>
                  <a:pt x="5230502" y="1689099"/>
                </a:lnTo>
                <a:lnTo>
                  <a:pt x="5209646" y="1638299"/>
                </a:lnTo>
                <a:lnTo>
                  <a:pt x="5188133" y="1600199"/>
                </a:lnTo>
                <a:lnTo>
                  <a:pt x="5165958" y="1549399"/>
                </a:lnTo>
                <a:lnTo>
                  <a:pt x="5143117" y="1511299"/>
                </a:lnTo>
                <a:lnTo>
                  <a:pt x="5119604" y="1460499"/>
                </a:lnTo>
                <a:lnTo>
                  <a:pt x="5095414" y="1422399"/>
                </a:lnTo>
                <a:lnTo>
                  <a:pt x="5070542" y="1371599"/>
                </a:lnTo>
                <a:lnTo>
                  <a:pt x="5044983" y="1333499"/>
                </a:lnTo>
                <a:lnTo>
                  <a:pt x="5018733" y="1295399"/>
                </a:lnTo>
                <a:lnTo>
                  <a:pt x="4991785" y="1257299"/>
                </a:lnTo>
                <a:lnTo>
                  <a:pt x="4964136" y="1206499"/>
                </a:lnTo>
                <a:lnTo>
                  <a:pt x="4935781" y="1168399"/>
                </a:lnTo>
                <a:lnTo>
                  <a:pt x="4906714" y="1130299"/>
                </a:lnTo>
                <a:lnTo>
                  <a:pt x="4876930" y="1092199"/>
                </a:lnTo>
                <a:lnTo>
                  <a:pt x="4846424" y="1054099"/>
                </a:lnTo>
                <a:lnTo>
                  <a:pt x="4815192" y="1015999"/>
                </a:lnTo>
                <a:lnTo>
                  <a:pt x="4783228" y="977899"/>
                </a:lnTo>
                <a:lnTo>
                  <a:pt x="4750528" y="939799"/>
                </a:lnTo>
                <a:lnTo>
                  <a:pt x="4717086" y="901699"/>
                </a:lnTo>
                <a:lnTo>
                  <a:pt x="4682897" y="863599"/>
                </a:lnTo>
                <a:lnTo>
                  <a:pt x="4647957" y="838199"/>
                </a:lnTo>
                <a:lnTo>
                  <a:pt x="4612261" y="800099"/>
                </a:lnTo>
                <a:lnTo>
                  <a:pt x="4575803" y="761999"/>
                </a:lnTo>
                <a:lnTo>
                  <a:pt x="4538740" y="736599"/>
                </a:lnTo>
                <a:lnTo>
                  <a:pt x="4501186" y="698499"/>
                </a:lnTo>
                <a:lnTo>
                  <a:pt x="4463144" y="660399"/>
                </a:lnTo>
                <a:lnTo>
                  <a:pt x="4424614" y="634999"/>
                </a:lnTo>
                <a:lnTo>
                  <a:pt x="4385597" y="596899"/>
                </a:lnTo>
                <a:lnTo>
                  <a:pt x="4306110" y="546099"/>
                </a:lnTo>
                <a:lnTo>
                  <a:pt x="4265642" y="520699"/>
                </a:lnTo>
                <a:lnTo>
                  <a:pt x="4224692" y="482599"/>
                </a:lnTo>
                <a:lnTo>
                  <a:pt x="4141354" y="431799"/>
                </a:lnTo>
                <a:lnTo>
                  <a:pt x="4012769" y="355599"/>
                </a:lnTo>
                <a:lnTo>
                  <a:pt x="3968958" y="342899"/>
                </a:lnTo>
                <a:lnTo>
                  <a:pt x="3834695" y="266699"/>
                </a:lnTo>
                <a:lnTo>
                  <a:pt x="3789001" y="253999"/>
                </a:lnTo>
                <a:lnTo>
                  <a:pt x="3742189" y="228599"/>
                </a:lnTo>
                <a:lnTo>
                  <a:pt x="3695171" y="215899"/>
                </a:lnTo>
                <a:lnTo>
                  <a:pt x="3647950" y="190499"/>
                </a:lnTo>
                <a:lnTo>
                  <a:pt x="3600527" y="177799"/>
                </a:lnTo>
                <a:lnTo>
                  <a:pt x="3552906" y="152399"/>
                </a:lnTo>
                <a:lnTo>
                  <a:pt x="3311882" y="88899"/>
                </a:lnTo>
                <a:close/>
              </a:path>
              <a:path w="5495290" h="3581400">
                <a:moveTo>
                  <a:pt x="2094226" y="495299"/>
                </a:moveTo>
                <a:lnTo>
                  <a:pt x="1082573" y="495299"/>
                </a:lnTo>
                <a:lnTo>
                  <a:pt x="982629" y="520699"/>
                </a:lnTo>
                <a:lnTo>
                  <a:pt x="932763" y="520699"/>
                </a:lnTo>
                <a:lnTo>
                  <a:pt x="833233" y="546099"/>
                </a:lnTo>
                <a:lnTo>
                  <a:pt x="2393444" y="546099"/>
                </a:lnTo>
                <a:lnTo>
                  <a:pt x="2344306" y="533399"/>
                </a:lnTo>
                <a:lnTo>
                  <a:pt x="2295019" y="533399"/>
                </a:lnTo>
                <a:lnTo>
                  <a:pt x="2195997" y="507999"/>
                </a:lnTo>
                <a:lnTo>
                  <a:pt x="2145172" y="507999"/>
                </a:lnTo>
                <a:lnTo>
                  <a:pt x="2094226" y="495299"/>
                </a:lnTo>
                <a:close/>
              </a:path>
              <a:path w="5495290" h="3581400">
                <a:moveTo>
                  <a:pt x="1992023" y="482599"/>
                </a:moveTo>
                <a:lnTo>
                  <a:pt x="1182818" y="482599"/>
                </a:lnTo>
                <a:lnTo>
                  <a:pt x="1132657" y="495299"/>
                </a:lnTo>
                <a:lnTo>
                  <a:pt x="2043172" y="495299"/>
                </a:lnTo>
                <a:lnTo>
                  <a:pt x="1992023" y="482599"/>
                </a:lnTo>
                <a:close/>
              </a:path>
              <a:path w="5495290" h="3581400">
                <a:moveTo>
                  <a:pt x="1838129" y="469899"/>
                </a:moveTo>
                <a:lnTo>
                  <a:pt x="1333796" y="469899"/>
                </a:lnTo>
                <a:lnTo>
                  <a:pt x="1283385" y="482599"/>
                </a:lnTo>
                <a:lnTo>
                  <a:pt x="1889488" y="482599"/>
                </a:lnTo>
                <a:lnTo>
                  <a:pt x="1838129" y="469899"/>
                </a:lnTo>
                <a:close/>
              </a:path>
              <a:path w="5495290" h="3581400">
                <a:moveTo>
                  <a:pt x="2916617" y="12699"/>
                </a:moveTo>
                <a:lnTo>
                  <a:pt x="2149428" y="12699"/>
                </a:lnTo>
                <a:lnTo>
                  <a:pt x="2098295" y="25399"/>
                </a:lnTo>
                <a:lnTo>
                  <a:pt x="2966645" y="25399"/>
                </a:lnTo>
                <a:lnTo>
                  <a:pt x="2916617" y="12699"/>
                </a:lnTo>
                <a:close/>
              </a:path>
              <a:path w="5495290" h="3581400">
                <a:moveTo>
                  <a:pt x="2765516" y="0"/>
                </a:moveTo>
                <a:lnTo>
                  <a:pt x="2251839" y="0"/>
                </a:lnTo>
                <a:lnTo>
                  <a:pt x="2200610" y="12699"/>
                </a:lnTo>
                <a:lnTo>
                  <a:pt x="2816051" y="12699"/>
                </a:lnTo>
                <a:lnTo>
                  <a:pt x="2765516" y="0"/>
                </a:lnTo>
                <a:close/>
              </a:path>
            </a:pathLst>
          </a:custGeom>
          <a:solidFill>
            <a:srgbClr val="F5F6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689857" y="7717413"/>
            <a:ext cx="5598160" cy="2569845"/>
          </a:xfrm>
          <a:custGeom>
            <a:avLst/>
            <a:gdLst/>
            <a:ahLst/>
            <a:cxnLst/>
            <a:rect l="l" t="t" r="r" b="b"/>
            <a:pathLst>
              <a:path w="5598159" h="2569845">
                <a:moveTo>
                  <a:pt x="1130350" y="813175"/>
                </a:moveTo>
                <a:lnTo>
                  <a:pt x="1201197" y="759635"/>
                </a:lnTo>
                <a:lnTo>
                  <a:pt x="1313729" y="677008"/>
                </a:lnTo>
                <a:lnTo>
                  <a:pt x="1416349" y="604482"/>
                </a:lnTo>
                <a:lnTo>
                  <a:pt x="1462628" y="572901"/>
                </a:lnTo>
                <a:lnTo>
                  <a:pt x="1504852" y="544918"/>
                </a:lnTo>
                <a:lnTo>
                  <a:pt x="1542496" y="520890"/>
                </a:lnTo>
                <a:lnTo>
                  <a:pt x="1601942" y="486132"/>
                </a:lnTo>
                <a:lnTo>
                  <a:pt x="1636762" y="471488"/>
                </a:lnTo>
                <a:lnTo>
                  <a:pt x="1684031" y="476616"/>
                </a:lnTo>
                <a:lnTo>
                  <a:pt x="1718810" y="504084"/>
                </a:lnTo>
                <a:lnTo>
                  <a:pt x="1734371" y="544749"/>
                </a:lnTo>
                <a:lnTo>
                  <a:pt x="1723987" y="589469"/>
                </a:lnTo>
                <a:lnTo>
                  <a:pt x="1686244" y="625373"/>
                </a:lnTo>
                <a:lnTo>
                  <a:pt x="1584510" y="706703"/>
                </a:lnTo>
                <a:lnTo>
                  <a:pt x="1386743" y="858158"/>
                </a:lnTo>
                <a:lnTo>
                  <a:pt x="1174184" y="1018793"/>
                </a:lnTo>
                <a:lnTo>
                  <a:pt x="1090285" y="1081287"/>
                </a:lnTo>
                <a:lnTo>
                  <a:pt x="1037667" y="1119519"/>
                </a:lnTo>
                <a:lnTo>
                  <a:pt x="996151" y="1148233"/>
                </a:lnTo>
                <a:lnTo>
                  <a:pt x="939352" y="1181208"/>
                </a:lnTo>
                <a:lnTo>
                  <a:pt x="905751" y="1188422"/>
                </a:lnTo>
                <a:lnTo>
                  <a:pt x="893233" y="1184933"/>
                </a:lnTo>
                <a:lnTo>
                  <a:pt x="846839" y="1149141"/>
                </a:lnTo>
                <a:lnTo>
                  <a:pt x="832160" y="1096326"/>
                </a:lnTo>
                <a:lnTo>
                  <a:pt x="838345" y="1062652"/>
                </a:lnTo>
                <a:lnTo>
                  <a:pt x="843975" y="1048532"/>
                </a:lnTo>
                <a:lnTo>
                  <a:pt x="855788" y="1032703"/>
                </a:lnTo>
                <a:lnTo>
                  <a:pt x="879582" y="1010128"/>
                </a:lnTo>
                <a:lnTo>
                  <a:pt x="879402" y="1010264"/>
                </a:lnTo>
                <a:lnTo>
                  <a:pt x="921581" y="975362"/>
                </a:lnTo>
                <a:lnTo>
                  <a:pt x="984858" y="925543"/>
                </a:lnTo>
                <a:lnTo>
                  <a:pt x="983223" y="926779"/>
                </a:lnTo>
                <a:lnTo>
                  <a:pt x="1130350" y="813175"/>
                </a:lnTo>
                <a:close/>
              </a:path>
              <a:path w="5598159" h="2569845">
                <a:moveTo>
                  <a:pt x="1979096" y="270970"/>
                </a:moveTo>
                <a:lnTo>
                  <a:pt x="2025529" y="244286"/>
                </a:lnTo>
                <a:lnTo>
                  <a:pt x="2063848" y="228181"/>
                </a:lnTo>
                <a:lnTo>
                  <a:pt x="2115569" y="208724"/>
                </a:lnTo>
                <a:lnTo>
                  <a:pt x="2183195" y="184787"/>
                </a:lnTo>
                <a:lnTo>
                  <a:pt x="2348644" y="128680"/>
                </a:lnTo>
                <a:lnTo>
                  <a:pt x="2418597" y="106478"/>
                </a:lnTo>
                <a:lnTo>
                  <a:pt x="2479690" y="88477"/>
                </a:lnTo>
                <a:lnTo>
                  <a:pt x="2532526" y="74528"/>
                </a:lnTo>
                <a:lnTo>
                  <a:pt x="2577710" y="64477"/>
                </a:lnTo>
                <a:lnTo>
                  <a:pt x="2615846" y="58173"/>
                </a:lnTo>
                <a:lnTo>
                  <a:pt x="2647540" y="55466"/>
                </a:lnTo>
                <a:lnTo>
                  <a:pt x="2673395" y="56202"/>
                </a:lnTo>
                <a:lnTo>
                  <a:pt x="2715595" y="71671"/>
                </a:lnTo>
                <a:lnTo>
                  <a:pt x="2742421" y="103462"/>
                </a:lnTo>
                <a:lnTo>
                  <a:pt x="2750448" y="144275"/>
                </a:lnTo>
                <a:lnTo>
                  <a:pt x="2736250" y="186813"/>
                </a:lnTo>
                <a:lnTo>
                  <a:pt x="2704436" y="215879"/>
                </a:lnTo>
                <a:lnTo>
                  <a:pt x="2647095" y="231684"/>
                </a:lnTo>
                <a:lnTo>
                  <a:pt x="2621694" y="236581"/>
                </a:lnTo>
                <a:lnTo>
                  <a:pt x="2592020" y="243848"/>
                </a:lnTo>
                <a:lnTo>
                  <a:pt x="2516624" y="266546"/>
                </a:lnTo>
                <a:lnTo>
                  <a:pt x="2469286" y="282506"/>
                </a:lnTo>
                <a:lnTo>
                  <a:pt x="2414445" y="301889"/>
                </a:lnTo>
                <a:lnTo>
                  <a:pt x="2190272" y="384729"/>
                </a:lnTo>
                <a:lnTo>
                  <a:pt x="2121531" y="407861"/>
                </a:lnTo>
                <a:lnTo>
                  <a:pt x="2069559" y="421824"/>
                </a:lnTo>
                <a:lnTo>
                  <a:pt x="2031112" y="427062"/>
                </a:lnTo>
                <a:lnTo>
                  <a:pt x="2002949" y="424016"/>
                </a:lnTo>
                <a:lnTo>
                  <a:pt x="1981828" y="413129"/>
                </a:lnTo>
                <a:lnTo>
                  <a:pt x="1964506" y="394844"/>
                </a:lnTo>
                <a:lnTo>
                  <a:pt x="1949319" y="369986"/>
                </a:lnTo>
                <a:lnTo>
                  <a:pt x="1942898" y="346431"/>
                </a:lnTo>
                <a:lnTo>
                  <a:pt x="1945150" y="322892"/>
                </a:lnTo>
                <a:lnTo>
                  <a:pt x="1955981" y="298083"/>
                </a:lnTo>
                <a:lnTo>
                  <a:pt x="1960638" y="290842"/>
                </a:lnTo>
                <a:lnTo>
                  <a:pt x="1965821" y="284016"/>
                </a:lnTo>
                <a:lnTo>
                  <a:pt x="1971863" y="277446"/>
                </a:lnTo>
                <a:lnTo>
                  <a:pt x="1979096" y="270970"/>
                </a:lnTo>
                <a:close/>
              </a:path>
              <a:path w="5598159" h="2569845">
                <a:moveTo>
                  <a:pt x="1556479" y="1435903"/>
                </a:moveTo>
                <a:lnTo>
                  <a:pt x="1577423" y="1421089"/>
                </a:lnTo>
                <a:lnTo>
                  <a:pt x="1594084" y="1413431"/>
                </a:lnTo>
                <a:lnTo>
                  <a:pt x="1610870" y="1411707"/>
                </a:lnTo>
                <a:lnTo>
                  <a:pt x="1632186" y="1414697"/>
                </a:lnTo>
                <a:lnTo>
                  <a:pt x="1665532" y="1426218"/>
                </a:lnTo>
                <a:lnTo>
                  <a:pt x="1688017" y="1445405"/>
                </a:lnTo>
                <a:lnTo>
                  <a:pt x="1699456" y="1472095"/>
                </a:lnTo>
                <a:lnTo>
                  <a:pt x="1699667" y="1506126"/>
                </a:lnTo>
                <a:lnTo>
                  <a:pt x="1696600" y="1521635"/>
                </a:lnTo>
                <a:lnTo>
                  <a:pt x="1692210" y="1535794"/>
                </a:lnTo>
                <a:lnTo>
                  <a:pt x="1687063" y="1547028"/>
                </a:lnTo>
                <a:lnTo>
                  <a:pt x="1681727" y="1553763"/>
                </a:lnTo>
                <a:lnTo>
                  <a:pt x="1671064" y="1565880"/>
                </a:lnTo>
                <a:lnTo>
                  <a:pt x="1651141" y="1591988"/>
                </a:lnTo>
                <a:lnTo>
                  <a:pt x="1624788" y="1628260"/>
                </a:lnTo>
                <a:lnTo>
                  <a:pt x="1567603" y="1709276"/>
                </a:lnTo>
                <a:lnTo>
                  <a:pt x="1536633" y="1751295"/>
                </a:lnTo>
                <a:lnTo>
                  <a:pt x="1504453" y="1793641"/>
                </a:lnTo>
                <a:lnTo>
                  <a:pt x="1473590" y="1833032"/>
                </a:lnTo>
                <a:lnTo>
                  <a:pt x="1446572" y="1866185"/>
                </a:lnTo>
                <a:lnTo>
                  <a:pt x="1405427" y="1915393"/>
                </a:lnTo>
                <a:lnTo>
                  <a:pt x="1368096" y="1960938"/>
                </a:lnTo>
                <a:lnTo>
                  <a:pt x="1334164" y="2003438"/>
                </a:lnTo>
                <a:lnTo>
                  <a:pt x="1303214" y="2043512"/>
                </a:lnTo>
                <a:lnTo>
                  <a:pt x="1274831" y="2081779"/>
                </a:lnTo>
                <a:lnTo>
                  <a:pt x="1248601" y="2118856"/>
                </a:lnTo>
                <a:lnTo>
                  <a:pt x="1224107" y="2155364"/>
                </a:lnTo>
                <a:lnTo>
                  <a:pt x="1200934" y="2191920"/>
                </a:lnTo>
                <a:lnTo>
                  <a:pt x="1178668" y="2229144"/>
                </a:lnTo>
                <a:lnTo>
                  <a:pt x="1156891" y="2267654"/>
                </a:lnTo>
                <a:lnTo>
                  <a:pt x="1135190" y="2308070"/>
                </a:lnTo>
                <a:lnTo>
                  <a:pt x="1113149" y="2351009"/>
                </a:lnTo>
                <a:lnTo>
                  <a:pt x="1090352" y="2397091"/>
                </a:lnTo>
                <a:lnTo>
                  <a:pt x="1049726" y="2476778"/>
                </a:lnTo>
                <a:lnTo>
                  <a:pt x="1019001" y="2525890"/>
                </a:lnTo>
                <a:lnTo>
                  <a:pt x="992484" y="2551881"/>
                </a:lnTo>
                <a:lnTo>
                  <a:pt x="964482" y="2562204"/>
                </a:lnTo>
                <a:lnTo>
                  <a:pt x="939971" y="2563534"/>
                </a:lnTo>
                <a:lnTo>
                  <a:pt x="919207" y="2558285"/>
                </a:lnTo>
                <a:lnTo>
                  <a:pt x="900356" y="2545629"/>
                </a:lnTo>
                <a:lnTo>
                  <a:pt x="882261" y="2525496"/>
                </a:lnTo>
                <a:lnTo>
                  <a:pt x="881581" y="2524739"/>
                </a:lnTo>
                <a:lnTo>
                  <a:pt x="866236" y="2499058"/>
                </a:lnTo>
                <a:lnTo>
                  <a:pt x="859737" y="2470634"/>
                </a:lnTo>
                <a:lnTo>
                  <a:pt x="862777" y="2436121"/>
                </a:lnTo>
                <a:lnTo>
                  <a:pt x="876049" y="2392174"/>
                </a:lnTo>
                <a:lnTo>
                  <a:pt x="900246" y="2335448"/>
                </a:lnTo>
                <a:lnTo>
                  <a:pt x="936061" y="2262598"/>
                </a:lnTo>
                <a:lnTo>
                  <a:pt x="960301" y="2216255"/>
                </a:lnTo>
                <a:lnTo>
                  <a:pt x="984670" y="2171898"/>
                </a:lnTo>
                <a:lnTo>
                  <a:pt x="1009354" y="2129256"/>
                </a:lnTo>
                <a:lnTo>
                  <a:pt x="1034537" y="2088057"/>
                </a:lnTo>
                <a:lnTo>
                  <a:pt x="1060404" y="2048029"/>
                </a:lnTo>
                <a:lnTo>
                  <a:pt x="1087140" y="2008900"/>
                </a:lnTo>
                <a:lnTo>
                  <a:pt x="1114931" y="1970400"/>
                </a:lnTo>
                <a:lnTo>
                  <a:pt x="1143961" y="1932256"/>
                </a:lnTo>
                <a:lnTo>
                  <a:pt x="1174414" y="1894197"/>
                </a:lnTo>
                <a:lnTo>
                  <a:pt x="1206477" y="1855951"/>
                </a:lnTo>
                <a:lnTo>
                  <a:pt x="1323354" y="1722856"/>
                </a:lnTo>
                <a:lnTo>
                  <a:pt x="1355224" y="1685238"/>
                </a:lnTo>
                <a:lnTo>
                  <a:pt x="1383358" y="1650674"/>
                </a:lnTo>
                <a:lnTo>
                  <a:pt x="1409771" y="1616668"/>
                </a:lnTo>
                <a:lnTo>
                  <a:pt x="1436481" y="1580723"/>
                </a:lnTo>
                <a:lnTo>
                  <a:pt x="1465506" y="1540340"/>
                </a:lnTo>
                <a:lnTo>
                  <a:pt x="1489329" y="1508667"/>
                </a:lnTo>
                <a:lnTo>
                  <a:pt x="1514432" y="1478408"/>
                </a:lnTo>
                <a:lnTo>
                  <a:pt x="1537816" y="1453006"/>
                </a:lnTo>
                <a:lnTo>
                  <a:pt x="1556479" y="1435903"/>
                </a:lnTo>
                <a:close/>
              </a:path>
              <a:path w="5598159" h="2569845">
                <a:moveTo>
                  <a:pt x="601536" y="1406222"/>
                </a:moveTo>
                <a:lnTo>
                  <a:pt x="607654" y="1403206"/>
                </a:lnTo>
                <a:lnTo>
                  <a:pt x="614237" y="1400804"/>
                </a:lnTo>
                <a:lnTo>
                  <a:pt x="657428" y="1394732"/>
                </a:lnTo>
                <a:lnTo>
                  <a:pt x="694155" y="1405632"/>
                </a:lnTo>
                <a:lnTo>
                  <a:pt x="720533" y="1431286"/>
                </a:lnTo>
                <a:lnTo>
                  <a:pt x="732675" y="1469477"/>
                </a:lnTo>
                <a:lnTo>
                  <a:pt x="731782" y="1487217"/>
                </a:lnTo>
                <a:lnTo>
                  <a:pt x="723619" y="1509679"/>
                </a:lnTo>
                <a:lnTo>
                  <a:pt x="704392" y="1543513"/>
                </a:lnTo>
                <a:lnTo>
                  <a:pt x="670303" y="1595368"/>
                </a:lnTo>
                <a:lnTo>
                  <a:pt x="519865" y="1815527"/>
                </a:lnTo>
                <a:lnTo>
                  <a:pt x="467484" y="1895220"/>
                </a:lnTo>
                <a:lnTo>
                  <a:pt x="433838" y="1950963"/>
                </a:lnTo>
                <a:lnTo>
                  <a:pt x="413451" y="1988989"/>
                </a:lnTo>
                <a:lnTo>
                  <a:pt x="389807" y="2035007"/>
                </a:lnTo>
                <a:lnTo>
                  <a:pt x="363848" y="2087023"/>
                </a:lnTo>
                <a:lnTo>
                  <a:pt x="336520" y="2143044"/>
                </a:lnTo>
                <a:lnTo>
                  <a:pt x="281529" y="2259126"/>
                </a:lnTo>
                <a:lnTo>
                  <a:pt x="255754" y="2315199"/>
                </a:lnTo>
                <a:lnTo>
                  <a:pt x="232384" y="2367301"/>
                </a:lnTo>
                <a:lnTo>
                  <a:pt x="212364" y="2413440"/>
                </a:lnTo>
                <a:lnTo>
                  <a:pt x="196636" y="2451622"/>
                </a:lnTo>
                <a:lnTo>
                  <a:pt x="175425" y="2509133"/>
                </a:lnTo>
                <a:lnTo>
                  <a:pt x="165288" y="2528810"/>
                </a:lnTo>
                <a:lnTo>
                  <a:pt x="153617" y="2542051"/>
                </a:lnTo>
                <a:lnTo>
                  <a:pt x="138295" y="2552022"/>
                </a:lnTo>
                <a:lnTo>
                  <a:pt x="109386" y="2562592"/>
                </a:lnTo>
                <a:lnTo>
                  <a:pt x="82183" y="2562559"/>
                </a:lnTo>
                <a:lnTo>
                  <a:pt x="30987" y="2530558"/>
                </a:lnTo>
                <a:lnTo>
                  <a:pt x="971" y="2471149"/>
                </a:lnTo>
                <a:lnTo>
                  <a:pt x="0" y="2435161"/>
                </a:lnTo>
                <a:lnTo>
                  <a:pt x="8257" y="2394058"/>
                </a:lnTo>
                <a:lnTo>
                  <a:pt x="29468" y="2338283"/>
                </a:lnTo>
                <a:lnTo>
                  <a:pt x="47314" y="2296764"/>
                </a:lnTo>
                <a:lnTo>
                  <a:pt x="68813" y="2248714"/>
                </a:lnTo>
                <a:lnTo>
                  <a:pt x="93085" y="2196049"/>
                </a:lnTo>
                <a:lnTo>
                  <a:pt x="119251" y="2140686"/>
                </a:lnTo>
                <a:lnTo>
                  <a:pt x="146428" y="2084542"/>
                </a:lnTo>
                <a:lnTo>
                  <a:pt x="173739" y="2029533"/>
                </a:lnTo>
                <a:lnTo>
                  <a:pt x="222115" y="1935689"/>
                </a:lnTo>
                <a:lnTo>
                  <a:pt x="241539" y="1899609"/>
                </a:lnTo>
                <a:lnTo>
                  <a:pt x="280344" y="1833957"/>
                </a:lnTo>
                <a:lnTo>
                  <a:pt x="303290" y="1798929"/>
                </a:lnTo>
                <a:lnTo>
                  <a:pt x="330976" y="1758796"/>
                </a:lnTo>
                <a:lnTo>
                  <a:pt x="512451" y="1509765"/>
                </a:lnTo>
                <a:lnTo>
                  <a:pt x="549622" y="1461048"/>
                </a:lnTo>
                <a:lnTo>
                  <a:pt x="575513" y="1430068"/>
                </a:lnTo>
                <a:lnTo>
                  <a:pt x="575380" y="1430168"/>
                </a:lnTo>
                <a:lnTo>
                  <a:pt x="594289" y="1412020"/>
                </a:lnTo>
                <a:lnTo>
                  <a:pt x="601536" y="1406222"/>
                </a:lnTo>
                <a:close/>
              </a:path>
              <a:path w="5598159" h="2569845">
                <a:moveTo>
                  <a:pt x="3923164" y="661567"/>
                </a:moveTo>
                <a:lnTo>
                  <a:pt x="3977392" y="620585"/>
                </a:lnTo>
                <a:lnTo>
                  <a:pt x="4005468" y="615287"/>
                </a:lnTo>
                <a:lnTo>
                  <a:pt x="4034215" y="609481"/>
                </a:lnTo>
                <a:lnTo>
                  <a:pt x="4070160" y="614154"/>
                </a:lnTo>
                <a:lnTo>
                  <a:pt x="4108609" y="616934"/>
                </a:lnTo>
                <a:lnTo>
                  <a:pt x="4149272" y="618042"/>
                </a:lnTo>
                <a:lnTo>
                  <a:pt x="4191860" y="617694"/>
                </a:lnTo>
                <a:lnTo>
                  <a:pt x="4243741" y="626243"/>
                </a:lnTo>
                <a:lnTo>
                  <a:pt x="4296968" y="633774"/>
                </a:lnTo>
                <a:lnTo>
                  <a:pt x="4351253" y="640506"/>
                </a:lnTo>
                <a:lnTo>
                  <a:pt x="4406305" y="646658"/>
                </a:lnTo>
                <a:lnTo>
                  <a:pt x="4461836" y="652449"/>
                </a:lnTo>
                <a:lnTo>
                  <a:pt x="4525213" y="668228"/>
                </a:lnTo>
                <a:lnTo>
                  <a:pt x="4580834" y="673950"/>
                </a:lnTo>
                <a:lnTo>
                  <a:pt x="4643722" y="690099"/>
                </a:lnTo>
                <a:lnTo>
                  <a:pt x="4698274" y="696629"/>
                </a:lnTo>
                <a:lnTo>
                  <a:pt x="4751859" y="703890"/>
                </a:lnTo>
                <a:lnTo>
                  <a:pt x="4811845" y="722232"/>
                </a:lnTo>
                <a:lnTo>
                  <a:pt x="4862626" y="731612"/>
                </a:lnTo>
                <a:lnTo>
                  <a:pt x="4911573" y="742378"/>
                </a:lnTo>
                <a:lnTo>
                  <a:pt x="4966051" y="764882"/>
                </a:lnTo>
                <a:lnTo>
                  <a:pt x="5002802" y="768946"/>
                </a:lnTo>
                <a:lnTo>
                  <a:pt x="5044506" y="785186"/>
                </a:lnTo>
                <a:lnTo>
                  <a:pt x="5111248" y="814341"/>
                </a:lnTo>
                <a:lnTo>
                  <a:pt x="5146706" y="835301"/>
                </a:lnTo>
                <a:lnTo>
                  <a:pt x="5166729" y="867925"/>
                </a:lnTo>
                <a:lnTo>
                  <a:pt x="5164196" y="901676"/>
                </a:lnTo>
                <a:lnTo>
                  <a:pt x="5151678" y="927056"/>
                </a:lnTo>
                <a:lnTo>
                  <a:pt x="5135751" y="955010"/>
                </a:lnTo>
                <a:lnTo>
                  <a:pt x="5111674" y="973206"/>
                </a:lnTo>
                <a:lnTo>
                  <a:pt x="5082361" y="979440"/>
                </a:lnTo>
                <a:lnTo>
                  <a:pt x="5065790" y="976044"/>
                </a:lnTo>
                <a:lnTo>
                  <a:pt x="5046848" y="974440"/>
                </a:lnTo>
                <a:lnTo>
                  <a:pt x="5019324" y="963404"/>
                </a:lnTo>
                <a:lnTo>
                  <a:pt x="4999977" y="962106"/>
                </a:lnTo>
                <a:lnTo>
                  <a:pt x="4971425" y="951846"/>
                </a:lnTo>
                <a:lnTo>
                  <a:pt x="4939901" y="943831"/>
                </a:lnTo>
                <a:lnTo>
                  <a:pt x="4898002" y="927739"/>
                </a:lnTo>
                <a:lnTo>
                  <a:pt x="4861295" y="923642"/>
                </a:lnTo>
                <a:lnTo>
                  <a:pt x="4814722" y="911083"/>
                </a:lnTo>
                <a:lnTo>
                  <a:pt x="4766191" y="900002"/>
                </a:lnTo>
                <a:lnTo>
                  <a:pt x="4715958" y="890208"/>
                </a:lnTo>
                <a:lnTo>
                  <a:pt x="4664276" y="881509"/>
                </a:lnTo>
                <a:lnTo>
                  <a:pt x="4611399" y="873713"/>
                </a:lnTo>
                <a:lnTo>
                  <a:pt x="4557581" y="866629"/>
                </a:lnTo>
                <a:lnTo>
                  <a:pt x="4503076" y="860063"/>
                </a:lnTo>
                <a:lnTo>
                  <a:pt x="4440480" y="843694"/>
                </a:lnTo>
                <a:lnTo>
                  <a:pt x="4330317" y="831434"/>
                </a:lnTo>
                <a:lnTo>
                  <a:pt x="4275601" y="825027"/>
                </a:lnTo>
                <a:lnTo>
                  <a:pt x="4221467" y="818182"/>
                </a:lnTo>
                <a:lnTo>
                  <a:pt x="4168169" y="810704"/>
                </a:lnTo>
                <a:lnTo>
                  <a:pt x="4123618" y="812535"/>
                </a:lnTo>
                <a:lnTo>
                  <a:pt x="4035174" y="799781"/>
                </a:lnTo>
                <a:lnTo>
                  <a:pt x="3980145" y="793611"/>
                </a:lnTo>
                <a:lnTo>
                  <a:pt x="3940960" y="775468"/>
                </a:lnTo>
                <a:lnTo>
                  <a:pt x="3923020" y="757188"/>
                </a:lnTo>
                <a:lnTo>
                  <a:pt x="3908754" y="720213"/>
                </a:lnTo>
                <a:lnTo>
                  <a:pt x="3911180" y="702461"/>
                </a:lnTo>
                <a:lnTo>
                  <a:pt x="3916085" y="682835"/>
                </a:lnTo>
                <a:lnTo>
                  <a:pt x="3923164" y="661567"/>
                </a:lnTo>
                <a:close/>
              </a:path>
              <a:path w="5598159" h="2569845">
                <a:moveTo>
                  <a:pt x="3474337" y="1207698"/>
                </a:moveTo>
                <a:lnTo>
                  <a:pt x="3527545" y="1167488"/>
                </a:lnTo>
                <a:lnTo>
                  <a:pt x="3563955" y="1155891"/>
                </a:lnTo>
                <a:lnTo>
                  <a:pt x="3613891" y="1149991"/>
                </a:lnTo>
                <a:lnTo>
                  <a:pt x="3678380" y="1149011"/>
                </a:lnTo>
                <a:lnTo>
                  <a:pt x="3750792" y="1142044"/>
                </a:lnTo>
                <a:lnTo>
                  <a:pt x="3794738" y="1140670"/>
                </a:lnTo>
                <a:lnTo>
                  <a:pt x="3841450" y="1137207"/>
                </a:lnTo>
                <a:lnTo>
                  <a:pt x="3898074" y="1142171"/>
                </a:lnTo>
                <a:lnTo>
                  <a:pt x="3948787" y="1135683"/>
                </a:lnTo>
                <a:lnTo>
                  <a:pt x="4008395" y="1138392"/>
                </a:lnTo>
                <a:lnTo>
                  <a:pt x="4068731" y="1140551"/>
                </a:lnTo>
                <a:lnTo>
                  <a:pt x="4121630" y="1132412"/>
                </a:lnTo>
                <a:lnTo>
                  <a:pt x="4181895" y="1134624"/>
                </a:lnTo>
                <a:lnTo>
                  <a:pt x="4241360" y="1137441"/>
                </a:lnTo>
                <a:lnTo>
                  <a:pt x="4299517" y="1141247"/>
                </a:lnTo>
                <a:lnTo>
                  <a:pt x="4348199" y="1136294"/>
                </a:lnTo>
                <a:lnTo>
                  <a:pt x="4402212" y="1143232"/>
                </a:lnTo>
                <a:lnTo>
                  <a:pt x="4445731" y="1142181"/>
                </a:lnTo>
                <a:lnTo>
                  <a:pt x="4485905" y="1143658"/>
                </a:lnTo>
                <a:lnTo>
                  <a:pt x="4522224" y="1148048"/>
                </a:lnTo>
                <a:lnTo>
                  <a:pt x="4546522" y="1145604"/>
                </a:lnTo>
                <a:lnTo>
                  <a:pt x="4590940" y="1159793"/>
                </a:lnTo>
                <a:lnTo>
                  <a:pt x="4660354" y="1186929"/>
                </a:lnTo>
                <a:lnTo>
                  <a:pt x="4684342" y="1216557"/>
                </a:lnTo>
                <a:lnTo>
                  <a:pt x="4692514" y="1274056"/>
                </a:lnTo>
                <a:lnTo>
                  <a:pt x="4686738" y="1294340"/>
                </a:lnTo>
                <a:lnTo>
                  <a:pt x="4634718" y="1333652"/>
                </a:lnTo>
                <a:lnTo>
                  <a:pt x="4608769" y="1337343"/>
                </a:lnTo>
                <a:lnTo>
                  <a:pt x="4598259" y="1345286"/>
                </a:lnTo>
                <a:lnTo>
                  <a:pt x="4563466" y="1339743"/>
                </a:lnTo>
                <a:lnTo>
                  <a:pt x="4521025" y="1339979"/>
                </a:lnTo>
                <a:lnTo>
                  <a:pt x="4472255" y="1344998"/>
                </a:lnTo>
                <a:lnTo>
                  <a:pt x="4410821" y="1343669"/>
                </a:lnTo>
                <a:lnTo>
                  <a:pt x="4338042" y="1334995"/>
                </a:lnTo>
                <a:lnTo>
                  <a:pt x="4270553" y="1338242"/>
                </a:lnTo>
                <a:lnTo>
                  <a:pt x="4190479" y="1335080"/>
                </a:lnTo>
                <a:lnTo>
                  <a:pt x="4113862" y="1329306"/>
                </a:lnTo>
                <a:lnTo>
                  <a:pt x="4048225" y="1331154"/>
                </a:lnTo>
                <a:lnTo>
                  <a:pt x="3985773" y="1330594"/>
                </a:lnTo>
                <a:lnTo>
                  <a:pt x="3926371" y="1327729"/>
                </a:lnTo>
                <a:lnTo>
                  <a:pt x="3869882" y="1322663"/>
                </a:lnTo>
                <a:lnTo>
                  <a:pt x="3823827" y="1325630"/>
                </a:lnTo>
                <a:lnTo>
                  <a:pt x="3780413" y="1326602"/>
                </a:lnTo>
                <a:lnTo>
                  <a:pt x="3739504" y="1325680"/>
                </a:lnTo>
                <a:lnTo>
                  <a:pt x="3700963" y="1322969"/>
                </a:lnTo>
                <a:lnTo>
                  <a:pt x="3672312" y="1328702"/>
                </a:lnTo>
                <a:lnTo>
                  <a:pt x="3645758" y="1332852"/>
                </a:lnTo>
                <a:lnTo>
                  <a:pt x="3621163" y="1335519"/>
                </a:lnTo>
                <a:lnTo>
                  <a:pt x="3556788" y="1336413"/>
                </a:lnTo>
                <a:lnTo>
                  <a:pt x="3507669" y="1325777"/>
                </a:lnTo>
                <a:lnTo>
                  <a:pt x="3481276" y="1313885"/>
                </a:lnTo>
                <a:lnTo>
                  <a:pt x="3462107" y="1280616"/>
                </a:lnTo>
                <a:lnTo>
                  <a:pt x="3465289" y="1246374"/>
                </a:lnTo>
                <a:lnTo>
                  <a:pt x="3469428" y="1227327"/>
                </a:lnTo>
                <a:lnTo>
                  <a:pt x="3474337" y="1207698"/>
                </a:lnTo>
                <a:close/>
              </a:path>
              <a:path w="5598159" h="2569845">
                <a:moveTo>
                  <a:pt x="4390128" y="101729"/>
                </a:moveTo>
                <a:lnTo>
                  <a:pt x="4457517" y="50802"/>
                </a:lnTo>
                <a:lnTo>
                  <a:pt x="4480786" y="49136"/>
                </a:lnTo>
                <a:lnTo>
                  <a:pt x="4513541" y="56219"/>
                </a:lnTo>
                <a:lnTo>
                  <a:pt x="4541244" y="51202"/>
                </a:lnTo>
                <a:lnTo>
                  <a:pt x="4586453" y="64793"/>
                </a:lnTo>
                <a:lnTo>
                  <a:pt x="4633438" y="77041"/>
                </a:lnTo>
                <a:lnTo>
                  <a:pt x="4681784" y="88261"/>
                </a:lnTo>
                <a:lnTo>
                  <a:pt x="4731076" y="98766"/>
                </a:lnTo>
                <a:lnTo>
                  <a:pt x="4846154" y="139149"/>
                </a:lnTo>
                <a:lnTo>
                  <a:pt x="4903453" y="159522"/>
                </a:lnTo>
                <a:lnTo>
                  <a:pt x="4960039" y="180433"/>
                </a:lnTo>
                <a:lnTo>
                  <a:pt x="5015497" y="202198"/>
                </a:lnTo>
                <a:lnTo>
                  <a:pt x="5069411" y="225128"/>
                </a:lnTo>
                <a:lnTo>
                  <a:pt x="5121368" y="249538"/>
                </a:lnTo>
                <a:lnTo>
                  <a:pt x="5163295" y="265609"/>
                </a:lnTo>
                <a:lnTo>
                  <a:pt x="5210092" y="293919"/>
                </a:lnTo>
                <a:lnTo>
                  <a:pt x="5246028" y="314516"/>
                </a:lnTo>
                <a:lnTo>
                  <a:pt x="5278348" y="337848"/>
                </a:lnTo>
                <a:lnTo>
                  <a:pt x="5308776" y="362609"/>
                </a:lnTo>
                <a:lnTo>
                  <a:pt x="5316389" y="372774"/>
                </a:lnTo>
                <a:lnTo>
                  <a:pt x="5331615" y="393105"/>
                </a:lnTo>
                <a:lnTo>
                  <a:pt x="5339033" y="419337"/>
                </a:lnTo>
                <a:lnTo>
                  <a:pt x="5338514" y="451567"/>
                </a:lnTo>
                <a:lnTo>
                  <a:pt x="5327390" y="475892"/>
                </a:lnTo>
                <a:lnTo>
                  <a:pt x="5285464" y="507576"/>
                </a:lnTo>
                <a:lnTo>
                  <a:pt x="5258170" y="512284"/>
                </a:lnTo>
                <a:lnTo>
                  <a:pt x="5241438" y="509010"/>
                </a:lnTo>
                <a:lnTo>
                  <a:pt x="5223302" y="506797"/>
                </a:lnTo>
                <a:lnTo>
                  <a:pt x="5196748" y="495027"/>
                </a:lnTo>
                <a:lnTo>
                  <a:pt x="5162424" y="473210"/>
                </a:lnTo>
                <a:lnTo>
                  <a:pt x="5127345" y="451965"/>
                </a:lnTo>
                <a:lnTo>
                  <a:pt x="5089384" y="432896"/>
                </a:lnTo>
                <a:lnTo>
                  <a:pt x="5048843" y="415777"/>
                </a:lnTo>
                <a:lnTo>
                  <a:pt x="5006026" y="400379"/>
                </a:lnTo>
                <a:lnTo>
                  <a:pt x="4953577" y="376342"/>
                </a:lnTo>
                <a:lnTo>
                  <a:pt x="4899454" y="353568"/>
                </a:lnTo>
                <a:lnTo>
                  <a:pt x="4851618" y="341963"/>
                </a:lnTo>
                <a:lnTo>
                  <a:pt x="4795055" y="321034"/>
                </a:lnTo>
                <a:lnTo>
                  <a:pt x="4737726" y="300684"/>
                </a:lnTo>
                <a:lnTo>
                  <a:pt x="4687589" y="290818"/>
                </a:lnTo>
                <a:lnTo>
                  <a:pt x="4629631" y="270943"/>
                </a:lnTo>
                <a:lnTo>
                  <a:pt x="4579470" y="261094"/>
                </a:lnTo>
                <a:lnTo>
                  <a:pt x="4510998" y="249165"/>
                </a:lnTo>
                <a:lnTo>
                  <a:pt x="4454405" y="228259"/>
                </a:lnTo>
                <a:lnTo>
                  <a:pt x="4416525" y="209130"/>
                </a:lnTo>
                <a:lnTo>
                  <a:pt x="4396535" y="192399"/>
                </a:lnTo>
                <a:lnTo>
                  <a:pt x="4385956" y="168557"/>
                </a:lnTo>
                <a:lnTo>
                  <a:pt x="4383963" y="138225"/>
                </a:lnTo>
                <a:lnTo>
                  <a:pt x="4386629" y="120292"/>
                </a:lnTo>
                <a:lnTo>
                  <a:pt x="4390128" y="101729"/>
                </a:lnTo>
                <a:close/>
              </a:path>
              <a:path w="5598159" h="2569845">
                <a:moveTo>
                  <a:pt x="2944296" y="1369482"/>
                </a:moveTo>
                <a:lnTo>
                  <a:pt x="2967497" y="1351948"/>
                </a:lnTo>
                <a:lnTo>
                  <a:pt x="3011947" y="1334275"/>
                </a:lnTo>
                <a:lnTo>
                  <a:pt x="3070986" y="1321495"/>
                </a:lnTo>
                <a:lnTo>
                  <a:pt x="3122643" y="1298376"/>
                </a:lnTo>
                <a:lnTo>
                  <a:pt x="3175572" y="1290213"/>
                </a:lnTo>
                <a:lnTo>
                  <a:pt x="3207801" y="1281776"/>
                </a:lnTo>
                <a:lnTo>
                  <a:pt x="3247869" y="1283333"/>
                </a:lnTo>
                <a:lnTo>
                  <a:pt x="3289105" y="1315845"/>
                </a:lnTo>
                <a:lnTo>
                  <a:pt x="3307881" y="1349412"/>
                </a:lnTo>
                <a:lnTo>
                  <a:pt x="3303542" y="1384528"/>
                </a:lnTo>
                <a:lnTo>
                  <a:pt x="3289667" y="1410932"/>
                </a:lnTo>
                <a:lnTo>
                  <a:pt x="3270723" y="1441167"/>
                </a:lnTo>
                <a:lnTo>
                  <a:pt x="3228717" y="1456994"/>
                </a:lnTo>
                <a:lnTo>
                  <a:pt x="3176283" y="1480700"/>
                </a:lnTo>
                <a:lnTo>
                  <a:pt x="3034040" y="1508604"/>
                </a:lnTo>
                <a:lnTo>
                  <a:pt x="2999888" y="1518494"/>
                </a:lnTo>
                <a:lnTo>
                  <a:pt x="2969003" y="1509997"/>
                </a:lnTo>
                <a:lnTo>
                  <a:pt x="2952151" y="1506814"/>
                </a:lnTo>
                <a:lnTo>
                  <a:pt x="2921894" y="1481924"/>
                </a:lnTo>
                <a:lnTo>
                  <a:pt x="2908675" y="1444157"/>
                </a:lnTo>
                <a:lnTo>
                  <a:pt x="2917144" y="1405919"/>
                </a:lnTo>
                <a:lnTo>
                  <a:pt x="2944296" y="1369482"/>
                </a:lnTo>
                <a:close/>
              </a:path>
              <a:path w="5598159" h="2569845">
                <a:moveTo>
                  <a:pt x="2038779" y="1894613"/>
                </a:moveTo>
                <a:lnTo>
                  <a:pt x="2450962" y="1583118"/>
                </a:lnTo>
                <a:lnTo>
                  <a:pt x="2502651" y="1559974"/>
                </a:lnTo>
                <a:lnTo>
                  <a:pt x="2550714" y="1539571"/>
                </a:lnTo>
                <a:lnTo>
                  <a:pt x="2586760" y="1512330"/>
                </a:lnTo>
                <a:lnTo>
                  <a:pt x="2625371" y="1499069"/>
                </a:lnTo>
                <a:lnTo>
                  <a:pt x="2658158" y="1490210"/>
                </a:lnTo>
                <a:lnTo>
                  <a:pt x="2684387" y="1486307"/>
                </a:lnTo>
                <a:lnTo>
                  <a:pt x="2721734" y="1489920"/>
                </a:lnTo>
                <a:lnTo>
                  <a:pt x="2786123" y="1520854"/>
                </a:lnTo>
                <a:lnTo>
                  <a:pt x="2806014" y="1553578"/>
                </a:lnTo>
                <a:lnTo>
                  <a:pt x="2808806" y="1599224"/>
                </a:lnTo>
                <a:lnTo>
                  <a:pt x="2798554" y="1622890"/>
                </a:lnTo>
                <a:lnTo>
                  <a:pt x="2734443" y="1671340"/>
                </a:lnTo>
                <a:lnTo>
                  <a:pt x="2659704" y="1695985"/>
                </a:lnTo>
                <a:lnTo>
                  <a:pt x="2610893" y="1716953"/>
                </a:lnTo>
                <a:lnTo>
                  <a:pt x="2567125" y="1750030"/>
                </a:lnTo>
                <a:lnTo>
                  <a:pt x="2459676" y="1799394"/>
                </a:lnTo>
                <a:lnTo>
                  <a:pt x="2366822" y="1869566"/>
                </a:lnTo>
                <a:lnTo>
                  <a:pt x="2314497" y="1893191"/>
                </a:lnTo>
                <a:lnTo>
                  <a:pt x="2039094" y="2101319"/>
                </a:lnTo>
                <a:lnTo>
                  <a:pt x="2023158" y="2097443"/>
                </a:lnTo>
                <a:lnTo>
                  <a:pt x="1983860" y="2063467"/>
                </a:lnTo>
                <a:lnTo>
                  <a:pt x="1978166" y="2035932"/>
                </a:lnTo>
                <a:lnTo>
                  <a:pt x="1983820" y="1983903"/>
                </a:lnTo>
                <a:lnTo>
                  <a:pt x="2016848" y="1927106"/>
                </a:lnTo>
                <a:lnTo>
                  <a:pt x="2038779" y="1894613"/>
                </a:lnTo>
                <a:close/>
              </a:path>
              <a:path w="5598159" h="2569845">
                <a:moveTo>
                  <a:pt x="2039094" y="2101319"/>
                </a:moveTo>
                <a:lnTo>
                  <a:pt x="2232738" y="1954978"/>
                </a:lnTo>
                <a:lnTo>
                  <a:pt x="2204927" y="1991913"/>
                </a:lnTo>
                <a:lnTo>
                  <a:pt x="2174149" y="2015173"/>
                </a:lnTo>
                <a:lnTo>
                  <a:pt x="2156530" y="2044407"/>
                </a:lnTo>
                <a:lnTo>
                  <a:pt x="2085911" y="2097775"/>
                </a:lnTo>
                <a:lnTo>
                  <a:pt x="2055029" y="2105195"/>
                </a:lnTo>
                <a:lnTo>
                  <a:pt x="2039094" y="2101319"/>
                </a:lnTo>
                <a:close/>
              </a:path>
              <a:path w="5598159" h="2569845">
                <a:moveTo>
                  <a:pt x="2327344" y="1007953"/>
                </a:moveTo>
                <a:lnTo>
                  <a:pt x="2414179" y="942330"/>
                </a:lnTo>
                <a:lnTo>
                  <a:pt x="2455569" y="926969"/>
                </a:lnTo>
                <a:lnTo>
                  <a:pt x="2502731" y="907246"/>
                </a:lnTo>
                <a:lnTo>
                  <a:pt x="2554088" y="884353"/>
                </a:lnTo>
                <a:lnTo>
                  <a:pt x="2608060" y="859484"/>
                </a:lnTo>
                <a:lnTo>
                  <a:pt x="2670725" y="843964"/>
                </a:lnTo>
                <a:lnTo>
                  <a:pt x="2725191" y="818722"/>
                </a:lnTo>
                <a:lnTo>
                  <a:pt x="2777534" y="795084"/>
                </a:lnTo>
                <a:lnTo>
                  <a:pt x="2833835" y="784374"/>
                </a:lnTo>
                <a:lnTo>
                  <a:pt x="2890410" y="757538"/>
                </a:lnTo>
                <a:lnTo>
                  <a:pt x="2953717" y="741532"/>
                </a:lnTo>
                <a:lnTo>
                  <a:pt x="3015648" y="726567"/>
                </a:lnTo>
                <a:lnTo>
                  <a:pt x="3075747" y="712986"/>
                </a:lnTo>
                <a:lnTo>
                  <a:pt x="3133563" y="701131"/>
                </a:lnTo>
                <a:lnTo>
                  <a:pt x="3188641" y="691345"/>
                </a:lnTo>
                <a:lnTo>
                  <a:pt x="3240528" y="683970"/>
                </a:lnTo>
                <a:lnTo>
                  <a:pt x="3288771" y="679349"/>
                </a:lnTo>
                <a:lnTo>
                  <a:pt x="3325260" y="667692"/>
                </a:lnTo>
                <a:lnTo>
                  <a:pt x="3364856" y="669606"/>
                </a:lnTo>
                <a:lnTo>
                  <a:pt x="3399448" y="675302"/>
                </a:lnTo>
                <a:lnTo>
                  <a:pt x="3436288" y="679298"/>
                </a:lnTo>
                <a:lnTo>
                  <a:pt x="3468161" y="702968"/>
                </a:lnTo>
                <a:lnTo>
                  <a:pt x="3487436" y="736157"/>
                </a:lnTo>
                <a:lnTo>
                  <a:pt x="3486484" y="768714"/>
                </a:lnTo>
                <a:lnTo>
                  <a:pt x="3478172" y="806832"/>
                </a:lnTo>
                <a:lnTo>
                  <a:pt x="3458297" y="837771"/>
                </a:lnTo>
                <a:lnTo>
                  <a:pt x="3419087" y="851484"/>
                </a:lnTo>
                <a:lnTo>
                  <a:pt x="3368086" y="858190"/>
                </a:lnTo>
                <a:lnTo>
                  <a:pt x="3333367" y="852590"/>
                </a:lnTo>
                <a:lnTo>
                  <a:pt x="3303621" y="859151"/>
                </a:lnTo>
                <a:lnTo>
                  <a:pt x="3263568" y="857583"/>
                </a:lnTo>
                <a:lnTo>
                  <a:pt x="3228552" y="868126"/>
                </a:lnTo>
                <a:lnTo>
                  <a:pt x="3190950" y="880624"/>
                </a:lnTo>
                <a:lnTo>
                  <a:pt x="3143137" y="884920"/>
                </a:lnTo>
                <a:lnTo>
                  <a:pt x="3100459" y="901254"/>
                </a:lnTo>
                <a:lnTo>
                  <a:pt x="3047635" y="909337"/>
                </a:lnTo>
                <a:lnTo>
                  <a:pt x="3000012" y="929408"/>
                </a:lnTo>
                <a:lnTo>
                  <a:pt x="2942307" y="941179"/>
                </a:lnTo>
                <a:lnTo>
                  <a:pt x="2889868" y="964890"/>
                </a:lnTo>
                <a:lnTo>
                  <a:pt x="2835069" y="990384"/>
                </a:lnTo>
                <a:lnTo>
                  <a:pt x="2770286" y="1007505"/>
                </a:lnTo>
                <a:lnTo>
                  <a:pt x="2710866" y="1036491"/>
                </a:lnTo>
                <a:lnTo>
                  <a:pt x="2641526" y="1057055"/>
                </a:lnTo>
                <a:lnTo>
                  <a:pt x="2577614" y="1089436"/>
                </a:lnTo>
                <a:lnTo>
                  <a:pt x="2500459" y="1115907"/>
                </a:lnTo>
                <a:lnTo>
                  <a:pt x="2449415" y="1138563"/>
                </a:lnTo>
                <a:lnTo>
                  <a:pt x="2405515" y="1139902"/>
                </a:lnTo>
                <a:lnTo>
                  <a:pt x="2380424" y="1142945"/>
                </a:lnTo>
                <a:lnTo>
                  <a:pt x="2355176" y="1130188"/>
                </a:lnTo>
                <a:lnTo>
                  <a:pt x="2321178" y="1092206"/>
                </a:lnTo>
                <a:lnTo>
                  <a:pt x="2312704" y="1050854"/>
                </a:lnTo>
                <a:lnTo>
                  <a:pt x="2327344" y="1007953"/>
                </a:lnTo>
                <a:close/>
              </a:path>
              <a:path w="5598159" h="2569845">
                <a:moveTo>
                  <a:pt x="2108416" y="1826068"/>
                </a:moveTo>
                <a:lnTo>
                  <a:pt x="2347292" y="1645544"/>
                </a:lnTo>
                <a:lnTo>
                  <a:pt x="2404036" y="1618580"/>
                </a:lnTo>
                <a:lnTo>
                  <a:pt x="2071663" y="1869762"/>
                </a:lnTo>
                <a:lnTo>
                  <a:pt x="2108416" y="1826068"/>
                </a:lnTo>
                <a:close/>
              </a:path>
              <a:path w="5598159" h="2569845">
                <a:moveTo>
                  <a:pt x="4407187" y="72918"/>
                </a:moveTo>
                <a:lnTo>
                  <a:pt x="4420694" y="62711"/>
                </a:lnTo>
                <a:lnTo>
                  <a:pt x="4442583" y="62087"/>
                </a:lnTo>
                <a:lnTo>
                  <a:pt x="4402093" y="92687"/>
                </a:lnTo>
                <a:lnTo>
                  <a:pt x="4407187" y="72918"/>
                </a:lnTo>
                <a:close/>
              </a:path>
              <a:path w="5598159" h="2569845">
                <a:moveTo>
                  <a:pt x="3861368" y="71520"/>
                </a:moveTo>
                <a:lnTo>
                  <a:pt x="3904346" y="39040"/>
                </a:lnTo>
                <a:lnTo>
                  <a:pt x="3918644" y="44154"/>
                </a:lnTo>
                <a:lnTo>
                  <a:pt x="3947135" y="38541"/>
                </a:lnTo>
                <a:lnTo>
                  <a:pt x="3992800" y="35868"/>
                </a:lnTo>
                <a:lnTo>
                  <a:pt x="4050435" y="40068"/>
                </a:lnTo>
                <a:lnTo>
                  <a:pt x="4107175" y="44945"/>
                </a:lnTo>
                <a:lnTo>
                  <a:pt x="4157815" y="54431"/>
                </a:lnTo>
                <a:lnTo>
                  <a:pt x="4221491" y="85903"/>
                </a:lnTo>
                <a:lnTo>
                  <a:pt x="4242409" y="117851"/>
                </a:lnTo>
                <a:lnTo>
                  <a:pt x="4245423" y="147411"/>
                </a:lnTo>
                <a:lnTo>
                  <a:pt x="4239028" y="184081"/>
                </a:lnTo>
                <a:lnTo>
                  <a:pt x="4224935" y="210650"/>
                </a:lnTo>
                <a:lnTo>
                  <a:pt x="4203134" y="227126"/>
                </a:lnTo>
                <a:lnTo>
                  <a:pt x="4162013" y="226364"/>
                </a:lnTo>
                <a:lnTo>
                  <a:pt x="4112932" y="231618"/>
                </a:lnTo>
                <a:lnTo>
                  <a:pt x="4028967" y="215480"/>
                </a:lnTo>
                <a:lnTo>
                  <a:pt x="3955177" y="207569"/>
                </a:lnTo>
                <a:lnTo>
                  <a:pt x="3907009" y="196215"/>
                </a:lnTo>
                <a:lnTo>
                  <a:pt x="3879912" y="184855"/>
                </a:lnTo>
                <a:lnTo>
                  <a:pt x="3869338" y="176927"/>
                </a:lnTo>
                <a:lnTo>
                  <a:pt x="3852088" y="142207"/>
                </a:lnTo>
                <a:lnTo>
                  <a:pt x="3852636" y="109956"/>
                </a:lnTo>
                <a:lnTo>
                  <a:pt x="3861368" y="71520"/>
                </a:lnTo>
                <a:close/>
              </a:path>
              <a:path w="5598159" h="2569845">
                <a:moveTo>
                  <a:pt x="1888559" y="1244040"/>
                </a:moveTo>
                <a:lnTo>
                  <a:pt x="1989913" y="1167444"/>
                </a:lnTo>
                <a:lnTo>
                  <a:pt x="2059624" y="1146600"/>
                </a:lnTo>
                <a:lnTo>
                  <a:pt x="2117780" y="1134488"/>
                </a:lnTo>
                <a:lnTo>
                  <a:pt x="2164074" y="1131340"/>
                </a:lnTo>
                <a:lnTo>
                  <a:pt x="2198200" y="1137387"/>
                </a:lnTo>
                <a:lnTo>
                  <a:pt x="2219853" y="1152861"/>
                </a:lnTo>
                <a:lnTo>
                  <a:pt x="2231836" y="1175642"/>
                </a:lnTo>
                <a:lnTo>
                  <a:pt x="2238172" y="1202692"/>
                </a:lnTo>
                <a:lnTo>
                  <a:pt x="2232726" y="1222726"/>
                </a:lnTo>
                <a:lnTo>
                  <a:pt x="2215121" y="1267868"/>
                </a:lnTo>
                <a:lnTo>
                  <a:pt x="2179458" y="1294819"/>
                </a:lnTo>
                <a:lnTo>
                  <a:pt x="2133192" y="1313865"/>
                </a:lnTo>
                <a:lnTo>
                  <a:pt x="2067920" y="1331355"/>
                </a:lnTo>
                <a:lnTo>
                  <a:pt x="2045890" y="1348004"/>
                </a:lnTo>
                <a:lnTo>
                  <a:pt x="2022023" y="1350121"/>
                </a:lnTo>
                <a:lnTo>
                  <a:pt x="1981072" y="1365150"/>
                </a:lnTo>
                <a:lnTo>
                  <a:pt x="1942333" y="1362589"/>
                </a:lnTo>
                <a:lnTo>
                  <a:pt x="1914352" y="1351897"/>
                </a:lnTo>
                <a:lnTo>
                  <a:pt x="1890364" y="1322270"/>
                </a:lnTo>
                <a:lnTo>
                  <a:pt x="1878917" y="1283164"/>
                </a:lnTo>
                <a:lnTo>
                  <a:pt x="1888559" y="1244040"/>
                </a:lnTo>
                <a:close/>
              </a:path>
              <a:path w="5598159" h="2569845">
                <a:moveTo>
                  <a:pt x="2971614" y="43503"/>
                </a:moveTo>
                <a:lnTo>
                  <a:pt x="3001163" y="21172"/>
                </a:lnTo>
                <a:lnTo>
                  <a:pt x="3032011" y="13778"/>
                </a:lnTo>
                <a:lnTo>
                  <a:pt x="3075532" y="12726"/>
                </a:lnTo>
                <a:lnTo>
                  <a:pt x="3174588" y="1542"/>
                </a:lnTo>
                <a:lnTo>
                  <a:pt x="3235054" y="3603"/>
                </a:lnTo>
                <a:lnTo>
                  <a:pt x="3296849" y="4658"/>
                </a:lnTo>
                <a:lnTo>
                  <a:pt x="3357866" y="6303"/>
                </a:lnTo>
                <a:lnTo>
                  <a:pt x="3408336" y="0"/>
                </a:lnTo>
                <a:lnTo>
                  <a:pt x="3461464" y="7605"/>
                </a:lnTo>
                <a:lnTo>
                  <a:pt x="3499827" y="10451"/>
                </a:lnTo>
                <a:lnTo>
                  <a:pt x="3557453" y="30577"/>
                </a:lnTo>
                <a:lnTo>
                  <a:pt x="3584715" y="57730"/>
                </a:lnTo>
                <a:lnTo>
                  <a:pt x="3597352" y="111855"/>
                </a:lnTo>
                <a:lnTo>
                  <a:pt x="3589261" y="149807"/>
                </a:lnTo>
                <a:lnTo>
                  <a:pt x="3562901" y="169728"/>
                </a:lnTo>
                <a:lnTo>
                  <a:pt x="3525889" y="181780"/>
                </a:lnTo>
                <a:lnTo>
                  <a:pt x="3478184" y="185994"/>
                </a:lnTo>
                <a:lnTo>
                  <a:pt x="3439933" y="183064"/>
                </a:lnTo>
                <a:lnTo>
                  <a:pt x="3397379" y="183386"/>
                </a:lnTo>
                <a:lnTo>
                  <a:pt x="3351604" y="186141"/>
                </a:lnTo>
                <a:lnTo>
                  <a:pt x="3296035" y="180379"/>
                </a:lnTo>
                <a:lnTo>
                  <a:pt x="3198137" y="190688"/>
                </a:lnTo>
                <a:lnTo>
                  <a:pt x="3142661" y="184857"/>
                </a:lnTo>
                <a:lnTo>
                  <a:pt x="3075434" y="187906"/>
                </a:lnTo>
                <a:lnTo>
                  <a:pt x="3023854" y="179130"/>
                </a:lnTo>
                <a:lnTo>
                  <a:pt x="2987587" y="158782"/>
                </a:lnTo>
                <a:lnTo>
                  <a:pt x="2966297" y="127114"/>
                </a:lnTo>
                <a:lnTo>
                  <a:pt x="2967308" y="94513"/>
                </a:lnTo>
                <a:lnTo>
                  <a:pt x="2968428" y="77748"/>
                </a:lnTo>
                <a:lnTo>
                  <a:pt x="2969780" y="60807"/>
                </a:lnTo>
                <a:lnTo>
                  <a:pt x="2971614" y="43503"/>
                </a:lnTo>
                <a:close/>
              </a:path>
              <a:path w="5598159" h="2569845">
                <a:moveTo>
                  <a:pt x="1900587" y="1219032"/>
                </a:moveTo>
                <a:lnTo>
                  <a:pt x="1946869" y="1184055"/>
                </a:lnTo>
                <a:lnTo>
                  <a:pt x="1970745" y="1181930"/>
                </a:lnTo>
                <a:lnTo>
                  <a:pt x="1898555" y="1236486"/>
                </a:lnTo>
                <a:lnTo>
                  <a:pt x="1900587" y="1219032"/>
                </a:lnTo>
                <a:close/>
              </a:path>
              <a:path w="5598159" h="2569845">
                <a:moveTo>
                  <a:pt x="1644678" y="2170208"/>
                </a:moveTo>
                <a:lnTo>
                  <a:pt x="1664254" y="2159608"/>
                </a:lnTo>
                <a:lnTo>
                  <a:pt x="1682804" y="2153661"/>
                </a:lnTo>
                <a:lnTo>
                  <a:pt x="1700653" y="2152076"/>
                </a:lnTo>
                <a:lnTo>
                  <a:pt x="1718130" y="2154565"/>
                </a:lnTo>
                <a:lnTo>
                  <a:pt x="1756452" y="2176123"/>
                </a:lnTo>
                <a:lnTo>
                  <a:pt x="1781357" y="2216311"/>
                </a:lnTo>
                <a:lnTo>
                  <a:pt x="1782849" y="2250153"/>
                </a:lnTo>
                <a:lnTo>
                  <a:pt x="1769181" y="2290195"/>
                </a:lnTo>
                <a:lnTo>
                  <a:pt x="1739395" y="2339271"/>
                </a:lnTo>
                <a:lnTo>
                  <a:pt x="1692532" y="2400216"/>
                </a:lnTo>
                <a:lnTo>
                  <a:pt x="1662279" y="2438251"/>
                </a:lnTo>
                <a:lnTo>
                  <a:pt x="1631066" y="2479734"/>
                </a:lnTo>
                <a:lnTo>
                  <a:pt x="1599808" y="2523301"/>
                </a:lnTo>
                <a:lnTo>
                  <a:pt x="1569420" y="2567589"/>
                </a:lnTo>
                <a:lnTo>
                  <a:pt x="1568111" y="2569587"/>
                </a:lnTo>
                <a:lnTo>
                  <a:pt x="1348608" y="2569586"/>
                </a:lnTo>
                <a:lnTo>
                  <a:pt x="1369189" y="2532198"/>
                </a:lnTo>
                <a:lnTo>
                  <a:pt x="1398918" y="2481902"/>
                </a:lnTo>
                <a:lnTo>
                  <a:pt x="1431034" y="2431008"/>
                </a:lnTo>
                <a:lnTo>
                  <a:pt x="1465454" y="2379693"/>
                </a:lnTo>
                <a:lnTo>
                  <a:pt x="1510274" y="2316519"/>
                </a:lnTo>
                <a:lnTo>
                  <a:pt x="1549903" y="2264612"/>
                </a:lnTo>
                <a:lnTo>
                  <a:pt x="1585044" y="2223342"/>
                </a:lnTo>
                <a:lnTo>
                  <a:pt x="1616401" y="2192083"/>
                </a:lnTo>
                <a:lnTo>
                  <a:pt x="1644678" y="2170208"/>
                </a:lnTo>
                <a:close/>
              </a:path>
              <a:path w="5598159" h="2569845">
                <a:moveTo>
                  <a:pt x="5406793" y="809640"/>
                </a:moveTo>
                <a:lnTo>
                  <a:pt x="5421169" y="800939"/>
                </a:lnTo>
                <a:lnTo>
                  <a:pt x="5437508" y="794791"/>
                </a:lnTo>
                <a:lnTo>
                  <a:pt x="5455568" y="791375"/>
                </a:lnTo>
                <a:lnTo>
                  <a:pt x="5475105" y="790873"/>
                </a:lnTo>
                <a:lnTo>
                  <a:pt x="5500190" y="795428"/>
                </a:lnTo>
                <a:lnTo>
                  <a:pt x="5532967" y="806676"/>
                </a:lnTo>
                <a:lnTo>
                  <a:pt x="5572468" y="824121"/>
                </a:lnTo>
                <a:lnTo>
                  <a:pt x="5598141" y="837252"/>
                </a:lnTo>
                <a:lnTo>
                  <a:pt x="5598145" y="1050278"/>
                </a:lnTo>
                <a:lnTo>
                  <a:pt x="5567800" y="1030783"/>
                </a:lnTo>
                <a:lnTo>
                  <a:pt x="5525045" y="1004803"/>
                </a:lnTo>
                <a:lnTo>
                  <a:pt x="5489288" y="984692"/>
                </a:lnTo>
                <a:lnTo>
                  <a:pt x="5418433" y="950490"/>
                </a:lnTo>
                <a:lnTo>
                  <a:pt x="5389285" y="926620"/>
                </a:lnTo>
                <a:lnTo>
                  <a:pt x="5374877" y="899109"/>
                </a:lnTo>
                <a:lnTo>
                  <a:pt x="5373789" y="866282"/>
                </a:lnTo>
                <a:lnTo>
                  <a:pt x="5377877" y="849201"/>
                </a:lnTo>
                <a:lnTo>
                  <a:pt x="5384904" y="833942"/>
                </a:lnTo>
                <a:lnTo>
                  <a:pt x="5394624" y="820692"/>
                </a:lnTo>
                <a:lnTo>
                  <a:pt x="5406793" y="809640"/>
                </a:lnTo>
                <a:close/>
              </a:path>
              <a:path w="5598159" h="2569845">
                <a:moveTo>
                  <a:pt x="4938522" y="1186510"/>
                </a:moveTo>
                <a:lnTo>
                  <a:pt x="4953923" y="1176502"/>
                </a:lnTo>
                <a:lnTo>
                  <a:pt x="4971906" y="1169821"/>
                </a:lnTo>
                <a:lnTo>
                  <a:pt x="4992111" y="1167012"/>
                </a:lnTo>
                <a:lnTo>
                  <a:pt x="5014183" y="1168619"/>
                </a:lnTo>
                <a:lnTo>
                  <a:pt x="5073697" y="1183969"/>
                </a:lnTo>
                <a:lnTo>
                  <a:pt x="5121035" y="1197918"/>
                </a:lnTo>
                <a:lnTo>
                  <a:pt x="5176674" y="1214998"/>
                </a:lnTo>
                <a:lnTo>
                  <a:pt x="5238050" y="1234423"/>
                </a:lnTo>
                <a:lnTo>
                  <a:pt x="5302599" y="1255404"/>
                </a:lnTo>
                <a:lnTo>
                  <a:pt x="5367757" y="1277155"/>
                </a:lnTo>
                <a:lnTo>
                  <a:pt x="5416304" y="1300458"/>
                </a:lnTo>
                <a:lnTo>
                  <a:pt x="5446997" y="1330714"/>
                </a:lnTo>
                <a:lnTo>
                  <a:pt x="5458937" y="1366534"/>
                </a:lnTo>
                <a:lnTo>
                  <a:pt x="5451221" y="1406531"/>
                </a:lnTo>
                <a:lnTo>
                  <a:pt x="5439209" y="1427759"/>
                </a:lnTo>
                <a:lnTo>
                  <a:pt x="5422979" y="1443029"/>
                </a:lnTo>
                <a:lnTo>
                  <a:pt x="5401147" y="1452215"/>
                </a:lnTo>
                <a:lnTo>
                  <a:pt x="5372327" y="1455192"/>
                </a:lnTo>
                <a:lnTo>
                  <a:pt x="5335135" y="1451835"/>
                </a:lnTo>
                <a:lnTo>
                  <a:pt x="5288183" y="1442017"/>
                </a:lnTo>
                <a:lnTo>
                  <a:pt x="5230088" y="1425615"/>
                </a:lnTo>
                <a:lnTo>
                  <a:pt x="5159463" y="1402503"/>
                </a:lnTo>
                <a:lnTo>
                  <a:pt x="5074924" y="1372555"/>
                </a:lnTo>
                <a:lnTo>
                  <a:pt x="5012001" y="1348814"/>
                </a:lnTo>
                <a:lnTo>
                  <a:pt x="4970551" y="1330523"/>
                </a:lnTo>
                <a:lnTo>
                  <a:pt x="4928499" y="1298348"/>
                </a:lnTo>
                <a:lnTo>
                  <a:pt x="4910513" y="1236986"/>
                </a:lnTo>
                <a:lnTo>
                  <a:pt x="4919600" y="1209130"/>
                </a:lnTo>
                <a:lnTo>
                  <a:pt x="4938522" y="1186510"/>
                </a:lnTo>
                <a:close/>
              </a:path>
            </a:pathLst>
          </a:custGeom>
          <a:solidFill>
            <a:srgbClr val="F5F6F7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0" y="0"/>
            <a:ext cx="4668520" cy="3390900"/>
          </a:xfrm>
          <a:custGeom>
            <a:avLst/>
            <a:gdLst/>
            <a:ahLst/>
            <a:cxnLst/>
            <a:rect l="l" t="t" r="r" b="b"/>
            <a:pathLst>
              <a:path w="4668520" h="3390900">
                <a:moveTo>
                  <a:pt x="0" y="3390680"/>
                </a:moveTo>
                <a:lnTo>
                  <a:pt x="72172" y="3390680"/>
                </a:lnTo>
                <a:lnTo>
                  <a:pt x="208687" y="3389244"/>
                </a:lnTo>
                <a:lnTo>
                  <a:pt x="336657" y="3385972"/>
                </a:lnTo>
                <a:lnTo>
                  <a:pt x="450181" y="3381064"/>
                </a:lnTo>
                <a:lnTo>
                  <a:pt x="500361" y="3378055"/>
                </a:lnTo>
                <a:lnTo>
                  <a:pt x="545531" y="3374706"/>
                </a:lnTo>
                <a:lnTo>
                  <a:pt x="585226" y="3371041"/>
                </a:lnTo>
                <a:lnTo>
                  <a:pt x="646322" y="3362853"/>
                </a:lnTo>
                <a:lnTo>
                  <a:pt x="713286" y="3325602"/>
                </a:lnTo>
                <a:lnTo>
                  <a:pt x="729711" y="3288456"/>
                </a:lnTo>
                <a:lnTo>
                  <a:pt x="729278" y="3248795"/>
                </a:lnTo>
                <a:lnTo>
                  <a:pt x="712072" y="3213177"/>
                </a:lnTo>
                <a:lnTo>
                  <a:pt x="678176" y="3188157"/>
                </a:lnTo>
                <a:lnTo>
                  <a:pt x="628537" y="3182003"/>
                </a:lnTo>
                <a:lnTo>
                  <a:pt x="556054" y="3179142"/>
                </a:lnTo>
                <a:lnTo>
                  <a:pt x="506820" y="3178056"/>
                </a:lnTo>
                <a:lnTo>
                  <a:pt x="183363" y="3175708"/>
                </a:lnTo>
                <a:lnTo>
                  <a:pt x="0" y="3175708"/>
                </a:lnTo>
                <a:lnTo>
                  <a:pt x="0" y="3390680"/>
                </a:lnTo>
                <a:close/>
              </a:path>
              <a:path w="4668520" h="3390900">
                <a:moveTo>
                  <a:pt x="1124435" y="3301302"/>
                </a:moveTo>
                <a:lnTo>
                  <a:pt x="1173796" y="3295971"/>
                </a:lnTo>
                <a:lnTo>
                  <a:pt x="1253512" y="3275381"/>
                </a:lnTo>
                <a:lnTo>
                  <a:pt x="1309747" y="3258233"/>
                </a:lnTo>
                <a:lnTo>
                  <a:pt x="1379372" y="3235957"/>
                </a:lnTo>
                <a:lnTo>
                  <a:pt x="1544464" y="3181222"/>
                </a:lnTo>
                <a:lnTo>
                  <a:pt x="1615511" y="3156336"/>
                </a:lnTo>
                <a:lnTo>
                  <a:pt x="1677884" y="3133272"/>
                </a:lnTo>
                <a:lnTo>
                  <a:pt x="1732037" y="3111837"/>
                </a:lnTo>
                <a:lnTo>
                  <a:pt x="1778427" y="3091838"/>
                </a:lnTo>
                <a:lnTo>
                  <a:pt x="1817506" y="3073083"/>
                </a:lnTo>
                <a:lnTo>
                  <a:pt x="1875553" y="3038529"/>
                </a:lnTo>
                <a:lnTo>
                  <a:pt x="1919453" y="2988866"/>
                </a:lnTo>
                <a:lnTo>
                  <a:pt x="1927275" y="2951540"/>
                </a:lnTo>
                <a:lnTo>
                  <a:pt x="1919858" y="2914921"/>
                </a:lnTo>
                <a:lnTo>
                  <a:pt x="1898165" y="2883567"/>
                </a:lnTo>
                <a:lnTo>
                  <a:pt x="1863160" y="2862033"/>
                </a:lnTo>
                <a:lnTo>
                  <a:pt x="1839393" y="2856368"/>
                </a:lnTo>
                <a:lnTo>
                  <a:pt x="1814755" y="2857511"/>
                </a:lnTo>
                <a:lnTo>
                  <a:pt x="1786627" y="2865980"/>
                </a:lnTo>
                <a:lnTo>
                  <a:pt x="1752395" y="2882289"/>
                </a:lnTo>
                <a:lnTo>
                  <a:pt x="1729365" y="2893697"/>
                </a:lnTo>
                <a:lnTo>
                  <a:pt x="1702102" y="2905688"/>
                </a:lnTo>
                <a:lnTo>
                  <a:pt x="1632332" y="2932298"/>
                </a:lnTo>
                <a:lnTo>
                  <a:pt x="1588551" y="2947354"/>
                </a:lnTo>
                <a:lnTo>
                  <a:pt x="1537993" y="2963871"/>
                </a:lnTo>
                <a:lnTo>
                  <a:pt x="1413993" y="3002160"/>
                </a:lnTo>
                <a:lnTo>
                  <a:pt x="1248486" y="3051715"/>
                </a:lnTo>
                <a:lnTo>
                  <a:pt x="1176797" y="3075089"/>
                </a:lnTo>
                <a:lnTo>
                  <a:pt x="1122053" y="3095701"/>
                </a:lnTo>
                <a:lnTo>
                  <a:pt x="1082098" y="3114764"/>
                </a:lnTo>
                <a:lnTo>
                  <a:pt x="1037931" y="3153084"/>
                </a:lnTo>
                <a:lnTo>
                  <a:pt x="1027043" y="3199732"/>
                </a:lnTo>
                <a:lnTo>
                  <a:pt x="1030282" y="3232435"/>
                </a:lnTo>
                <a:lnTo>
                  <a:pt x="1058563" y="3277659"/>
                </a:lnTo>
                <a:lnTo>
                  <a:pt x="1094304" y="3295971"/>
                </a:lnTo>
                <a:lnTo>
                  <a:pt x="1113349" y="3300362"/>
                </a:lnTo>
                <a:lnTo>
                  <a:pt x="1113146" y="3300362"/>
                </a:lnTo>
                <a:lnTo>
                  <a:pt x="1124435" y="3301302"/>
                </a:lnTo>
                <a:close/>
              </a:path>
              <a:path w="4668520" h="3390900">
                <a:moveTo>
                  <a:pt x="2608522" y="1630666"/>
                </a:moveTo>
                <a:lnTo>
                  <a:pt x="2685206" y="1630666"/>
                </a:lnTo>
                <a:lnTo>
                  <a:pt x="2714080" y="1617966"/>
                </a:lnTo>
                <a:lnTo>
                  <a:pt x="2743903" y="1592566"/>
                </a:lnTo>
                <a:lnTo>
                  <a:pt x="2769063" y="1579866"/>
                </a:lnTo>
                <a:lnTo>
                  <a:pt x="2796940" y="1554466"/>
                </a:lnTo>
                <a:lnTo>
                  <a:pt x="2827265" y="1529066"/>
                </a:lnTo>
                <a:lnTo>
                  <a:pt x="2859770" y="1503666"/>
                </a:lnTo>
                <a:lnTo>
                  <a:pt x="2894184" y="1465566"/>
                </a:lnTo>
                <a:lnTo>
                  <a:pt x="2930241" y="1440166"/>
                </a:lnTo>
                <a:lnTo>
                  <a:pt x="2967669" y="1402066"/>
                </a:lnTo>
                <a:lnTo>
                  <a:pt x="3006201" y="1363966"/>
                </a:lnTo>
                <a:lnTo>
                  <a:pt x="3045568" y="1325866"/>
                </a:lnTo>
                <a:lnTo>
                  <a:pt x="3085500" y="1287766"/>
                </a:lnTo>
                <a:lnTo>
                  <a:pt x="3125729" y="1236966"/>
                </a:lnTo>
                <a:lnTo>
                  <a:pt x="3206000" y="1160766"/>
                </a:lnTo>
                <a:lnTo>
                  <a:pt x="3245505" y="1109966"/>
                </a:lnTo>
                <a:lnTo>
                  <a:pt x="3284230" y="1071866"/>
                </a:lnTo>
                <a:lnTo>
                  <a:pt x="3321908" y="1021066"/>
                </a:lnTo>
                <a:lnTo>
                  <a:pt x="3358268" y="982966"/>
                </a:lnTo>
                <a:lnTo>
                  <a:pt x="3393042" y="944866"/>
                </a:lnTo>
                <a:lnTo>
                  <a:pt x="3425961" y="894066"/>
                </a:lnTo>
                <a:lnTo>
                  <a:pt x="3456756" y="855966"/>
                </a:lnTo>
                <a:lnTo>
                  <a:pt x="3485159" y="817866"/>
                </a:lnTo>
                <a:lnTo>
                  <a:pt x="3510899" y="792466"/>
                </a:lnTo>
                <a:lnTo>
                  <a:pt x="3533708" y="754366"/>
                </a:lnTo>
                <a:lnTo>
                  <a:pt x="3567732" y="703566"/>
                </a:lnTo>
                <a:lnTo>
                  <a:pt x="3587204" y="652766"/>
                </a:lnTo>
                <a:lnTo>
                  <a:pt x="3592515" y="614666"/>
                </a:lnTo>
                <a:lnTo>
                  <a:pt x="3584050" y="589266"/>
                </a:lnTo>
                <a:lnTo>
                  <a:pt x="3562199" y="563866"/>
                </a:lnTo>
                <a:lnTo>
                  <a:pt x="3533668" y="551166"/>
                </a:lnTo>
                <a:lnTo>
                  <a:pt x="3500319" y="538466"/>
                </a:lnTo>
                <a:lnTo>
                  <a:pt x="3466272" y="538466"/>
                </a:lnTo>
                <a:lnTo>
                  <a:pt x="3435648" y="551166"/>
                </a:lnTo>
                <a:lnTo>
                  <a:pt x="3423042" y="563866"/>
                </a:lnTo>
                <a:lnTo>
                  <a:pt x="3407084" y="589266"/>
                </a:lnTo>
                <a:lnTo>
                  <a:pt x="3389818" y="601966"/>
                </a:lnTo>
                <a:lnTo>
                  <a:pt x="3373288" y="627366"/>
                </a:lnTo>
                <a:lnTo>
                  <a:pt x="3356635" y="652766"/>
                </a:lnTo>
                <a:lnTo>
                  <a:pt x="3336549" y="678166"/>
                </a:lnTo>
                <a:lnTo>
                  <a:pt x="3313292" y="716266"/>
                </a:lnTo>
                <a:lnTo>
                  <a:pt x="3287125" y="741666"/>
                </a:lnTo>
                <a:lnTo>
                  <a:pt x="3258310" y="779766"/>
                </a:lnTo>
                <a:lnTo>
                  <a:pt x="3227108" y="817866"/>
                </a:lnTo>
                <a:lnTo>
                  <a:pt x="3193781" y="855966"/>
                </a:lnTo>
                <a:lnTo>
                  <a:pt x="3158592" y="894066"/>
                </a:lnTo>
                <a:lnTo>
                  <a:pt x="3121801" y="932166"/>
                </a:lnTo>
                <a:lnTo>
                  <a:pt x="3083670" y="970266"/>
                </a:lnTo>
                <a:lnTo>
                  <a:pt x="3044462" y="1008366"/>
                </a:lnTo>
                <a:lnTo>
                  <a:pt x="3004437" y="1046466"/>
                </a:lnTo>
                <a:lnTo>
                  <a:pt x="2963857" y="1097266"/>
                </a:lnTo>
                <a:lnTo>
                  <a:pt x="2841407" y="1211566"/>
                </a:lnTo>
                <a:lnTo>
                  <a:pt x="2801226" y="1249666"/>
                </a:lnTo>
                <a:lnTo>
                  <a:pt x="2761799" y="1287766"/>
                </a:lnTo>
                <a:lnTo>
                  <a:pt x="2723387" y="1325866"/>
                </a:lnTo>
                <a:lnTo>
                  <a:pt x="2686253" y="1363966"/>
                </a:lnTo>
                <a:lnTo>
                  <a:pt x="2625281" y="1414766"/>
                </a:lnTo>
                <a:lnTo>
                  <a:pt x="2582454" y="1452866"/>
                </a:lnTo>
                <a:lnTo>
                  <a:pt x="2555926" y="1490966"/>
                </a:lnTo>
                <a:lnTo>
                  <a:pt x="2543848" y="1529066"/>
                </a:lnTo>
                <a:lnTo>
                  <a:pt x="2544376" y="1554466"/>
                </a:lnTo>
                <a:lnTo>
                  <a:pt x="2555660" y="1579866"/>
                </a:lnTo>
                <a:lnTo>
                  <a:pt x="2569919" y="1605266"/>
                </a:lnTo>
                <a:lnTo>
                  <a:pt x="2587683" y="1617966"/>
                </a:lnTo>
                <a:lnTo>
                  <a:pt x="2608522" y="1630666"/>
                </a:lnTo>
                <a:close/>
              </a:path>
              <a:path w="4668520" h="3390900">
                <a:moveTo>
                  <a:pt x="1833070" y="1440166"/>
                </a:moveTo>
                <a:lnTo>
                  <a:pt x="1902240" y="1440166"/>
                </a:lnTo>
                <a:lnTo>
                  <a:pt x="1934568" y="1427466"/>
                </a:lnTo>
                <a:lnTo>
                  <a:pt x="1972323" y="1414766"/>
                </a:lnTo>
                <a:lnTo>
                  <a:pt x="2016345" y="1389366"/>
                </a:lnTo>
                <a:lnTo>
                  <a:pt x="2067475" y="1351266"/>
                </a:lnTo>
                <a:lnTo>
                  <a:pt x="2126554" y="1313166"/>
                </a:lnTo>
                <a:lnTo>
                  <a:pt x="2162338" y="1287766"/>
                </a:lnTo>
                <a:lnTo>
                  <a:pt x="2201274" y="1262366"/>
                </a:lnTo>
                <a:lnTo>
                  <a:pt x="2242857" y="1236966"/>
                </a:lnTo>
                <a:lnTo>
                  <a:pt x="2286581" y="1198866"/>
                </a:lnTo>
                <a:lnTo>
                  <a:pt x="2331941" y="1160766"/>
                </a:lnTo>
                <a:lnTo>
                  <a:pt x="2378430" y="1135366"/>
                </a:lnTo>
                <a:lnTo>
                  <a:pt x="2519618" y="1021066"/>
                </a:lnTo>
                <a:lnTo>
                  <a:pt x="2565569" y="982966"/>
                </a:lnTo>
                <a:lnTo>
                  <a:pt x="2610121" y="957566"/>
                </a:lnTo>
                <a:lnTo>
                  <a:pt x="2652768" y="919466"/>
                </a:lnTo>
                <a:lnTo>
                  <a:pt x="2693005" y="881366"/>
                </a:lnTo>
                <a:lnTo>
                  <a:pt x="2730326" y="855966"/>
                </a:lnTo>
                <a:lnTo>
                  <a:pt x="2764225" y="830566"/>
                </a:lnTo>
                <a:lnTo>
                  <a:pt x="2794197" y="805166"/>
                </a:lnTo>
                <a:lnTo>
                  <a:pt x="2819736" y="779766"/>
                </a:lnTo>
                <a:lnTo>
                  <a:pt x="2840336" y="767066"/>
                </a:lnTo>
                <a:lnTo>
                  <a:pt x="2870663" y="728966"/>
                </a:lnTo>
                <a:lnTo>
                  <a:pt x="2896594" y="690866"/>
                </a:lnTo>
                <a:lnTo>
                  <a:pt x="2914681" y="652766"/>
                </a:lnTo>
                <a:lnTo>
                  <a:pt x="2921476" y="627366"/>
                </a:lnTo>
                <a:lnTo>
                  <a:pt x="2916119" y="601966"/>
                </a:lnTo>
                <a:lnTo>
                  <a:pt x="2902514" y="576566"/>
                </a:lnTo>
                <a:lnTo>
                  <a:pt x="2884363" y="551166"/>
                </a:lnTo>
                <a:lnTo>
                  <a:pt x="2865367" y="538466"/>
                </a:lnTo>
                <a:lnTo>
                  <a:pt x="2791806" y="538466"/>
                </a:lnTo>
                <a:lnTo>
                  <a:pt x="2765940" y="551166"/>
                </a:lnTo>
                <a:lnTo>
                  <a:pt x="2753667" y="551166"/>
                </a:lnTo>
                <a:lnTo>
                  <a:pt x="2731505" y="576566"/>
                </a:lnTo>
                <a:lnTo>
                  <a:pt x="2700706" y="601966"/>
                </a:lnTo>
                <a:lnTo>
                  <a:pt x="2662519" y="627366"/>
                </a:lnTo>
                <a:lnTo>
                  <a:pt x="2618196" y="665466"/>
                </a:lnTo>
                <a:lnTo>
                  <a:pt x="2568987" y="703566"/>
                </a:lnTo>
                <a:lnTo>
                  <a:pt x="2516143" y="741666"/>
                </a:lnTo>
                <a:lnTo>
                  <a:pt x="2460914" y="792466"/>
                </a:lnTo>
                <a:lnTo>
                  <a:pt x="2395823" y="843266"/>
                </a:lnTo>
                <a:lnTo>
                  <a:pt x="2334960" y="894066"/>
                </a:lnTo>
                <a:lnTo>
                  <a:pt x="2278171" y="932166"/>
                </a:lnTo>
                <a:lnTo>
                  <a:pt x="2225301" y="982966"/>
                </a:lnTo>
                <a:lnTo>
                  <a:pt x="2176197" y="1021066"/>
                </a:lnTo>
                <a:lnTo>
                  <a:pt x="2130705" y="1046466"/>
                </a:lnTo>
                <a:lnTo>
                  <a:pt x="2088670" y="1084566"/>
                </a:lnTo>
                <a:lnTo>
                  <a:pt x="2049938" y="1109966"/>
                </a:lnTo>
                <a:lnTo>
                  <a:pt x="2014354" y="1135366"/>
                </a:lnTo>
                <a:lnTo>
                  <a:pt x="1981766" y="1160766"/>
                </a:lnTo>
                <a:lnTo>
                  <a:pt x="1952018" y="1186166"/>
                </a:lnTo>
                <a:lnTo>
                  <a:pt x="1924957" y="1198866"/>
                </a:lnTo>
                <a:lnTo>
                  <a:pt x="1900428" y="1211566"/>
                </a:lnTo>
                <a:lnTo>
                  <a:pt x="1878278" y="1236966"/>
                </a:lnTo>
                <a:lnTo>
                  <a:pt x="1827981" y="1262366"/>
                </a:lnTo>
                <a:lnTo>
                  <a:pt x="1792698" y="1300466"/>
                </a:lnTo>
                <a:lnTo>
                  <a:pt x="1772273" y="1325866"/>
                </a:lnTo>
                <a:lnTo>
                  <a:pt x="1766554" y="1351266"/>
                </a:lnTo>
                <a:lnTo>
                  <a:pt x="1775388" y="1389366"/>
                </a:lnTo>
                <a:lnTo>
                  <a:pt x="1798620" y="1414766"/>
                </a:lnTo>
                <a:lnTo>
                  <a:pt x="1815300" y="1427466"/>
                </a:lnTo>
                <a:lnTo>
                  <a:pt x="1833070" y="1440166"/>
                </a:lnTo>
                <a:close/>
              </a:path>
              <a:path w="4668520" h="3390900">
                <a:moveTo>
                  <a:pt x="3426541" y="1821166"/>
                </a:moveTo>
                <a:lnTo>
                  <a:pt x="3483798" y="1821166"/>
                </a:lnTo>
                <a:lnTo>
                  <a:pt x="3504916" y="1808466"/>
                </a:lnTo>
                <a:lnTo>
                  <a:pt x="3548876" y="1783066"/>
                </a:lnTo>
                <a:lnTo>
                  <a:pt x="3573758" y="1757666"/>
                </a:lnTo>
                <a:lnTo>
                  <a:pt x="3601220" y="1732266"/>
                </a:lnTo>
                <a:lnTo>
                  <a:pt x="3630840" y="1694166"/>
                </a:lnTo>
                <a:lnTo>
                  <a:pt x="3662200" y="1656066"/>
                </a:lnTo>
                <a:lnTo>
                  <a:pt x="3694877" y="1617966"/>
                </a:lnTo>
                <a:lnTo>
                  <a:pt x="3728453" y="1567166"/>
                </a:lnTo>
                <a:lnTo>
                  <a:pt x="3796619" y="1465566"/>
                </a:lnTo>
                <a:lnTo>
                  <a:pt x="3830368" y="1414766"/>
                </a:lnTo>
                <a:lnTo>
                  <a:pt x="3863334" y="1363966"/>
                </a:lnTo>
                <a:lnTo>
                  <a:pt x="3895098" y="1313166"/>
                </a:lnTo>
                <a:lnTo>
                  <a:pt x="3925238" y="1262366"/>
                </a:lnTo>
                <a:lnTo>
                  <a:pt x="3953335" y="1211566"/>
                </a:lnTo>
                <a:lnTo>
                  <a:pt x="3978968" y="1160766"/>
                </a:lnTo>
                <a:lnTo>
                  <a:pt x="4001718" y="1122666"/>
                </a:lnTo>
                <a:lnTo>
                  <a:pt x="4021163" y="1071866"/>
                </a:lnTo>
                <a:lnTo>
                  <a:pt x="4036884" y="1033766"/>
                </a:lnTo>
                <a:lnTo>
                  <a:pt x="4048461" y="995666"/>
                </a:lnTo>
                <a:lnTo>
                  <a:pt x="4059006" y="957566"/>
                </a:lnTo>
                <a:lnTo>
                  <a:pt x="4058943" y="944866"/>
                </a:lnTo>
                <a:lnTo>
                  <a:pt x="4058818" y="919466"/>
                </a:lnTo>
                <a:lnTo>
                  <a:pt x="4047652" y="881366"/>
                </a:lnTo>
                <a:lnTo>
                  <a:pt x="4025261" y="855966"/>
                </a:lnTo>
                <a:lnTo>
                  <a:pt x="3998703" y="843266"/>
                </a:lnTo>
                <a:lnTo>
                  <a:pt x="3969261" y="830566"/>
                </a:lnTo>
                <a:lnTo>
                  <a:pt x="3939416" y="843266"/>
                </a:lnTo>
                <a:lnTo>
                  <a:pt x="3911647" y="855966"/>
                </a:lnTo>
                <a:lnTo>
                  <a:pt x="3898815" y="868666"/>
                </a:lnTo>
                <a:lnTo>
                  <a:pt x="3883996" y="881366"/>
                </a:lnTo>
                <a:lnTo>
                  <a:pt x="3868103" y="919466"/>
                </a:lnTo>
                <a:lnTo>
                  <a:pt x="3852049" y="957566"/>
                </a:lnTo>
                <a:lnTo>
                  <a:pt x="3837632" y="982966"/>
                </a:lnTo>
                <a:lnTo>
                  <a:pt x="3820177" y="1021066"/>
                </a:lnTo>
                <a:lnTo>
                  <a:pt x="3799952" y="1059166"/>
                </a:lnTo>
                <a:lnTo>
                  <a:pt x="3777227" y="1097266"/>
                </a:lnTo>
                <a:lnTo>
                  <a:pt x="3752272" y="1148066"/>
                </a:lnTo>
                <a:lnTo>
                  <a:pt x="3725353" y="1186166"/>
                </a:lnTo>
                <a:lnTo>
                  <a:pt x="3696742" y="1236966"/>
                </a:lnTo>
                <a:lnTo>
                  <a:pt x="3666706" y="1275066"/>
                </a:lnTo>
                <a:lnTo>
                  <a:pt x="3635514" y="1325866"/>
                </a:lnTo>
                <a:lnTo>
                  <a:pt x="3603436" y="1376666"/>
                </a:lnTo>
                <a:lnTo>
                  <a:pt x="3570741" y="1414766"/>
                </a:lnTo>
                <a:lnTo>
                  <a:pt x="3537697" y="1452866"/>
                </a:lnTo>
                <a:lnTo>
                  <a:pt x="3504573" y="1503666"/>
                </a:lnTo>
                <a:lnTo>
                  <a:pt x="3471639" y="1541766"/>
                </a:lnTo>
                <a:lnTo>
                  <a:pt x="3418124" y="1605266"/>
                </a:lnTo>
                <a:lnTo>
                  <a:pt x="3381407" y="1656066"/>
                </a:lnTo>
                <a:lnTo>
                  <a:pt x="3360325" y="1694166"/>
                </a:lnTo>
                <a:lnTo>
                  <a:pt x="3353713" y="1732266"/>
                </a:lnTo>
                <a:lnTo>
                  <a:pt x="3360409" y="1757666"/>
                </a:lnTo>
                <a:lnTo>
                  <a:pt x="3379247" y="1783066"/>
                </a:lnTo>
                <a:lnTo>
                  <a:pt x="3393845" y="1808466"/>
                </a:lnTo>
                <a:lnTo>
                  <a:pt x="3409621" y="1808466"/>
                </a:lnTo>
                <a:lnTo>
                  <a:pt x="3426541" y="1821166"/>
                </a:lnTo>
                <a:close/>
              </a:path>
              <a:path w="4668520" h="3390900">
                <a:moveTo>
                  <a:pt x="1245957" y="1656066"/>
                </a:moveTo>
                <a:lnTo>
                  <a:pt x="1278765" y="1656066"/>
                </a:lnTo>
                <a:lnTo>
                  <a:pt x="1330794" y="1643366"/>
                </a:lnTo>
                <a:lnTo>
                  <a:pt x="1454846" y="1592566"/>
                </a:lnTo>
                <a:lnTo>
                  <a:pt x="1508037" y="1579866"/>
                </a:lnTo>
                <a:lnTo>
                  <a:pt x="1542784" y="1554466"/>
                </a:lnTo>
                <a:lnTo>
                  <a:pt x="1577789" y="1516366"/>
                </a:lnTo>
                <a:lnTo>
                  <a:pt x="1592788" y="1478266"/>
                </a:lnTo>
                <a:lnTo>
                  <a:pt x="1586856" y="1427466"/>
                </a:lnTo>
                <a:lnTo>
                  <a:pt x="1559065" y="1389366"/>
                </a:lnTo>
                <a:lnTo>
                  <a:pt x="1528616" y="1376666"/>
                </a:lnTo>
                <a:lnTo>
                  <a:pt x="1490999" y="1376666"/>
                </a:lnTo>
                <a:lnTo>
                  <a:pt x="1442426" y="1389366"/>
                </a:lnTo>
                <a:lnTo>
                  <a:pt x="1379108" y="1402066"/>
                </a:lnTo>
                <a:lnTo>
                  <a:pt x="1232100" y="1465566"/>
                </a:lnTo>
                <a:lnTo>
                  <a:pt x="1194634" y="1490966"/>
                </a:lnTo>
                <a:lnTo>
                  <a:pt x="1172616" y="1503666"/>
                </a:lnTo>
                <a:lnTo>
                  <a:pt x="1159612" y="1529066"/>
                </a:lnTo>
                <a:lnTo>
                  <a:pt x="1149310" y="1579866"/>
                </a:lnTo>
                <a:lnTo>
                  <a:pt x="1163101" y="1617966"/>
                </a:lnTo>
                <a:lnTo>
                  <a:pt x="1196734" y="1643366"/>
                </a:lnTo>
                <a:lnTo>
                  <a:pt x="1245957" y="1656066"/>
                </a:lnTo>
                <a:close/>
              </a:path>
              <a:path w="4668520" h="3390900">
                <a:moveTo>
                  <a:pt x="100339" y="1808466"/>
                </a:moveTo>
                <a:lnTo>
                  <a:pt x="571582" y="1808466"/>
                </a:lnTo>
                <a:lnTo>
                  <a:pt x="632900" y="1795766"/>
                </a:lnTo>
                <a:lnTo>
                  <a:pt x="691148" y="1795766"/>
                </a:lnTo>
                <a:lnTo>
                  <a:pt x="745547" y="1783066"/>
                </a:lnTo>
                <a:lnTo>
                  <a:pt x="795318" y="1770366"/>
                </a:lnTo>
                <a:lnTo>
                  <a:pt x="839683" y="1757666"/>
                </a:lnTo>
                <a:lnTo>
                  <a:pt x="877864" y="1744966"/>
                </a:lnTo>
                <a:lnTo>
                  <a:pt x="909082" y="1744966"/>
                </a:lnTo>
                <a:lnTo>
                  <a:pt x="932558" y="1732266"/>
                </a:lnTo>
                <a:lnTo>
                  <a:pt x="963715" y="1694166"/>
                </a:lnTo>
                <a:lnTo>
                  <a:pt x="987323" y="1668766"/>
                </a:lnTo>
                <a:lnTo>
                  <a:pt x="1000628" y="1630666"/>
                </a:lnTo>
                <a:lnTo>
                  <a:pt x="1000711" y="1617966"/>
                </a:lnTo>
                <a:lnTo>
                  <a:pt x="1000795" y="1605266"/>
                </a:lnTo>
                <a:lnTo>
                  <a:pt x="988450" y="1567166"/>
                </a:lnTo>
                <a:lnTo>
                  <a:pt x="942411" y="1529066"/>
                </a:lnTo>
                <a:lnTo>
                  <a:pt x="851751" y="1529066"/>
                </a:lnTo>
                <a:lnTo>
                  <a:pt x="767719" y="1554466"/>
                </a:lnTo>
                <a:lnTo>
                  <a:pt x="718090" y="1567166"/>
                </a:lnTo>
                <a:lnTo>
                  <a:pt x="665624" y="1567166"/>
                </a:lnTo>
                <a:lnTo>
                  <a:pt x="555073" y="1592566"/>
                </a:lnTo>
                <a:lnTo>
                  <a:pt x="498432" y="1592566"/>
                </a:lnTo>
                <a:lnTo>
                  <a:pt x="441846" y="1605266"/>
                </a:lnTo>
                <a:lnTo>
                  <a:pt x="0" y="1605266"/>
                </a:lnTo>
                <a:lnTo>
                  <a:pt x="0" y="1770366"/>
                </a:lnTo>
                <a:lnTo>
                  <a:pt x="31901" y="1783066"/>
                </a:lnTo>
                <a:lnTo>
                  <a:pt x="65373" y="1795766"/>
                </a:lnTo>
                <a:lnTo>
                  <a:pt x="100339" y="1808466"/>
                </a:lnTo>
                <a:close/>
              </a:path>
              <a:path w="4668520" h="3390900">
                <a:moveTo>
                  <a:pt x="0" y="1605266"/>
                </a:moveTo>
                <a:lnTo>
                  <a:pt x="143939" y="1605266"/>
                </a:lnTo>
                <a:lnTo>
                  <a:pt x="107969" y="1592566"/>
                </a:lnTo>
                <a:lnTo>
                  <a:pt x="77835" y="1592566"/>
                </a:lnTo>
                <a:lnTo>
                  <a:pt x="21716" y="1579866"/>
                </a:lnTo>
                <a:lnTo>
                  <a:pt x="0" y="1579866"/>
                </a:lnTo>
                <a:lnTo>
                  <a:pt x="0" y="1605266"/>
                </a:lnTo>
                <a:close/>
              </a:path>
              <a:path w="4668520" h="3390900">
                <a:moveTo>
                  <a:pt x="947373" y="2405366"/>
                </a:moveTo>
                <a:lnTo>
                  <a:pt x="1019267" y="2405366"/>
                </a:lnTo>
                <a:lnTo>
                  <a:pt x="1051750" y="2392666"/>
                </a:lnTo>
                <a:lnTo>
                  <a:pt x="1093160" y="2392666"/>
                </a:lnTo>
                <a:lnTo>
                  <a:pt x="1141820" y="2379966"/>
                </a:lnTo>
                <a:lnTo>
                  <a:pt x="1196052" y="2367266"/>
                </a:lnTo>
                <a:lnTo>
                  <a:pt x="1254180" y="2354566"/>
                </a:lnTo>
                <a:lnTo>
                  <a:pt x="1314525" y="2329166"/>
                </a:lnTo>
                <a:lnTo>
                  <a:pt x="1435157" y="2303766"/>
                </a:lnTo>
                <a:lnTo>
                  <a:pt x="1492089" y="2278366"/>
                </a:lnTo>
                <a:lnTo>
                  <a:pt x="1544528" y="2265666"/>
                </a:lnTo>
                <a:lnTo>
                  <a:pt x="1603130" y="2240266"/>
                </a:lnTo>
                <a:lnTo>
                  <a:pt x="1660867" y="2227566"/>
                </a:lnTo>
                <a:lnTo>
                  <a:pt x="1717350" y="2202166"/>
                </a:lnTo>
                <a:lnTo>
                  <a:pt x="1772191" y="2176766"/>
                </a:lnTo>
                <a:lnTo>
                  <a:pt x="1825002" y="2151366"/>
                </a:lnTo>
                <a:lnTo>
                  <a:pt x="1875394" y="2125966"/>
                </a:lnTo>
                <a:lnTo>
                  <a:pt x="1922980" y="2100566"/>
                </a:lnTo>
                <a:lnTo>
                  <a:pt x="1967370" y="2087866"/>
                </a:lnTo>
                <a:lnTo>
                  <a:pt x="2008177" y="2062466"/>
                </a:lnTo>
                <a:lnTo>
                  <a:pt x="2045013" y="2037066"/>
                </a:lnTo>
                <a:lnTo>
                  <a:pt x="2077488" y="2011666"/>
                </a:lnTo>
                <a:lnTo>
                  <a:pt x="2105215" y="1998966"/>
                </a:lnTo>
                <a:lnTo>
                  <a:pt x="2127804" y="1973566"/>
                </a:lnTo>
                <a:lnTo>
                  <a:pt x="2158244" y="1935466"/>
                </a:lnTo>
                <a:lnTo>
                  <a:pt x="2170831" y="1897366"/>
                </a:lnTo>
                <a:lnTo>
                  <a:pt x="2165605" y="1859266"/>
                </a:lnTo>
                <a:lnTo>
                  <a:pt x="2142602" y="1821166"/>
                </a:lnTo>
                <a:lnTo>
                  <a:pt x="2109193" y="1795766"/>
                </a:lnTo>
                <a:lnTo>
                  <a:pt x="2070260" y="1795766"/>
                </a:lnTo>
                <a:lnTo>
                  <a:pt x="2025641" y="1808466"/>
                </a:lnTo>
                <a:lnTo>
                  <a:pt x="1975175" y="1833866"/>
                </a:lnTo>
                <a:lnTo>
                  <a:pt x="1950972" y="1859266"/>
                </a:lnTo>
                <a:lnTo>
                  <a:pt x="1923767" y="1871966"/>
                </a:lnTo>
                <a:lnTo>
                  <a:pt x="1893591" y="1884666"/>
                </a:lnTo>
                <a:lnTo>
                  <a:pt x="1860477" y="1910066"/>
                </a:lnTo>
                <a:lnTo>
                  <a:pt x="1824457" y="1922766"/>
                </a:lnTo>
                <a:lnTo>
                  <a:pt x="1785563" y="1935466"/>
                </a:lnTo>
                <a:lnTo>
                  <a:pt x="1743828" y="1960866"/>
                </a:lnTo>
                <a:lnTo>
                  <a:pt x="1699283" y="1973566"/>
                </a:lnTo>
                <a:lnTo>
                  <a:pt x="1651961" y="1998966"/>
                </a:lnTo>
                <a:lnTo>
                  <a:pt x="1601895" y="2011666"/>
                </a:lnTo>
                <a:lnTo>
                  <a:pt x="1549115" y="2037066"/>
                </a:lnTo>
                <a:lnTo>
                  <a:pt x="1493655" y="2049766"/>
                </a:lnTo>
                <a:lnTo>
                  <a:pt x="1435547" y="2062466"/>
                </a:lnTo>
                <a:lnTo>
                  <a:pt x="1374823" y="2087866"/>
                </a:lnTo>
                <a:lnTo>
                  <a:pt x="1311515" y="2100566"/>
                </a:lnTo>
                <a:lnTo>
                  <a:pt x="1245655" y="2125966"/>
                </a:lnTo>
                <a:lnTo>
                  <a:pt x="1177276" y="2138666"/>
                </a:lnTo>
                <a:lnTo>
                  <a:pt x="1106410" y="2164066"/>
                </a:lnTo>
                <a:lnTo>
                  <a:pt x="1018961" y="2176766"/>
                </a:lnTo>
                <a:lnTo>
                  <a:pt x="957607" y="2202166"/>
                </a:lnTo>
                <a:lnTo>
                  <a:pt x="917185" y="2227566"/>
                </a:lnTo>
                <a:lnTo>
                  <a:pt x="892532" y="2252966"/>
                </a:lnTo>
                <a:lnTo>
                  <a:pt x="878484" y="2278366"/>
                </a:lnTo>
                <a:lnTo>
                  <a:pt x="872541" y="2316466"/>
                </a:lnTo>
                <a:lnTo>
                  <a:pt x="883205" y="2354566"/>
                </a:lnTo>
                <a:lnTo>
                  <a:pt x="908731" y="2379966"/>
                </a:lnTo>
                <a:lnTo>
                  <a:pt x="947373" y="2405366"/>
                </a:lnTo>
                <a:close/>
              </a:path>
              <a:path w="4668520" h="3390900">
                <a:moveTo>
                  <a:pt x="2997064" y="2202166"/>
                </a:moveTo>
                <a:lnTo>
                  <a:pt x="3010524" y="2202166"/>
                </a:lnTo>
                <a:lnTo>
                  <a:pt x="3017424" y="2189466"/>
                </a:lnTo>
                <a:lnTo>
                  <a:pt x="3024421" y="2189466"/>
                </a:lnTo>
                <a:lnTo>
                  <a:pt x="3053882" y="2176766"/>
                </a:lnTo>
                <a:lnTo>
                  <a:pt x="3096802" y="2138666"/>
                </a:lnTo>
                <a:lnTo>
                  <a:pt x="3145819" y="2100566"/>
                </a:lnTo>
                <a:lnTo>
                  <a:pt x="3193572" y="2062466"/>
                </a:lnTo>
                <a:lnTo>
                  <a:pt x="3232698" y="2011666"/>
                </a:lnTo>
                <a:lnTo>
                  <a:pt x="3255836" y="1986266"/>
                </a:lnTo>
                <a:lnTo>
                  <a:pt x="3268603" y="1935466"/>
                </a:lnTo>
                <a:lnTo>
                  <a:pt x="3265699" y="1897366"/>
                </a:lnTo>
                <a:lnTo>
                  <a:pt x="3248305" y="1859266"/>
                </a:lnTo>
                <a:lnTo>
                  <a:pt x="3217606" y="1833866"/>
                </a:lnTo>
                <a:lnTo>
                  <a:pt x="3156020" y="1833866"/>
                </a:lnTo>
                <a:lnTo>
                  <a:pt x="3119527" y="1846566"/>
                </a:lnTo>
                <a:lnTo>
                  <a:pt x="3071778" y="1884666"/>
                </a:lnTo>
                <a:lnTo>
                  <a:pt x="3007181" y="1948166"/>
                </a:lnTo>
                <a:lnTo>
                  <a:pt x="2946148" y="2011666"/>
                </a:lnTo>
                <a:lnTo>
                  <a:pt x="2910516" y="2062466"/>
                </a:lnTo>
                <a:lnTo>
                  <a:pt x="2889729" y="2100566"/>
                </a:lnTo>
                <a:lnTo>
                  <a:pt x="2897821" y="2151366"/>
                </a:lnTo>
                <a:lnTo>
                  <a:pt x="2920251" y="2176766"/>
                </a:lnTo>
                <a:lnTo>
                  <a:pt x="2954255" y="2189466"/>
                </a:lnTo>
                <a:lnTo>
                  <a:pt x="2997064" y="2202166"/>
                </a:lnTo>
                <a:close/>
              </a:path>
              <a:path w="4668520" h="3390900">
                <a:moveTo>
                  <a:pt x="395194" y="2494266"/>
                </a:moveTo>
                <a:lnTo>
                  <a:pt x="497279" y="2494266"/>
                </a:lnTo>
                <a:lnTo>
                  <a:pt x="524384" y="2481566"/>
                </a:lnTo>
                <a:lnTo>
                  <a:pt x="589610" y="2468866"/>
                </a:lnTo>
                <a:lnTo>
                  <a:pt x="643537" y="2443466"/>
                </a:lnTo>
                <a:lnTo>
                  <a:pt x="685917" y="2418066"/>
                </a:lnTo>
                <a:lnTo>
                  <a:pt x="716498" y="2392666"/>
                </a:lnTo>
                <a:lnTo>
                  <a:pt x="741263" y="2341866"/>
                </a:lnTo>
                <a:lnTo>
                  <a:pt x="736552" y="2316466"/>
                </a:lnTo>
                <a:lnTo>
                  <a:pt x="723856" y="2291066"/>
                </a:lnTo>
                <a:lnTo>
                  <a:pt x="705327" y="2265666"/>
                </a:lnTo>
                <a:lnTo>
                  <a:pt x="683118" y="2252966"/>
                </a:lnTo>
                <a:lnTo>
                  <a:pt x="658775" y="2240266"/>
                </a:lnTo>
                <a:lnTo>
                  <a:pt x="608344" y="2240266"/>
                </a:lnTo>
                <a:lnTo>
                  <a:pt x="553747" y="2265666"/>
                </a:lnTo>
                <a:lnTo>
                  <a:pt x="518397" y="2278366"/>
                </a:lnTo>
                <a:lnTo>
                  <a:pt x="483102" y="2278366"/>
                </a:lnTo>
                <a:lnTo>
                  <a:pt x="451949" y="2291066"/>
                </a:lnTo>
                <a:lnTo>
                  <a:pt x="429027" y="2291066"/>
                </a:lnTo>
                <a:lnTo>
                  <a:pt x="387847" y="2316466"/>
                </a:lnTo>
                <a:lnTo>
                  <a:pt x="356787" y="2329166"/>
                </a:lnTo>
                <a:lnTo>
                  <a:pt x="336641" y="2367266"/>
                </a:lnTo>
                <a:lnTo>
                  <a:pt x="328202" y="2392666"/>
                </a:lnTo>
                <a:lnTo>
                  <a:pt x="332262" y="2430766"/>
                </a:lnTo>
                <a:lnTo>
                  <a:pt x="349617" y="2456166"/>
                </a:lnTo>
                <a:lnTo>
                  <a:pt x="381058" y="2481566"/>
                </a:lnTo>
                <a:lnTo>
                  <a:pt x="395194" y="2494266"/>
                </a:lnTo>
                <a:close/>
              </a:path>
              <a:path w="4668520" h="3390900">
                <a:moveTo>
                  <a:pt x="2172483" y="2824466"/>
                </a:moveTo>
                <a:lnTo>
                  <a:pt x="2214267" y="2824466"/>
                </a:lnTo>
                <a:lnTo>
                  <a:pt x="2247062" y="2811766"/>
                </a:lnTo>
                <a:lnTo>
                  <a:pt x="2286949" y="2799066"/>
                </a:lnTo>
                <a:lnTo>
                  <a:pt x="2335555" y="2760966"/>
                </a:lnTo>
                <a:lnTo>
                  <a:pt x="2378066" y="2735566"/>
                </a:lnTo>
                <a:lnTo>
                  <a:pt x="2424683" y="2697466"/>
                </a:lnTo>
                <a:lnTo>
                  <a:pt x="2473309" y="2672066"/>
                </a:lnTo>
                <a:lnTo>
                  <a:pt x="2521850" y="2633966"/>
                </a:lnTo>
                <a:lnTo>
                  <a:pt x="2568211" y="2595866"/>
                </a:lnTo>
                <a:lnTo>
                  <a:pt x="2610296" y="2557766"/>
                </a:lnTo>
                <a:lnTo>
                  <a:pt x="2646010" y="2519666"/>
                </a:lnTo>
                <a:lnTo>
                  <a:pt x="2673258" y="2494266"/>
                </a:lnTo>
                <a:lnTo>
                  <a:pt x="2689945" y="2481566"/>
                </a:lnTo>
                <a:lnTo>
                  <a:pt x="2708563" y="2443466"/>
                </a:lnTo>
                <a:lnTo>
                  <a:pt x="2714631" y="2405366"/>
                </a:lnTo>
                <a:lnTo>
                  <a:pt x="2708166" y="2367266"/>
                </a:lnTo>
                <a:lnTo>
                  <a:pt x="2689189" y="2341866"/>
                </a:lnTo>
                <a:lnTo>
                  <a:pt x="2656092" y="2316466"/>
                </a:lnTo>
                <a:lnTo>
                  <a:pt x="2618816" y="2303766"/>
                </a:lnTo>
                <a:lnTo>
                  <a:pt x="2577305" y="2329166"/>
                </a:lnTo>
                <a:lnTo>
                  <a:pt x="2531501" y="2354566"/>
                </a:lnTo>
                <a:lnTo>
                  <a:pt x="2499066" y="2379966"/>
                </a:lnTo>
                <a:lnTo>
                  <a:pt x="2460546" y="2418066"/>
                </a:lnTo>
                <a:lnTo>
                  <a:pt x="2417472" y="2443466"/>
                </a:lnTo>
                <a:lnTo>
                  <a:pt x="2371376" y="2481566"/>
                </a:lnTo>
                <a:lnTo>
                  <a:pt x="2276250" y="2557766"/>
                </a:lnTo>
                <a:lnTo>
                  <a:pt x="2230284" y="2583166"/>
                </a:lnTo>
                <a:lnTo>
                  <a:pt x="2176583" y="2621266"/>
                </a:lnTo>
                <a:lnTo>
                  <a:pt x="2138303" y="2659366"/>
                </a:lnTo>
                <a:lnTo>
                  <a:pt x="2115169" y="2697466"/>
                </a:lnTo>
                <a:lnTo>
                  <a:pt x="2106908" y="2722866"/>
                </a:lnTo>
                <a:lnTo>
                  <a:pt x="2113246" y="2760966"/>
                </a:lnTo>
                <a:lnTo>
                  <a:pt x="2133910" y="2799066"/>
                </a:lnTo>
                <a:lnTo>
                  <a:pt x="2146320" y="2811766"/>
                </a:lnTo>
                <a:lnTo>
                  <a:pt x="2159061" y="2811766"/>
                </a:lnTo>
                <a:lnTo>
                  <a:pt x="2172483" y="2824466"/>
                </a:lnTo>
                <a:close/>
              </a:path>
              <a:path w="4668520" h="3390900">
                <a:moveTo>
                  <a:pt x="0" y="2532366"/>
                </a:moveTo>
                <a:lnTo>
                  <a:pt x="793" y="2532366"/>
                </a:lnTo>
                <a:lnTo>
                  <a:pt x="17074" y="2519666"/>
                </a:lnTo>
                <a:lnTo>
                  <a:pt x="34226" y="2506966"/>
                </a:lnTo>
                <a:lnTo>
                  <a:pt x="56403" y="2468866"/>
                </a:lnTo>
                <a:lnTo>
                  <a:pt x="63589" y="2430766"/>
                </a:lnTo>
                <a:lnTo>
                  <a:pt x="55731" y="2405366"/>
                </a:lnTo>
                <a:lnTo>
                  <a:pt x="32773" y="2367266"/>
                </a:lnTo>
                <a:lnTo>
                  <a:pt x="19463" y="2367266"/>
                </a:lnTo>
                <a:lnTo>
                  <a:pt x="5881" y="2354566"/>
                </a:lnTo>
                <a:lnTo>
                  <a:pt x="0" y="2354566"/>
                </a:lnTo>
                <a:lnTo>
                  <a:pt x="0" y="2532366"/>
                </a:lnTo>
                <a:close/>
              </a:path>
              <a:path w="4668520" h="3390900">
                <a:moveTo>
                  <a:pt x="4327427" y="604762"/>
                </a:moveTo>
                <a:lnTo>
                  <a:pt x="4365728" y="594604"/>
                </a:lnTo>
                <a:lnTo>
                  <a:pt x="4411080" y="559171"/>
                </a:lnTo>
                <a:lnTo>
                  <a:pt x="4434090" y="528201"/>
                </a:lnTo>
                <a:lnTo>
                  <a:pt x="4459116" y="485649"/>
                </a:lnTo>
                <a:lnTo>
                  <a:pt x="4487505" y="429458"/>
                </a:lnTo>
                <a:lnTo>
                  <a:pt x="4520603" y="357566"/>
                </a:lnTo>
                <a:lnTo>
                  <a:pt x="4559754" y="267917"/>
                </a:lnTo>
                <a:lnTo>
                  <a:pt x="4582186" y="215073"/>
                </a:lnTo>
                <a:lnTo>
                  <a:pt x="4604192" y="161973"/>
                </a:lnTo>
                <a:lnTo>
                  <a:pt x="4625690" y="108846"/>
                </a:lnTo>
                <a:lnTo>
                  <a:pt x="4646596" y="55923"/>
                </a:lnTo>
                <a:lnTo>
                  <a:pt x="4666827" y="3434"/>
                </a:lnTo>
                <a:lnTo>
                  <a:pt x="4668118" y="0"/>
                </a:lnTo>
                <a:lnTo>
                  <a:pt x="4436593" y="0"/>
                </a:lnTo>
                <a:lnTo>
                  <a:pt x="4434800" y="4998"/>
                </a:lnTo>
                <a:lnTo>
                  <a:pt x="4415836" y="56888"/>
                </a:lnTo>
                <a:lnTo>
                  <a:pt x="4397172" y="106915"/>
                </a:lnTo>
                <a:lnTo>
                  <a:pt x="4379044" y="154395"/>
                </a:lnTo>
                <a:lnTo>
                  <a:pt x="4361685" y="198641"/>
                </a:lnTo>
                <a:lnTo>
                  <a:pt x="4330012" y="277070"/>
                </a:lnTo>
                <a:lnTo>
                  <a:pt x="4304317" y="338048"/>
                </a:lnTo>
                <a:lnTo>
                  <a:pt x="4283532" y="383800"/>
                </a:lnTo>
                <a:lnTo>
                  <a:pt x="4252421" y="438529"/>
                </a:lnTo>
                <a:lnTo>
                  <a:pt x="4239960" y="451958"/>
                </a:lnTo>
                <a:lnTo>
                  <a:pt x="4228689" y="471019"/>
                </a:lnTo>
                <a:lnTo>
                  <a:pt x="4223839" y="499900"/>
                </a:lnTo>
                <a:lnTo>
                  <a:pt x="4225749" y="531700"/>
                </a:lnTo>
                <a:lnTo>
                  <a:pt x="4234643" y="559171"/>
                </a:lnTo>
                <a:lnTo>
                  <a:pt x="4266216" y="587584"/>
                </a:lnTo>
                <a:lnTo>
                  <a:pt x="4312524" y="603648"/>
                </a:lnTo>
                <a:lnTo>
                  <a:pt x="4320127" y="604519"/>
                </a:lnTo>
                <a:lnTo>
                  <a:pt x="4327427" y="604762"/>
                </a:lnTo>
                <a:close/>
              </a:path>
              <a:path w="4668520" h="3390900">
                <a:moveTo>
                  <a:pt x="3843153" y="484947"/>
                </a:moveTo>
                <a:lnTo>
                  <a:pt x="3880900" y="477419"/>
                </a:lnTo>
                <a:lnTo>
                  <a:pt x="3917403" y="455373"/>
                </a:lnTo>
                <a:lnTo>
                  <a:pt x="3953078" y="410891"/>
                </a:lnTo>
                <a:lnTo>
                  <a:pt x="3973357" y="376304"/>
                </a:lnTo>
                <a:lnTo>
                  <a:pt x="3994786" y="334473"/>
                </a:lnTo>
                <a:lnTo>
                  <a:pt x="4017009" y="286136"/>
                </a:lnTo>
                <a:lnTo>
                  <a:pt x="4039668" y="232033"/>
                </a:lnTo>
                <a:lnTo>
                  <a:pt x="4062404" y="172903"/>
                </a:lnTo>
                <a:lnTo>
                  <a:pt x="4084859" y="109485"/>
                </a:lnTo>
                <a:lnTo>
                  <a:pt x="4108729" y="32634"/>
                </a:lnTo>
                <a:lnTo>
                  <a:pt x="4115978" y="0"/>
                </a:lnTo>
                <a:lnTo>
                  <a:pt x="3899362" y="0"/>
                </a:lnTo>
                <a:lnTo>
                  <a:pt x="3859199" y="117817"/>
                </a:lnTo>
                <a:lnTo>
                  <a:pt x="3837646" y="176387"/>
                </a:lnTo>
                <a:lnTo>
                  <a:pt x="3816836" y="228853"/>
                </a:lnTo>
                <a:lnTo>
                  <a:pt x="3798333" y="271276"/>
                </a:lnTo>
                <a:lnTo>
                  <a:pt x="3757823" y="350254"/>
                </a:lnTo>
                <a:lnTo>
                  <a:pt x="3747825" y="391566"/>
                </a:lnTo>
                <a:lnTo>
                  <a:pt x="3774920" y="456415"/>
                </a:lnTo>
                <a:lnTo>
                  <a:pt x="3806922" y="477962"/>
                </a:lnTo>
                <a:lnTo>
                  <a:pt x="3824683" y="483276"/>
                </a:lnTo>
                <a:lnTo>
                  <a:pt x="3843153" y="484947"/>
                </a:lnTo>
                <a:close/>
              </a:path>
              <a:path w="4668520" h="3390900">
                <a:moveTo>
                  <a:pt x="3165334" y="464257"/>
                </a:moveTo>
                <a:lnTo>
                  <a:pt x="3206733" y="456570"/>
                </a:lnTo>
                <a:lnTo>
                  <a:pt x="3245603" y="428895"/>
                </a:lnTo>
                <a:lnTo>
                  <a:pt x="3281490" y="384175"/>
                </a:lnTo>
                <a:lnTo>
                  <a:pt x="3308706" y="347750"/>
                </a:lnTo>
                <a:lnTo>
                  <a:pt x="3340520" y="304139"/>
                </a:lnTo>
                <a:lnTo>
                  <a:pt x="3375745" y="254986"/>
                </a:lnTo>
                <a:lnTo>
                  <a:pt x="3413193" y="201933"/>
                </a:lnTo>
                <a:lnTo>
                  <a:pt x="3451679" y="146625"/>
                </a:lnTo>
                <a:lnTo>
                  <a:pt x="3490013" y="90705"/>
                </a:lnTo>
                <a:lnTo>
                  <a:pt x="3517857" y="36708"/>
                </a:lnTo>
                <a:lnTo>
                  <a:pt x="3523233" y="0"/>
                </a:lnTo>
                <a:lnTo>
                  <a:pt x="3303827" y="0"/>
                </a:lnTo>
                <a:lnTo>
                  <a:pt x="3256124" y="63293"/>
                </a:lnTo>
                <a:lnTo>
                  <a:pt x="3212076" y="127290"/>
                </a:lnTo>
                <a:lnTo>
                  <a:pt x="3161555" y="204023"/>
                </a:lnTo>
                <a:lnTo>
                  <a:pt x="3121069" y="268192"/>
                </a:lnTo>
                <a:lnTo>
                  <a:pt x="3096204" y="312849"/>
                </a:lnTo>
                <a:lnTo>
                  <a:pt x="3080240" y="370413"/>
                </a:lnTo>
                <a:lnTo>
                  <a:pt x="3087162" y="408715"/>
                </a:lnTo>
                <a:lnTo>
                  <a:pt x="3105791" y="437877"/>
                </a:lnTo>
                <a:lnTo>
                  <a:pt x="3132917" y="456768"/>
                </a:lnTo>
                <a:lnTo>
                  <a:pt x="3165334" y="464257"/>
                </a:lnTo>
                <a:close/>
              </a:path>
            </a:pathLst>
          </a:custGeom>
          <a:solidFill>
            <a:srgbClr val="F5F6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669926" y="6431"/>
            <a:ext cx="5618480" cy="2298700"/>
          </a:xfrm>
          <a:custGeom>
            <a:avLst/>
            <a:gdLst/>
            <a:ahLst/>
            <a:cxnLst/>
            <a:rect l="l" t="t" r="r" b="b"/>
            <a:pathLst>
              <a:path w="5618480" h="2298700">
                <a:moveTo>
                  <a:pt x="3902489" y="2286000"/>
                </a:moveTo>
                <a:lnTo>
                  <a:pt x="3132001" y="2286000"/>
                </a:lnTo>
                <a:lnTo>
                  <a:pt x="3183691" y="2298700"/>
                </a:lnTo>
                <a:lnTo>
                  <a:pt x="3855743" y="2298700"/>
                </a:lnTo>
                <a:lnTo>
                  <a:pt x="3902489" y="2286000"/>
                </a:lnTo>
                <a:close/>
              </a:path>
              <a:path w="5618480" h="2298700">
                <a:moveTo>
                  <a:pt x="3998238" y="2273300"/>
                </a:moveTo>
                <a:lnTo>
                  <a:pt x="3028956" y="2273300"/>
                </a:lnTo>
                <a:lnTo>
                  <a:pt x="3080424" y="2286000"/>
                </a:lnTo>
                <a:lnTo>
                  <a:pt x="3949068" y="2286000"/>
                </a:lnTo>
                <a:lnTo>
                  <a:pt x="3998238" y="2273300"/>
                </a:lnTo>
                <a:close/>
              </a:path>
              <a:path w="5618480" h="2298700">
                <a:moveTo>
                  <a:pt x="4096314" y="2260600"/>
                </a:moveTo>
                <a:lnTo>
                  <a:pt x="2926346" y="2260600"/>
                </a:lnTo>
                <a:lnTo>
                  <a:pt x="2977597" y="2273300"/>
                </a:lnTo>
                <a:lnTo>
                  <a:pt x="4047322" y="2273300"/>
                </a:lnTo>
                <a:lnTo>
                  <a:pt x="4096314" y="2260600"/>
                </a:lnTo>
                <a:close/>
              </a:path>
              <a:path w="5618480" h="2298700">
                <a:moveTo>
                  <a:pt x="5618073" y="1574800"/>
                </a:moveTo>
                <a:lnTo>
                  <a:pt x="5605660" y="1574800"/>
                </a:lnTo>
                <a:lnTo>
                  <a:pt x="5562843" y="1612900"/>
                </a:lnTo>
                <a:lnTo>
                  <a:pt x="5431769" y="1689100"/>
                </a:lnTo>
                <a:lnTo>
                  <a:pt x="5204931" y="1816100"/>
                </a:lnTo>
                <a:lnTo>
                  <a:pt x="5158775" y="1828800"/>
                </a:lnTo>
                <a:lnTo>
                  <a:pt x="5018744" y="1905000"/>
                </a:lnTo>
                <a:lnTo>
                  <a:pt x="4971549" y="1917700"/>
                </a:lnTo>
                <a:lnTo>
                  <a:pt x="4924095" y="1943100"/>
                </a:lnTo>
                <a:lnTo>
                  <a:pt x="4876383" y="1955800"/>
                </a:lnTo>
                <a:lnTo>
                  <a:pt x="4828415" y="1981200"/>
                </a:lnTo>
                <a:lnTo>
                  <a:pt x="4682976" y="2019300"/>
                </a:lnTo>
                <a:lnTo>
                  <a:pt x="4633988" y="2044700"/>
                </a:lnTo>
                <a:lnTo>
                  <a:pt x="4284642" y="2133600"/>
                </a:lnTo>
                <a:lnTo>
                  <a:pt x="4234402" y="2133600"/>
                </a:lnTo>
                <a:lnTo>
                  <a:pt x="4133578" y="2159000"/>
                </a:lnTo>
                <a:lnTo>
                  <a:pt x="4082998" y="2159000"/>
                </a:lnTo>
                <a:lnTo>
                  <a:pt x="3981511" y="2184400"/>
                </a:lnTo>
                <a:lnTo>
                  <a:pt x="3879602" y="2184400"/>
                </a:lnTo>
                <a:lnTo>
                  <a:pt x="3828760" y="2197100"/>
                </a:lnTo>
                <a:lnTo>
                  <a:pt x="3676304" y="2197100"/>
                </a:lnTo>
                <a:lnTo>
                  <a:pt x="3625479" y="2209800"/>
                </a:lnTo>
                <a:lnTo>
                  <a:pt x="2671659" y="2209800"/>
                </a:lnTo>
                <a:lnTo>
                  <a:pt x="2875202" y="2260600"/>
                </a:lnTo>
                <a:lnTo>
                  <a:pt x="4145211" y="2260600"/>
                </a:lnTo>
                <a:lnTo>
                  <a:pt x="4242702" y="2235200"/>
                </a:lnTo>
                <a:lnTo>
                  <a:pt x="4291286" y="2235200"/>
                </a:lnTo>
                <a:lnTo>
                  <a:pt x="4723916" y="2120900"/>
                </a:lnTo>
                <a:lnTo>
                  <a:pt x="4771237" y="2095500"/>
                </a:lnTo>
                <a:lnTo>
                  <a:pt x="4865194" y="2070100"/>
                </a:lnTo>
                <a:lnTo>
                  <a:pt x="4911824" y="2044700"/>
                </a:lnTo>
                <a:lnTo>
                  <a:pt x="4958220" y="2032000"/>
                </a:lnTo>
                <a:lnTo>
                  <a:pt x="5004379" y="2006600"/>
                </a:lnTo>
                <a:lnTo>
                  <a:pt x="5050297" y="1993900"/>
                </a:lnTo>
                <a:lnTo>
                  <a:pt x="5095972" y="1968500"/>
                </a:lnTo>
                <a:lnTo>
                  <a:pt x="5141402" y="1955800"/>
                </a:lnTo>
                <a:lnTo>
                  <a:pt x="5231517" y="1905000"/>
                </a:lnTo>
                <a:lnTo>
                  <a:pt x="5276196" y="1892300"/>
                </a:lnTo>
                <a:lnTo>
                  <a:pt x="5455630" y="1790700"/>
                </a:lnTo>
                <a:lnTo>
                  <a:pt x="5586310" y="1714500"/>
                </a:lnTo>
                <a:lnTo>
                  <a:pt x="5618073" y="1689100"/>
                </a:lnTo>
                <a:lnTo>
                  <a:pt x="5618073" y="1574800"/>
                </a:lnTo>
                <a:close/>
              </a:path>
              <a:path w="5618480" h="2298700">
                <a:moveTo>
                  <a:pt x="107859" y="0"/>
                </a:moveTo>
                <a:lnTo>
                  <a:pt x="0" y="0"/>
                </a:lnTo>
                <a:lnTo>
                  <a:pt x="13934" y="38100"/>
                </a:lnTo>
                <a:lnTo>
                  <a:pt x="33892" y="76200"/>
                </a:lnTo>
                <a:lnTo>
                  <a:pt x="54538" y="127000"/>
                </a:lnTo>
                <a:lnTo>
                  <a:pt x="75872" y="177800"/>
                </a:lnTo>
                <a:lnTo>
                  <a:pt x="97894" y="215900"/>
                </a:lnTo>
                <a:lnTo>
                  <a:pt x="120603" y="266700"/>
                </a:lnTo>
                <a:lnTo>
                  <a:pt x="144002" y="317500"/>
                </a:lnTo>
                <a:lnTo>
                  <a:pt x="168088" y="355600"/>
                </a:lnTo>
                <a:lnTo>
                  <a:pt x="192863" y="406400"/>
                </a:lnTo>
                <a:lnTo>
                  <a:pt x="218327" y="444500"/>
                </a:lnTo>
                <a:lnTo>
                  <a:pt x="244479" y="495300"/>
                </a:lnTo>
                <a:lnTo>
                  <a:pt x="271321" y="533400"/>
                </a:lnTo>
                <a:lnTo>
                  <a:pt x="298852" y="584200"/>
                </a:lnTo>
                <a:lnTo>
                  <a:pt x="327072" y="622300"/>
                </a:lnTo>
                <a:lnTo>
                  <a:pt x="355738" y="660400"/>
                </a:lnTo>
                <a:lnTo>
                  <a:pt x="384946" y="711200"/>
                </a:lnTo>
                <a:lnTo>
                  <a:pt x="414696" y="749300"/>
                </a:lnTo>
                <a:lnTo>
                  <a:pt x="444987" y="787400"/>
                </a:lnTo>
                <a:lnTo>
                  <a:pt x="475821" y="825500"/>
                </a:lnTo>
                <a:lnTo>
                  <a:pt x="507195" y="876300"/>
                </a:lnTo>
                <a:lnTo>
                  <a:pt x="539110" y="914400"/>
                </a:lnTo>
                <a:lnTo>
                  <a:pt x="571566" y="952500"/>
                </a:lnTo>
                <a:lnTo>
                  <a:pt x="604561" y="990600"/>
                </a:lnTo>
                <a:lnTo>
                  <a:pt x="638097" y="1028700"/>
                </a:lnTo>
                <a:lnTo>
                  <a:pt x="672171" y="1066800"/>
                </a:lnTo>
                <a:lnTo>
                  <a:pt x="706785" y="1104900"/>
                </a:lnTo>
                <a:lnTo>
                  <a:pt x="741938" y="1143000"/>
                </a:lnTo>
                <a:lnTo>
                  <a:pt x="777630" y="1181100"/>
                </a:lnTo>
                <a:lnTo>
                  <a:pt x="813859" y="1219200"/>
                </a:lnTo>
                <a:lnTo>
                  <a:pt x="850627" y="1244600"/>
                </a:lnTo>
                <a:lnTo>
                  <a:pt x="887932" y="1282700"/>
                </a:lnTo>
                <a:lnTo>
                  <a:pt x="925774" y="1320800"/>
                </a:lnTo>
                <a:lnTo>
                  <a:pt x="964153" y="1358900"/>
                </a:lnTo>
                <a:lnTo>
                  <a:pt x="1003068" y="1384300"/>
                </a:lnTo>
                <a:lnTo>
                  <a:pt x="1082943" y="1460500"/>
                </a:lnTo>
                <a:lnTo>
                  <a:pt x="1123474" y="1485900"/>
                </a:lnTo>
                <a:lnTo>
                  <a:pt x="1164400" y="1524000"/>
                </a:lnTo>
                <a:lnTo>
                  <a:pt x="1247431" y="1574800"/>
                </a:lnTo>
                <a:lnTo>
                  <a:pt x="1289535" y="1612900"/>
                </a:lnTo>
                <a:lnTo>
                  <a:pt x="1374915" y="1663700"/>
                </a:lnTo>
                <a:lnTo>
                  <a:pt x="1418190" y="1701800"/>
                </a:lnTo>
                <a:lnTo>
                  <a:pt x="1461854" y="1727200"/>
                </a:lnTo>
                <a:lnTo>
                  <a:pt x="1595170" y="1803400"/>
                </a:lnTo>
                <a:lnTo>
                  <a:pt x="1778316" y="1905000"/>
                </a:lnTo>
                <a:lnTo>
                  <a:pt x="1822785" y="1917700"/>
                </a:lnTo>
                <a:lnTo>
                  <a:pt x="1912417" y="1968500"/>
                </a:lnTo>
                <a:lnTo>
                  <a:pt x="1957579" y="1981200"/>
                </a:lnTo>
                <a:lnTo>
                  <a:pt x="2002973" y="2006600"/>
                </a:lnTo>
                <a:lnTo>
                  <a:pt x="2048599" y="2019300"/>
                </a:lnTo>
                <a:lnTo>
                  <a:pt x="2094457" y="2044700"/>
                </a:lnTo>
                <a:lnTo>
                  <a:pt x="2186871" y="2070100"/>
                </a:lnTo>
                <a:lnTo>
                  <a:pt x="2233427" y="2095500"/>
                </a:lnTo>
                <a:lnTo>
                  <a:pt x="2421986" y="2146300"/>
                </a:lnTo>
                <a:lnTo>
                  <a:pt x="2469710" y="2171700"/>
                </a:lnTo>
                <a:lnTo>
                  <a:pt x="2621026" y="2209800"/>
                </a:lnTo>
                <a:lnTo>
                  <a:pt x="3369672" y="2209800"/>
                </a:lnTo>
                <a:lnTo>
                  <a:pt x="3318588" y="2197100"/>
                </a:lnTo>
                <a:lnTo>
                  <a:pt x="3166166" y="2197100"/>
                </a:lnTo>
                <a:lnTo>
                  <a:pt x="3115632" y="2184400"/>
                </a:lnTo>
                <a:lnTo>
                  <a:pt x="3065232" y="2184400"/>
                </a:lnTo>
                <a:lnTo>
                  <a:pt x="3014967" y="2171700"/>
                </a:lnTo>
                <a:lnTo>
                  <a:pt x="2964835" y="2171700"/>
                </a:lnTo>
                <a:lnTo>
                  <a:pt x="2914834" y="2159000"/>
                </a:lnTo>
                <a:lnTo>
                  <a:pt x="2864965" y="2159000"/>
                </a:lnTo>
                <a:lnTo>
                  <a:pt x="2666778" y="2108200"/>
                </a:lnTo>
                <a:lnTo>
                  <a:pt x="2617549" y="2108200"/>
                </a:lnTo>
                <a:lnTo>
                  <a:pt x="2519464" y="2082800"/>
                </a:lnTo>
                <a:lnTo>
                  <a:pt x="2470607" y="2057400"/>
                </a:lnTo>
                <a:lnTo>
                  <a:pt x="2276390" y="2006600"/>
                </a:lnTo>
                <a:lnTo>
                  <a:pt x="2228133" y="1981200"/>
                </a:lnTo>
                <a:lnTo>
                  <a:pt x="2131970" y="1955800"/>
                </a:lnTo>
                <a:lnTo>
                  <a:pt x="2085188" y="1930400"/>
                </a:lnTo>
                <a:lnTo>
                  <a:pt x="2038749" y="1917700"/>
                </a:lnTo>
                <a:lnTo>
                  <a:pt x="1992654" y="1892300"/>
                </a:lnTo>
                <a:lnTo>
                  <a:pt x="1946903" y="1879600"/>
                </a:lnTo>
                <a:lnTo>
                  <a:pt x="1811713" y="1803400"/>
                </a:lnTo>
                <a:lnTo>
                  <a:pt x="1767339" y="1790700"/>
                </a:lnTo>
                <a:lnTo>
                  <a:pt x="1593298" y="1689100"/>
                </a:lnTo>
                <a:lnTo>
                  <a:pt x="1466402" y="1612900"/>
                </a:lnTo>
                <a:lnTo>
                  <a:pt x="1383540" y="1562100"/>
                </a:lnTo>
                <a:lnTo>
                  <a:pt x="1342631" y="1524000"/>
                </a:lnTo>
                <a:lnTo>
                  <a:pt x="1261856" y="1473200"/>
                </a:lnTo>
                <a:lnTo>
                  <a:pt x="1221992" y="1435100"/>
                </a:lnTo>
                <a:lnTo>
                  <a:pt x="1182476" y="1409700"/>
                </a:lnTo>
                <a:lnTo>
                  <a:pt x="1143309" y="1371600"/>
                </a:lnTo>
                <a:lnTo>
                  <a:pt x="1103951" y="1346200"/>
                </a:lnTo>
                <a:lnTo>
                  <a:pt x="1065118" y="1308100"/>
                </a:lnTo>
                <a:lnTo>
                  <a:pt x="1026810" y="1282700"/>
                </a:lnTo>
                <a:lnTo>
                  <a:pt x="989030" y="1244600"/>
                </a:lnTo>
                <a:lnTo>
                  <a:pt x="951780" y="1206500"/>
                </a:lnTo>
                <a:lnTo>
                  <a:pt x="915060" y="1181100"/>
                </a:lnTo>
                <a:lnTo>
                  <a:pt x="878872" y="1143000"/>
                </a:lnTo>
                <a:lnTo>
                  <a:pt x="843218" y="1104900"/>
                </a:lnTo>
                <a:lnTo>
                  <a:pt x="808100" y="1066800"/>
                </a:lnTo>
                <a:lnTo>
                  <a:pt x="773518" y="1028700"/>
                </a:lnTo>
                <a:lnTo>
                  <a:pt x="739474" y="990600"/>
                </a:lnTo>
                <a:lnTo>
                  <a:pt x="705971" y="952500"/>
                </a:lnTo>
                <a:lnTo>
                  <a:pt x="673009" y="914400"/>
                </a:lnTo>
                <a:lnTo>
                  <a:pt x="640589" y="876300"/>
                </a:lnTo>
                <a:lnTo>
                  <a:pt x="608715" y="838200"/>
                </a:lnTo>
                <a:lnTo>
                  <a:pt x="577386" y="800100"/>
                </a:lnTo>
                <a:lnTo>
                  <a:pt x="546605" y="762000"/>
                </a:lnTo>
                <a:lnTo>
                  <a:pt x="516373" y="723900"/>
                </a:lnTo>
                <a:lnTo>
                  <a:pt x="486691" y="685800"/>
                </a:lnTo>
                <a:lnTo>
                  <a:pt x="457562" y="635000"/>
                </a:lnTo>
                <a:lnTo>
                  <a:pt x="428986" y="596900"/>
                </a:lnTo>
                <a:lnTo>
                  <a:pt x="400966" y="558800"/>
                </a:lnTo>
                <a:lnTo>
                  <a:pt x="373502" y="508000"/>
                </a:lnTo>
                <a:lnTo>
                  <a:pt x="346597" y="469900"/>
                </a:lnTo>
                <a:lnTo>
                  <a:pt x="320325" y="419100"/>
                </a:lnTo>
                <a:lnTo>
                  <a:pt x="294739" y="381000"/>
                </a:lnTo>
                <a:lnTo>
                  <a:pt x="269838" y="330200"/>
                </a:lnTo>
                <a:lnTo>
                  <a:pt x="245624" y="292100"/>
                </a:lnTo>
                <a:lnTo>
                  <a:pt x="222097" y="241300"/>
                </a:lnTo>
                <a:lnTo>
                  <a:pt x="199258" y="203200"/>
                </a:lnTo>
                <a:lnTo>
                  <a:pt x="177107" y="152400"/>
                </a:lnTo>
                <a:lnTo>
                  <a:pt x="155645" y="114300"/>
                </a:lnTo>
                <a:lnTo>
                  <a:pt x="134873" y="63500"/>
                </a:lnTo>
                <a:lnTo>
                  <a:pt x="114791" y="12700"/>
                </a:lnTo>
                <a:lnTo>
                  <a:pt x="107859" y="0"/>
                </a:lnTo>
                <a:close/>
              </a:path>
              <a:path w="5618480" h="2298700">
                <a:moveTo>
                  <a:pt x="3298151" y="1892300"/>
                </a:moveTo>
                <a:lnTo>
                  <a:pt x="3042881" y="1892300"/>
                </a:lnTo>
                <a:lnTo>
                  <a:pt x="3094231" y="1905000"/>
                </a:lnTo>
                <a:lnTo>
                  <a:pt x="3247391" y="1905000"/>
                </a:lnTo>
                <a:lnTo>
                  <a:pt x="3298151" y="1892300"/>
                </a:lnTo>
                <a:close/>
              </a:path>
              <a:path w="5618480" h="2298700">
                <a:moveTo>
                  <a:pt x="3499757" y="1879600"/>
                </a:moveTo>
                <a:lnTo>
                  <a:pt x="2787479" y="1879600"/>
                </a:lnTo>
                <a:lnTo>
                  <a:pt x="2838354" y="1892300"/>
                </a:lnTo>
                <a:lnTo>
                  <a:pt x="3449568" y="1892300"/>
                </a:lnTo>
                <a:lnTo>
                  <a:pt x="3499757" y="1879600"/>
                </a:lnTo>
                <a:close/>
              </a:path>
              <a:path w="5618480" h="2298700">
                <a:moveTo>
                  <a:pt x="3599718" y="1866900"/>
                </a:moveTo>
                <a:lnTo>
                  <a:pt x="2686056" y="1866900"/>
                </a:lnTo>
                <a:lnTo>
                  <a:pt x="2736712" y="1879600"/>
                </a:lnTo>
                <a:lnTo>
                  <a:pt x="3549806" y="1879600"/>
                </a:lnTo>
                <a:lnTo>
                  <a:pt x="3599718" y="1866900"/>
                </a:lnTo>
                <a:close/>
              </a:path>
              <a:path w="5618480" h="2298700">
                <a:moveTo>
                  <a:pt x="5618073" y="1"/>
                </a:moveTo>
                <a:lnTo>
                  <a:pt x="354528" y="0"/>
                </a:lnTo>
                <a:lnTo>
                  <a:pt x="368109" y="38100"/>
                </a:lnTo>
                <a:lnTo>
                  <a:pt x="386326" y="88900"/>
                </a:lnTo>
                <a:lnTo>
                  <a:pt x="405361" y="139700"/>
                </a:lnTo>
                <a:lnTo>
                  <a:pt x="425217" y="177800"/>
                </a:lnTo>
                <a:lnTo>
                  <a:pt x="445897" y="228600"/>
                </a:lnTo>
                <a:lnTo>
                  <a:pt x="467404" y="279400"/>
                </a:lnTo>
                <a:lnTo>
                  <a:pt x="489742" y="317500"/>
                </a:lnTo>
                <a:lnTo>
                  <a:pt x="512912" y="368300"/>
                </a:lnTo>
                <a:lnTo>
                  <a:pt x="536918" y="406400"/>
                </a:lnTo>
                <a:lnTo>
                  <a:pt x="561763" y="457200"/>
                </a:lnTo>
                <a:lnTo>
                  <a:pt x="587451" y="508000"/>
                </a:lnTo>
                <a:lnTo>
                  <a:pt x="613983" y="546100"/>
                </a:lnTo>
                <a:lnTo>
                  <a:pt x="641364" y="584200"/>
                </a:lnTo>
                <a:lnTo>
                  <a:pt x="669595" y="635000"/>
                </a:lnTo>
                <a:lnTo>
                  <a:pt x="698681" y="673100"/>
                </a:lnTo>
                <a:lnTo>
                  <a:pt x="727946" y="723900"/>
                </a:lnTo>
                <a:lnTo>
                  <a:pt x="757822" y="762000"/>
                </a:lnTo>
                <a:lnTo>
                  <a:pt x="788308" y="800100"/>
                </a:lnTo>
                <a:lnTo>
                  <a:pt x="819405" y="838200"/>
                </a:lnTo>
                <a:lnTo>
                  <a:pt x="851113" y="876300"/>
                </a:lnTo>
                <a:lnTo>
                  <a:pt x="883430" y="914400"/>
                </a:lnTo>
                <a:lnTo>
                  <a:pt x="916356" y="952500"/>
                </a:lnTo>
                <a:lnTo>
                  <a:pt x="949892" y="990600"/>
                </a:lnTo>
                <a:lnTo>
                  <a:pt x="984037" y="1028700"/>
                </a:lnTo>
                <a:lnTo>
                  <a:pt x="1018790" y="1066800"/>
                </a:lnTo>
                <a:lnTo>
                  <a:pt x="1054151" y="1092200"/>
                </a:lnTo>
                <a:lnTo>
                  <a:pt x="1090120" y="1130300"/>
                </a:lnTo>
                <a:lnTo>
                  <a:pt x="1126696" y="1168400"/>
                </a:lnTo>
                <a:lnTo>
                  <a:pt x="1163880" y="1193800"/>
                </a:lnTo>
                <a:lnTo>
                  <a:pt x="1201671" y="1231900"/>
                </a:lnTo>
                <a:lnTo>
                  <a:pt x="1240068" y="1257300"/>
                </a:lnTo>
                <a:lnTo>
                  <a:pt x="1279072" y="1295400"/>
                </a:lnTo>
                <a:lnTo>
                  <a:pt x="1358896" y="1346200"/>
                </a:lnTo>
                <a:lnTo>
                  <a:pt x="1399717" y="1384300"/>
                </a:lnTo>
                <a:lnTo>
                  <a:pt x="1483172" y="1435100"/>
                </a:lnTo>
                <a:lnTo>
                  <a:pt x="1569044" y="1485900"/>
                </a:lnTo>
                <a:lnTo>
                  <a:pt x="1657331" y="1536700"/>
                </a:lnTo>
                <a:lnTo>
                  <a:pt x="1796851" y="1612900"/>
                </a:lnTo>
                <a:lnTo>
                  <a:pt x="1843997" y="1625600"/>
                </a:lnTo>
                <a:lnTo>
                  <a:pt x="1939231" y="1676400"/>
                </a:lnTo>
                <a:lnTo>
                  <a:pt x="1987315" y="1689100"/>
                </a:lnTo>
                <a:lnTo>
                  <a:pt x="2035705" y="1714500"/>
                </a:lnTo>
                <a:lnTo>
                  <a:pt x="2133397" y="1739900"/>
                </a:lnTo>
                <a:lnTo>
                  <a:pt x="2182694" y="1765300"/>
                </a:lnTo>
                <a:lnTo>
                  <a:pt x="2484606" y="1841500"/>
                </a:lnTo>
                <a:lnTo>
                  <a:pt x="2534787" y="1841500"/>
                </a:lnTo>
                <a:lnTo>
                  <a:pt x="2635515" y="1866900"/>
                </a:lnTo>
                <a:lnTo>
                  <a:pt x="3649492" y="1866900"/>
                </a:lnTo>
                <a:lnTo>
                  <a:pt x="3699131" y="1854200"/>
                </a:lnTo>
                <a:lnTo>
                  <a:pt x="3748636" y="1854200"/>
                </a:lnTo>
                <a:lnTo>
                  <a:pt x="3896356" y="1816100"/>
                </a:lnTo>
                <a:lnTo>
                  <a:pt x="3945336" y="1816100"/>
                </a:lnTo>
                <a:lnTo>
                  <a:pt x="4236571" y="1739900"/>
                </a:lnTo>
                <a:lnTo>
                  <a:pt x="4284682" y="1714500"/>
                </a:lnTo>
                <a:lnTo>
                  <a:pt x="4428304" y="1676400"/>
                </a:lnTo>
                <a:lnTo>
                  <a:pt x="4475946" y="1651000"/>
                </a:lnTo>
                <a:lnTo>
                  <a:pt x="4523474" y="1638300"/>
                </a:lnTo>
                <a:lnTo>
                  <a:pt x="4570889" y="1612900"/>
                </a:lnTo>
                <a:lnTo>
                  <a:pt x="4618192" y="1600200"/>
                </a:lnTo>
                <a:lnTo>
                  <a:pt x="4665386" y="1574800"/>
                </a:lnTo>
                <a:lnTo>
                  <a:pt x="4713112" y="1562100"/>
                </a:lnTo>
                <a:lnTo>
                  <a:pt x="4807611" y="1511300"/>
                </a:lnTo>
                <a:lnTo>
                  <a:pt x="4854384" y="1498600"/>
                </a:lnTo>
                <a:lnTo>
                  <a:pt x="5083521" y="1371600"/>
                </a:lnTo>
                <a:lnTo>
                  <a:pt x="5261187" y="1270000"/>
                </a:lnTo>
                <a:lnTo>
                  <a:pt x="5348153" y="1219200"/>
                </a:lnTo>
                <a:lnTo>
                  <a:pt x="5391171" y="1181100"/>
                </a:lnTo>
                <a:lnTo>
                  <a:pt x="5476281" y="1130300"/>
                </a:lnTo>
                <a:lnTo>
                  <a:pt x="5518373" y="1092200"/>
                </a:lnTo>
                <a:lnTo>
                  <a:pt x="5601638" y="1041400"/>
                </a:lnTo>
                <a:lnTo>
                  <a:pt x="5618073" y="1028700"/>
                </a:lnTo>
                <a:lnTo>
                  <a:pt x="5618073" y="1"/>
                </a:lnTo>
                <a:close/>
              </a:path>
            </a:pathLst>
          </a:custGeom>
          <a:solidFill>
            <a:srgbClr val="F5F6F7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799925"/>
            <a:ext cx="5810783" cy="5498796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6634988" y="4741926"/>
            <a:ext cx="5018405" cy="909319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800" spc="705"/>
              <a:t>THANK</a:t>
            </a:r>
            <a:r>
              <a:rPr dirty="0" sz="5800" spc="360"/>
              <a:t> </a:t>
            </a:r>
            <a:r>
              <a:rPr dirty="0" sz="5800" spc="475"/>
              <a:t>YOU</a:t>
            </a:r>
            <a:endParaRPr sz="5800"/>
          </a:p>
        </p:txBody>
      </p:sp>
      <p:sp>
        <p:nvSpPr>
          <p:cNvPr id="7" name="object 7"/>
          <p:cNvSpPr txBox="1"/>
          <p:nvPr/>
        </p:nvSpPr>
        <p:spPr>
          <a:xfrm>
            <a:off x="8375395" y="5916548"/>
            <a:ext cx="15386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0">
                <a:latin typeface="Roboto"/>
                <a:cs typeface="Roboto"/>
              </a:rPr>
              <a:t>Questions?</a:t>
            </a:r>
            <a:endParaRPr sz="2400">
              <a:latin typeface="Roboto"/>
              <a:cs typeface="Robo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86650" y="6654165"/>
            <a:ext cx="3317240" cy="10560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Roboto"/>
                <a:cs typeface="Roboto"/>
              </a:rPr>
              <a:t>Alarm</a:t>
            </a:r>
            <a:r>
              <a:rPr dirty="0" sz="1600" spc="20" b="1">
                <a:latin typeface="Roboto"/>
                <a:cs typeface="Roboto"/>
              </a:rPr>
              <a:t> </a:t>
            </a:r>
            <a:r>
              <a:rPr dirty="0" sz="1600" b="1">
                <a:latin typeface="Roboto"/>
                <a:cs typeface="Roboto"/>
              </a:rPr>
              <a:t>Clock</a:t>
            </a:r>
            <a:r>
              <a:rPr dirty="0" sz="1600" spc="15" b="1">
                <a:latin typeface="Roboto"/>
                <a:cs typeface="Roboto"/>
              </a:rPr>
              <a:t> </a:t>
            </a:r>
            <a:r>
              <a:rPr dirty="0" sz="1600" b="1">
                <a:latin typeface="Roboto"/>
                <a:cs typeface="Roboto"/>
              </a:rPr>
              <a:t>—</a:t>
            </a:r>
            <a:r>
              <a:rPr dirty="0" sz="1600" spc="-5" b="1">
                <a:latin typeface="Roboto"/>
                <a:cs typeface="Roboto"/>
              </a:rPr>
              <a:t> </a:t>
            </a:r>
            <a:r>
              <a:rPr dirty="0" sz="1600" b="1">
                <a:latin typeface="Roboto"/>
                <a:cs typeface="Roboto"/>
              </a:rPr>
              <a:t>Team</a:t>
            </a:r>
            <a:r>
              <a:rPr dirty="0" sz="1600" spc="10" b="1">
                <a:latin typeface="Roboto"/>
                <a:cs typeface="Roboto"/>
              </a:rPr>
              <a:t> </a:t>
            </a:r>
            <a:r>
              <a:rPr dirty="0" sz="1600" b="1">
                <a:latin typeface="Roboto"/>
                <a:cs typeface="Roboto"/>
              </a:rPr>
              <a:t>16</a:t>
            </a:r>
            <a:r>
              <a:rPr dirty="0" sz="1600" spc="385" b="1">
                <a:latin typeface="Roboto"/>
                <a:cs typeface="Roboto"/>
              </a:rPr>
              <a:t> </a:t>
            </a:r>
            <a:r>
              <a:rPr dirty="0" sz="1600" b="1">
                <a:latin typeface="Roboto"/>
                <a:cs typeface="Roboto"/>
              </a:rPr>
              <a:t>|</a:t>
            </a:r>
            <a:r>
              <a:rPr dirty="0" sz="1600" spc="385" b="1">
                <a:latin typeface="Roboto"/>
                <a:cs typeface="Roboto"/>
              </a:rPr>
              <a:t> </a:t>
            </a:r>
            <a:r>
              <a:rPr dirty="0" sz="1600" b="1">
                <a:latin typeface="Roboto"/>
                <a:cs typeface="Roboto"/>
              </a:rPr>
              <a:t>Section</a:t>
            </a:r>
            <a:r>
              <a:rPr dirty="0" sz="1600" spc="5" b="1">
                <a:latin typeface="Roboto"/>
                <a:cs typeface="Roboto"/>
              </a:rPr>
              <a:t> </a:t>
            </a:r>
            <a:r>
              <a:rPr dirty="0" sz="1600" spc="-60" b="1">
                <a:latin typeface="Roboto"/>
                <a:cs typeface="Roboto"/>
              </a:rPr>
              <a:t>6</a:t>
            </a:r>
            <a:endParaRPr sz="1600">
              <a:latin typeface="Roboto"/>
              <a:cs typeface="Roboto"/>
            </a:endParaRPr>
          </a:p>
          <a:p>
            <a:pPr algn="just" marL="274320" marR="267335" indent="15240">
              <a:lnSpc>
                <a:spcPct val="100000"/>
              </a:lnSpc>
              <a:spcBef>
                <a:spcPts val="1695"/>
              </a:spcBef>
            </a:pPr>
            <a:r>
              <a:rPr dirty="0" sz="1250" spc="-10">
                <a:latin typeface="Roboto"/>
                <a:cs typeface="Roboto"/>
              </a:rPr>
              <a:t>Monisha</a:t>
            </a:r>
            <a:r>
              <a:rPr dirty="0" sz="1250" spc="-40">
                <a:latin typeface="Roboto"/>
                <a:cs typeface="Roboto"/>
              </a:rPr>
              <a:t> </a:t>
            </a:r>
            <a:r>
              <a:rPr dirty="0" sz="1250" spc="-20">
                <a:latin typeface="Roboto"/>
                <a:cs typeface="Roboto"/>
              </a:rPr>
              <a:t>Raghini</a:t>
            </a:r>
            <a:r>
              <a:rPr dirty="0" sz="1250" spc="-35">
                <a:latin typeface="Roboto"/>
                <a:cs typeface="Roboto"/>
              </a:rPr>
              <a:t> </a:t>
            </a:r>
            <a:r>
              <a:rPr dirty="0" sz="1250">
                <a:latin typeface="Roboto"/>
                <a:cs typeface="Roboto"/>
              </a:rPr>
              <a:t>Chelle</a:t>
            </a:r>
            <a:r>
              <a:rPr dirty="0" sz="1250" spc="-35">
                <a:latin typeface="Roboto"/>
                <a:cs typeface="Roboto"/>
              </a:rPr>
              <a:t> </a:t>
            </a:r>
            <a:r>
              <a:rPr dirty="0" sz="1250">
                <a:latin typeface="Roboto"/>
                <a:cs typeface="Roboto"/>
              </a:rPr>
              <a:t>—</a:t>
            </a:r>
            <a:r>
              <a:rPr dirty="0" sz="1250" spc="-30">
                <a:latin typeface="Roboto"/>
                <a:cs typeface="Roboto"/>
              </a:rPr>
              <a:t> </a:t>
            </a:r>
            <a:r>
              <a:rPr dirty="0" sz="1250" spc="-10">
                <a:latin typeface="Roboto"/>
                <a:cs typeface="Roboto"/>
              </a:rPr>
              <a:t>2520030537 Shaik</a:t>
            </a:r>
            <a:r>
              <a:rPr dirty="0" sz="1250" spc="-60">
                <a:latin typeface="Roboto"/>
                <a:cs typeface="Roboto"/>
              </a:rPr>
              <a:t> </a:t>
            </a:r>
            <a:r>
              <a:rPr dirty="0" sz="1250" spc="-20">
                <a:latin typeface="Roboto"/>
                <a:cs typeface="Roboto"/>
              </a:rPr>
              <a:t>Sabiya</a:t>
            </a:r>
            <a:r>
              <a:rPr dirty="0" sz="1250" spc="-55">
                <a:latin typeface="Roboto"/>
                <a:cs typeface="Roboto"/>
              </a:rPr>
              <a:t> </a:t>
            </a:r>
            <a:r>
              <a:rPr dirty="0" sz="1250">
                <a:latin typeface="Roboto"/>
                <a:cs typeface="Roboto"/>
              </a:rPr>
              <a:t>Tabassum</a:t>
            </a:r>
            <a:r>
              <a:rPr dirty="0" sz="1250" spc="-30">
                <a:latin typeface="Roboto"/>
                <a:cs typeface="Roboto"/>
              </a:rPr>
              <a:t> </a:t>
            </a:r>
            <a:r>
              <a:rPr dirty="0" sz="1250">
                <a:latin typeface="Roboto"/>
                <a:cs typeface="Roboto"/>
              </a:rPr>
              <a:t>—</a:t>
            </a:r>
            <a:r>
              <a:rPr dirty="0" sz="1250" spc="-50">
                <a:latin typeface="Roboto"/>
                <a:cs typeface="Roboto"/>
              </a:rPr>
              <a:t> </a:t>
            </a:r>
            <a:r>
              <a:rPr dirty="0" sz="1250" spc="-10">
                <a:latin typeface="Roboto"/>
                <a:cs typeface="Roboto"/>
              </a:rPr>
              <a:t>2520030502 Kolipaka</a:t>
            </a:r>
            <a:r>
              <a:rPr dirty="0" sz="1250" spc="-35">
                <a:latin typeface="Roboto"/>
                <a:cs typeface="Roboto"/>
              </a:rPr>
              <a:t> </a:t>
            </a:r>
            <a:r>
              <a:rPr dirty="0" sz="1250">
                <a:latin typeface="Roboto"/>
                <a:cs typeface="Roboto"/>
              </a:rPr>
              <a:t>Siri</a:t>
            </a:r>
            <a:r>
              <a:rPr dirty="0" sz="1250" spc="-45">
                <a:latin typeface="Roboto"/>
                <a:cs typeface="Roboto"/>
              </a:rPr>
              <a:t> </a:t>
            </a:r>
            <a:r>
              <a:rPr dirty="0" sz="1250" spc="-20">
                <a:latin typeface="Roboto"/>
                <a:cs typeface="Roboto"/>
              </a:rPr>
              <a:t>Chandana</a:t>
            </a:r>
            <a:r>
              <a:rPr dirty="0" sz="1250" spc="-45">
                <a:latin typeface="Roboto"/>
                <a:cs typeface="Roboto"/>
              </a:rPr>
              <a:t> </a:t>
            </a:r>
            <a:r>
              <a:rPr dirty="0" sz="1250">
                <a:latin typeface="Roboto"/>
                <a:cs typeface="Roboto"/>
              </a:rPr>
              <a:t>—</a:t>
            </a:r>
            <a:r>
              <a:rPr dirty="0" sz="1250" spc="-45">
                <a:latin typeface="Roboto"/>
                <a:cs typeface="Roboto"/>
              </a:rPr>
              <a:t> </a:t>
            </a:r>
            <a:r>
              <a:rPr dirty="0" sz="1250" spc="-10">
                <a:latin typeface="Roboto"/>
                <a:cs typeface="Roboto"/>
              </a:rPr>
              <a:t>2520030453</a:t>
            </a:r>
            <a:endParaRPr sz="1250">
              <a:latin typeface="Roboto"/>
              <a:cs typeface="Roboto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2647669" y="5841997"/>
            <a:ext cx="5640705" cy="4445000"/>
          </a:xfrm>
          <a:custGeom>
            <a:avLst/>
            <a:gdLst/>
            <a:ahLst/>
            <a:cxnLst/>
            <a:rect l="l" t="t" r="r" b="b"/>
            <a:pathLst>
              <a:path w="5640705" h="4445000">
                <a:moveTo>
                  <a:pt x="5191001" y="25400"/>
                </a:moveTo>
                <a:lnTo>
                  <a:pt x="4221711" y="25399"/>
                </a:lnTo>
                <a:lnTo>
                  <a:pt x="4170677" y="38099"/>
                </a:lnTo>
                <a:lnTo>
                  <a:pt x="4119694" y="38099"/>
                </a:lnTo>
                <a:lnTo>
                  <a:pt x="3967070" y="76199"/>
                </a:lnTo>
                <a:lnTo>
                  <a:pt x="3916557" y="76199"/>
                </a:lnTo>
                <a:lnTo>
                  <a:pt x="3667694" y="139699"/>
                </a:lnTo>
                <a:lnTo>
                  <a:pt x="3618647" y="165099"/>
                </a:lnTo>
                <a:lnTo>
                  <a:pt x="3472916" y="203199"/>
                </a:lnTo>
                <a:lnTo>
                  <a:pt x="3424803" y="228599"/>
                </a:lnTo>
                <a:lnTo>
                  <a:pt x="3329259" y="253999"/>
                </a:lnTo>
                <a:lnTo>
                  <a:pt x="3281824" y="279399"/>
                </a:lnTo>
                <a:lnTo>
                  <a:pt x="3234610" y="292099"/>
                </a:lnTo>
                <a:lnTo>
                  <a:pt x="3187616" y="317499"/>
                </a:lnTo>
                <a:lnTo>
                  <a:pt x="3140839" y="330199"/>
                </a:lnTo>
                <a:lnTo>
                  <a:pt x="3047930" y="380999"/>
                </a:lnTo>
                <a:lnTo>
                  <a:pt x="3001792" y="393699"/>
                </a:lnTo>
                <a:lnTo>
                  <a:pt x="2684558" y="571499"/>
                </a:lnTo>
                <a:lnTo>
                  <a:pt x="2560221" y="647699"/>
                </a:lnTo>
                <a:lnTo>
                  <a:pt x="2517932" y="660399"/>
                </a:lnTo>
                <a:lnTo>
                  <a:pt x="2474262" y="685799"/>
                </a:lnTo>
                <a:lnTo>
                  <a:pt x="2428637" y="711199"/>
                </a:lnTo>
                <a:lnTo>
                  <a:pt x="2331035" y="736599"/>
                </a:lnTo>
                <a:lnTo>
                  <a:pt x="2234792" y="787399"/>
                </a:lnTo>
                <a:lnTo>
                  <a:pt x="2187174" y="800099"/>
                </a:lnTo>
                <a:lnTo>
                  <a:pt x="2092934" y="850899"/>
                </a:lnTo>
                <a:lnTo>
                  <a:pt x="2046308" y="863599"/>
                </a:lnTo>
                <a:lnTo>
                  <a:pt x="1908378" y="939799"/>
                </a:lnTo>
                <a:lnTo>
                  <a:pt x="1684852" y="1066799"/>
                </a:lnTo>
                <a:lnTo>
                  <a:pt x="1641133" y="1104899"/>
                </a:lnTo>
                <a:lnTo>
                  <a:pt x="1555045" y="1155699"/>
                </a:lnTo>
                <a:lnTo>
                  <a:pt x="1512678" y="1193799"/>
                </a:lnTo>
                <a:lnTo>
                  <a:pt x="1470763" y="1219199"/>
                </a:lnTo>
                <a:lnTo>
                  <a:pt x="1429300" y="1257299"/>
                </a:lnTo>
                <a:lnTo>
                  <a:pt x="1388291" y="1282699"/>
                </a:lnTo>
                <a:lnTo>
                  <a:pt x="1347736" y="1320799"/>
                </a:lnTo>
                <a:lnTo>
                  <a:pt x="1307635" y="1346199"/>
                </a:lnTo>
                <a:lnTo>
                  <a:pt x="1267990" y="1384299"/>
                </a:lnTo>
                <a:lnTo>
                  <a:pt x="1228800" y="1409699"/>
                </a:lnTo>
                <a:lnTo>
                  <a:pt x="1190067" y="1447799"/>
                </a:lnTo>
                <a:lnTo>
                  <a:pt x="1151791" y="1485899"/>
                </a:lnTo>
                <a:lnTo>
                  <a:pt x="1113972" y="1523999"/>
                </a:lnTo>
                <a:lnTo>
                  <a:pt x="1076611" y="1562099"/>
                </a:lnTo>
                <a:lnTo>
                  <a:pt x="1039710" y="1587499"/>
                </a:lnTo>
                <a:lnTo>
                  <a:pt x="1003268" y="1625599"/>
                </a:lnTo>
                <a:lnTo>
                  <a:pt x="968181" y="1663699"/>
                </a:lnTo>
                <a:lnTo>
                  <a:pt x="933628" y="1701799"/>
                </a:lnTo>
                <a:lnTo>
                  <a:pt x="899613" y="1739899"/>
                </a:lnTo>
                <a:lnTo>
                  <a:pt x="866137" y="1777999"/>
                </a:lnTo>
                <a:lnTo>
                  <a:pt x="833201" y="1816099"/>
                </a:lnTo>
                <a:lnTo>
                  <a:pt x="800807" y="1854199"/>
                </a:lnTo>
                <a:lnTo>
                  <a:pt x="768957" y="1892299"/>
                </a:lnTo>
                <a:lnTo>
                  <a:pt x="737653" y="1943099"/>
                </a:lnTo>
                <a:lnTo>
                  <a:pt x="706897" y="1981199"/>
                </a:lnTo>
                <a:lnTo>
                  <a:pt x="676690" y="2019299"/>
                </a:lnTo>
                <a:lnTo>
                  <a:pt x="647035" y="2057399"/>
                </a:lnTo>
                <a:lnTo>
                  <a:pt x="617342" y="2108199"/>
                </a:lnTo>
                <a:lnTo>
                  <a:pt x="588328" y="2146299"/>
                </a:lnTo>
                <a:lnTo>
                  <a:pt x="559989" y="2184399"/>
                </a:lnTo>
                <a:lnTo>
                  <a:pt x="532325" y="2235199"/>
                </a:lnTo>
                <a:lnTo>
                  <a:pt x="505332" y="2273299"/>
                </a:lnTo>
                <a:lnTo>
                  <a:pt x="479011" y="2324099"/>
                </a:lnTo>
                <a:lnTo>
                  <a:pt x="453358" y="2362199"/>
                </a:lnTo>
                <a:lnTo>
                  <a:pt x="428373" y="2412999"/>
                </a:lnTo>
                <a:lnTo>
                  <a:pt x="404052" y="2463799"/>
                </a:lnTo>
                <a:lnTo>
                  <a:pt x="380395" y="2501899"/>
                </a:lnTo>
                <a:lnTo>
                  <a:pt x="357400" y="2552699"/>
                </a:lnTo>
                <a:lnTo>
                  <a:pt x="335065" y="2590799"/>
                </a:lnTo>
                <a:lnTo>
                  <a:pt x="313387" y="2641599"/>
                </a:lnTo>
                <a:lnTo>
                  <a:pt x="292366" y="2692399"/>
                </a:lnTo>
                <a:lnTo>
                  <a:pt x="272000" y="2743199"/>
                </a:lnTo>
                <a:lnTo>
                  <a:pt x="252286" y="2781299"/>
                </a:lnTo>
                <a:lnTo>
                  <a:pt x="233224" y="2832099"/>
                </a:lnTo>
                <a:lnTo>
                  <a:pt x="214810" y="2882899"/>
                </a:lnTo>
                <a:lnTo>
                  <a:pt x="197363" y="2933699"/>
                </a:lnTo>
                <a:lnTo>
                  <a:pt x="180663" y="2984499"/>
                </a:lnTo>
                <a:lnTo>
                  <a:pt x="164708" y="3022599"/>
                </a:lnTo>
                <a:lnTo>
                  <a:pt x="149498" y="3073399"/>
                </a:lnTo>
                <a:lnTo>
                  <a:pt x="135031" y="3124199"/>
                </a:lnTo>
                <a:lnTo>
                  <a:pt x="121305" y="3174999"/>
                </a:lnTo>
                <a:lnTo>
                  <a:pt x="108320" y="3225799"/>
                </a:lnTo>
                <a:lnTo>
                  <a:pt x="96074" y="3276599"/>
                </a:lnTo>
                <a:lnTo>
                  <a:pt x="84565" y="3327399"/>
                </a:lnTo>
                <a:lnTo>
                  <a:pt x="73793" y="3365499"/>
                </a:lnTo>
                <a:lnTo>
                  <a:pt x="63755" y="3416299"/>
                </a:lnTo>
                <a:lnTo>
                  <a:pt x="54451" y="3467099"/>
                </a:lnTo>
                <a:lnTo>
                  <a:pt x="45879" y="3517899"/>
                </a:lnTo>
                <a:lnTo>
                  <a:pt x="38038" y="3568699"/>
                </a:lnTo>
                <a:lnTo>
                  <a:pt x="30926" y="3619499"/>
                </a:lnTo>
                <a:lnTo>
                  <a:pt x="24542" y="3670299"/>
                </a:lnTo>
                <a:lnTo>
                  <a:pt x="18885" y="3721099"/>
                </a:lnTo>
                <a:lnTo>
                  <a:pt x="13954" y="3771899"/>
                </a:lnTo>
                <a:lnTo>
                  <a:pt x="9746" y="3822699"/>
                </a:lnTo>
                <a:lnTo>
                  <a:pt x="6261" y="3873499"/>
                </a:lnTo>
                <a:lnTo>
                  <a:pt x="3497" y="3924299"/>
                </a:lnTo>
                <a:lnTo>
                  <a:pt x="1521" y="3975099"/>
                </a:lnTo>
                <a:lnTo>
                  <a:pt x="289" y="4025899"/>
                </a:lnTo>
                <a:lnTo>
                  <a:pt x="0" y="4127499"/>
                </a:lnTo>
                <a:lnTo>
                  <a:pt x="910" y="4165599"/>
                </a:lnTo>
                <a:lnTo>
                  <a:pt x="2505" y="4216399"/>
                </a:lnTo>
                <a:lnTo>
                  <a:pt x="4767" y="4267199"/>
                </a:lnTo>
                <a:lnTo>
                  <a:pt x="7682" y="4317999"/>
                </a:lnTo>
                <a:lnTo>
                  <a:pt x="11108" y="4368799"/>
                </a:lnTo>
                <a:lnTo>
                  <a:pt x="15076" y="4419599"/>
                </a:lnTo>
                <a:lnTo>
                  <a:pt x="118353" y="4444999"/>
                </a:lnTo>
                <a:lnTo>
                  <a:pt x="113777" y="4406899"/>
                </a:lnTo>
                <a:lnTo>
                  <a:pt x="109482" y="4356099"/>
                </a:lnTo>
                <a:lnTo>
                  <a:pt x="105844" y="4305299"/>
                </a:lnTo>
                <a:lnTo>
                  <a:pt x="102792" y="4254499"/>
                </a:lnTo>
                <a:lnTo>
                  <a:pt x="100445" y="4216399"/>
                </a:lnTo>
                <a:lnTo>
                  <a:pt x="98810" y="4165599"/>
                </a:lnTo>
                <a:lnTo>
                  <a:pt x="97898" y="4114799"/>
                </a:lnTo>
                <a:lnTo>
                  <a:pt x="97808" y="4089399"/>
                </a:lnTo>
                <a:lnTo>
                  <a:pt x="97718" y="4063999"/>
                </a:lnTo>
                <a:lnTo>
                  <a:pt x="98278" y="4013199"/>
                </a:lnTo>
                <a:lnTo>
                  <a:pt x="99589" y="3962399"/>
                </a:lnTo>
                <a:lnTo>
                  <a:pt x="101658" y="3911599"/>
                </a:lnTo>
                <a:lnTo>
                  <a:pt x="104592" y="3860799"/>
                </a:lnTo>
                <a:lnTo>
                  <a:pt x="108289" y="3809999"/>
                </a:lnTo>
                <a:lnTo>
                  <a:pt x="112749" y="3759199"/>
                </a:lnTo>
                <a:lnTo>
                  <a:pt x="117968" y="3708399"/>
                </a:lnTo>
                <a:lnTo>
                  <a:pt x="123947" y="3670299"/>
                </a:lnTo>
                <a:lnTo>
                  <a:pt x="130682" y="3619499"/>
                </a:lnTo>
                <a:lnTo>
                  <a:pt x="138171" y="3568699"/>
                </a:lnTo>
                <a:lnTo>
                  <a:pt x="146414" y="3517899"/>
                </a:lnTo>
                <a:lnTo>
                  <a:pt x="155407" y="3467099"/>
                </a:lnTo>
                <a:lnTo>
                  <a:pt x="165149" y="3416299"/>
                </a:lnTo>
                <a:lnTo>
                  <a:pt x="175638" y="3365499"/>
                </a:lnTo>
                <a:lnTo>
                  <a:pt x="186873" y="3314699"/>
                </a:lnTo>
                <a:lnTo>
                  <a:pt x="198851" y="3263899"/>
                </a:lnTo>
                <a:lnTo>
                  <a:pt x="211570" y="3213099"/>
                </a:lnTo>
                <a:lnTo>
                  <a:pt x="225029" y="3174999"/>
                </a:lnTo>
                <a:lnTo>
                  <a:pt x="239225" y="3124199"/>
                </a:lnTo>
                <a:lnTo>
                  <a:pt x="254503" y="3073399"/>
                </a:lnTo>
                <a:lnTo>
                  <a:pt x="270483" y="3022599"/>
                </a:lnTo>
                <a:lnTo>
                  <a:pt x="287169" y="2971799"/>
                </a:lnTo>
                <a:lnTo>
                  <a:pt x="304565" y="2920999"/>
                </a:lnTo>
                <a:lnTo>
                  <a:pt x="322674" y="2870199"/>
                </a:lnTo>
                <a:lnTo>
                  <a:pt x="341498" y="2832099"/>
                </a:lnTo>
                <a:lnTo>
                  <a:pt x="361043" y="2781299"/>
                </a:lnTo>
                <a:lnTo>
                  <a:pt x="381310" y="2730499"/>
                </a:lnTo>
                <a:lnTo>
                  <a:pt x="402303" y="2679699"/>
                </a:lnTo>
                <a:lnTo>
                  <a:pt x="424026" y="2641599"/>
                </a:lnTo>
                <a:lnTo>
                  <a:pt x="446482" y="2590799"/>
                </a:lnTo>
                <a:lnTo>
                  <a:pt x="469674" y="2539999"/>
                </a:lnTo>
                <a:lnTo>
                  <a:pt x="493606" y="2501899"/>
                </a:lnTo>
                <a:lnTo>
                  <a:pt x="518270" y="2451099"/>
                </a:lnTo>
                <a:lnTo>
                  <a:pt x="543552" y="2412999"/>
                </a:lnTo>
                <a:lnTo>
                  <a:pt x="569454" y="2362199"/>
                </a:lnTo>
                <a:lnTo>
                  <a:pt x="595980" y="2324099"/>
                </a:lnTo>
                <a:lnTo>
                  <a:pt x="623132" y="2273299"/>
                </a:lnTo>
                <a:lnTo>
                  <a:pt x="650915" y="2235199"/>
                </a:lnTo>
                <a:lnTo>
                  <a:pt x="679330" y="2184399"/>
                </a:lnTo>
                <a:lnTo>
                  <a:pt x="708381" y="2146299"/>
                </a:lnTo>
                <a:lnTo>
                  <a:pt x="738071" y="2108199"/>
                </a:lnTo>
                <a:lnTo>
                  <a:pt x="768403" y="2057399"/>
                </a:lnTo>
                <a:lnTo>
                  <a:pt x="799381" y="2019299"/>
                </a:lnTo>
                <a:lnTo>
                  <a:pt x="831006" y="1981199"/>
                </a:lnTo>
                <a:lnTo>
                  <a:pt x="863284" y="1943099"/>
                </a:lnTo>
                <a:lnTo>
                  <a:pt x="896215" y="1892299"/>
                </a:lnTo>
                <a:lnTo>
                  <a:pt x="929805" y="1854199"/>
                </a:lnTo>
                <a:lnTo>
                  <a:pt x="963073" y="1816099"/>
                </a:lnTo>
                <a:lnTo>
                  <a:pt x="996793" y="1777999"/>
                </a:lnTo>
                <a:lnTo>
                  <a:pt x="1030967" y="1739899"/>
                </a:lnTo>
                <a:lnTo>
                  <a:pt x="1065595" y="1714499"/>
                </a:lnTo>
                <a:lnTo>
                  <a:pt x="1100678" y="1676399"/>
                </a:lnTo>
                <a:lnTo>
                  <a:pt x="1136214" y="1638299"/>
                </a:lnTo>
                <a:lnTo>
                  <a:pt x="1172205" y="1600199"/>
                </a:lnTo>
                <a:lnTo>
                  <a:pt x="1208652" y="1562099"/>
                </a:lnTo>
                <a:lnTo>
                  <a:pt x="1245553" y="1536699"/>
                </a:lnTo>
                <a:lnTo>
                  <a:pt x="1282911" y="1498599"/>
                </a:lnTo>
                <a:lnTo>
                  <a:pt x="1320725" y="1460499"/>
                </a:lnTo>
                <a:lnTo>
                  <a:pt x="1358995" y="1435099"/>
                </a:lnTo>
                <a:lnTo>
                  <a:pt x="1397721" y="1396999"/>
                </a:lnTo>
                <a:lnTo>
                  <a:pt x="1436905" y="1371599"/>
                </a:lnTo>
                <a:lnTo>
                  <a:pt x="1476546" y="1333499"/>
                </a:lnTo>
                <a:lnTo>
                  <a:pt x="1557202" y="1282699"/>
                </a:lnTo>
                <a:lnTo>
                  <a:pt x="1598218" y="1244599"/>
                </a:lnTo>
                <a:lnTo>
                  <a:pt x="1892535" y="1066799"/>
                </a:lnTo>
                <a:lnTo>
                  <a:pt x="2022981" y="990599"/>
                </a:lnTo>
                <a:lnTo>
                  <a:pt x="2067501" y="965199"/>
                </a:lnTo>
                <a:lnTo>
                  <a:pt x="2112623" y="952499"/>
                </a:lnTo>
                <a:lnTo>
                  <a:pt x="5640331" y="952500"/>
                </a:lnTo>
                <a:lnTo>
                  <a:pt x="5640331" y="939800"/>
                </a:lnTo>
                <a:lnTo>
                  <a:pt x="5610171" y="927100"/>
                </a:lnTo>
                <a:lnTo>
                  <a:pt x="5519940" y="876300"/>
                </a:lnTo>
                <a:lnTo>
                  <a:pt x="5474352" y="863600"/>
                </a:lnTo>
                <a:lnTo>
                  <a:pt x="5382233" y="812800"/>
                </a:lnTo>
                <a:lnTo>
                  <a:pt x="5335703" y="800100"/>
                </a:lnTo>
                <a:lnTo>
                  <a:pt x="5241705" y="749300"/>
                </a:lnTo>
                <a:lnTo>
                  <a:pt x="5194238" y="736600"/>
                </a:lnTo>
                <a:lnTo>
                  <a:pt x="5146459" y="711200"/>
                </a:lnTo>
                <a:lnTo>
                  <a:pt x="5003328" y="673100"/>
                </a:lnTo>
                <a:lnTo>
                  <a:pt x="4955571" y="647700"/>
                </a:lnTo>
                <a:lnTo>
                  <a:pt x="4567945" y="546099"/>
                </a:lnTo>
                <a:lnTo>
                  <a:pt x="2934084" y="546099"/>
                </a:lnTo>
                <a:lnTo>
                  <a:pt x="3024729" y="495299"/>
                </a:lnTo>
                <a:lnTo>
                  <a:pt x="3070326" y="482599"/>
                </a:lnTo>
                <a:lnTo>
                  <a:pt x="3162073" y="431799"/>
                </a:lnTo>
                <a:lnTo>
                  <a:pt x="3208227" y="419099"/>
                </a:lnTo>
                <a:lnTo>
                  <a:pt x="3254571" y="393699"/>
                </a:lnTo>
                <a:lnTo>
                  <a:pt x="3301104" y="380999"/>
                </a:lnTo>
                <a:lnTo>
                  <a:pt x="3347830" y="355599"/>
                </a:lnTo>
                <a:lnTo>
                  <a:pt x="3394749" y="342899"/>
                </a:lnTo>
                <a:lnTo>
                  <a:pt x="3441864" y="317499"/>
                </a:lnTo>
                <a:lnTo>
                  <a:pt x="3584392" y="279399"/>
                </a:lnTo>
                <a:lnTo>
                  <a:pt x="3632302" y="253999"/>
                </a:lnTo>
                <a:lnTo>
                  <a:pt x="3924066" y="177799"/>
                </a:lnTo>
                <a:lnTo>
                  <a:pt x="3973425" y="177799"/>
                </a:lnTo>
                <a:lnTo>
                  <a:pt x="4122788" y="139699"/>
                </a:lnTo>
                <a:lnTo>
                  <a:pt x="4172845" y="139699"/>
                </a:lnTo>
                <a:lnTo>
                  <a:pt x="4222943" y="126999"/>
                </a:lnTo>
                <a:lnTo>
                  <a:pt x="4273081" y="126999"/>
                </a:lnTo>
                <a:lnTo>
                  <a:pt x="4323256" y="114299"/>
                </a:lnTo>
                <a:lnTo>
                  <a:pt x="4373467" y="114299"/>
                </a:lnTo>
                <a:lnTo>
                  <a:pt x="4423712" y="101599"/>
                </a:lnTo>
                <a:lnTo>
                  <a:pt x="4574636" y="101600"/>
                </a:lnTo>
                <a:lnTo>
                  <a:pt x="4625001" y="88900"/>
                </a:lnTo>
                <a:lnTo>
                  <a:pt x="5486382" y="88900"/>
                </a:lnTo>
                <a:lnTo>
                  <a:pt x="5339507" y="50800"/>
                </a:lnTo>
                <a:lnTo>
                  <a:pt x="5290183" y="50800"/>
                </a:lnTo>
                <a:lnTo>
                  <a:pt x="5191001" y="25400"/>
                </a:lnTo>
                <a:close/>
              </a:path>
              <a:path w="5640705" h="4445000">
                <a:moveTo>
                  <a:pt x="5640331" y="952500"/>
                </a:moveTo>
                <a:lnTo>
                  <a:pt x="2120398" y="952499"/>
                </a:lnTo>
                <a:lnTo>
                  <a:pt x="2082011" y="990599"/>
                </a:lnTo>
                <a:lnTo>
                  <a:pt x="2043433" y="1015999"/>
                </a:lnTo>
                <a:lnTo>
                  <a:pt x="1966285" y="1092199"/>
                </a:lnTo>
                <a:lnTo>
                  <a:pt x="1928008" y="1117599"/>
                </a:lnTo>
                <a:lnTo>
                  <a:pt x="1890123" y="1155699"/>
                </a:lnTo>
                <a:lnTo>
                  <a:pt x="1852778" y="1193799"/>
                </a:lnTo>
                <a:lnTo>
                  <a:pt x="1816348" y="1219199"/>
                </a:lnTo>
                <a:lnTo>
                  <a:pt x="1780304" y="1257299"/>
                </a:lnTo>
                <a:lnTo>
                  <a:pt x="1744649" y="1295399"/>
                </a:lnTo>
                <a:lnTo>
                  <a:pt x="1709385" y="1333499"/>
                </a:lnTo>
                <a:lnTo>
                  <a:pt x="1674515" y="1371599"/>
                </a:lnTo>
                <a:lnTo>
                  <a:pt x="1640040" y="1396999"/>
                </a:lnTo>
                <a:lnTo>
                  <a:pt x="1605963" y="1435099"/>
                </a:lnTo>
                <a:lnTo>
                  <a:pt x="1572287" y="1473199"/>
                </a:lnTo>
                <a:lnTo>
                  <a:pt x="1539013" y="1511299"/>
                </a:lnTo>
                <a:lnTo>
                  <a:pt x="1506144" y="1549399"/>
                </a:lnTo>
                <a:lnTo>
                  <a:pt x="1473683" y="1587499"/>
                </a:lnTo>
                <a:lnTo>
                  <a:pt x="1441632" y="1625599"/>
                </a:lnTo>
                <a:lnTo>
                  <a:pt x="1409992" y="1663699"/>
                </a:lnTo>
                <a:lnTo>
                  <a:pt x="1378767" y="1701799"/>
                </a:lnTo>
                <a:lnTo>
                  <a:pt x="1347958" y="1739899"/>
                </a:lnTo>
                <a:lnTo>
                  <a:pt x="1317568" y="1777999"/>
                </a:lnTo>
                <a:lnTo>
                  <a:pt x="1287600" y="1828799"/>
                </a:lnTo>
                <a:lnTo>
                  <a:pt x="1258055" y="1866899"/>
                </a:lnTo>
                <a:lnTo>
                  <a:pt x="1228937" y="1904999"/>
                </a:lnTo>
                <a:lnTo>
                  <a:pt x="1200246" y="1943099"/>
                </a:lnTo>
                <a:lnTo>
                  <a:pt x="1171987" y="1981199"/>
                </a:lnTo>
                <a:lnTo>
                  <a:pt x="1144160" y="2031999"/>
                </a:lnTo>
                <a:lnTo>
                  <a:pt x="1089554" y="2108199"/>
                </a:lnTo>
                <a:lnTo>
                  <a:pt x="1062824" y="2158999"/>
                </a:lnTo>
                <a:lnTo>
                  <a:pt x="1036583" y="2197099"/>
                </a:lnTo>
                <a:lnTo>
                  <a:pt x="1010832" y="2247899"/>
                </a:lnTo>
                <a:lnTo>
                  <a:pt x="985575" y="2285999"/>
                </a:lnTo>
                <a:lnTo>
                  <a:pt x="960814" y="2336799"/>
                </a:lnTo>
                <a:lnTo>
                  <a:pt x="936553" y="2374899"/>
                </a:lnTo>
                <a:lnTo>
                  <a:pt x="912793" y="2425699"/>
                </a:lnTo>
                <a:lnTo>
                  <a:pt x="889539" y="2463799"/>
                </a:lnTo>
                <a:lnTo>
                  <a:pt x="866792" y="2514599"/>
                </a:lnTo>
                <a:lnTo>
                  <a:pt x="844555" y="2552699"/>
                </a:lnTo>
                <a:lnTo>
                  <a:pt x="822831" y="2603499"/>
                </a:lnTo>
                <a:lnTo>
                  <a:pt x="801624" y="2641599"/>
                </a:lnTo>
                <a:lnTo>
                  <a:pt x="780935" y="2692399"/>
                </a:lnTo>
                <a:lnTo>
                  <a:pt x="760767" y="2743199"/>
                </a:lnTo>
                <a:lnTo>
                  <a:pt x="741124" y="2781299"/>
                </a:lnTo>
                <a:lnTo>
                  <a:pt x="722008" y="2832099"/>
                </a:lnTo>
                <a:lnTo>
                  <a:pt x="703422" y="2882899"/>
                </a:lnTo>
                <a:lnTo>
                  <a:pt x="685369" y="2920999"/>
                </a:lnTo>
                <a:lnTo>
                  <a:pt x="667851" y="2971799"/>
                </a:lnTo>
                <a:lnTo>
                  <a:pt x="650871" y="3022599"/>
                </a:lnTo>
                <a:lnTo>
                  <a:pt x="634448" y="3073399"/>
                </a:lnTo>
                <a:lnTo>
                  <a:pt x="618618" y="3124199"/>
                </a:lnTo>
                <a:lnTo>
                  <a:pt x="603383" y="3162299"/>
                </a:lnTo>
                <a:lnTo>
                  <a:pt x="588743" y="3213099"/>
                </a:lnTo>
                <a:lnTo>
                  <a:pt x="574699" y="3263899"/>
                </a:lnTo>
                <a:lnTo>
                  <a:pt x="561253" y="3314699"/>
                </a:lnTo>
                <a:lnTo>
                  <a:pt x="548405" y="3365499"/>
                </a:lnTo>
                <a:lnTo>
                  <a:pt x="536157" y="3416299"/>
                </a:lnTo>
                <a:lnTo>
                  <a:pt x="524508" y="3454399"/>
                </a:lnTo>
                <a:lnTo>
                  <a:pt x="513461" y="3505199"/>
                </a:lnTo>
                <a:lnTo>
                  <a:pt x="503017" y="3555999"/>
                </a:lnTo>
                <a:lnTo>
                  <a:pt x="493175" y="3606799"/>
                </a:lnTo>
                <a:lnTo>
                  <a:pt x="483938" y="3657599"/>
                </a:lnTo>
                <a:lnTo>
                  <a:pt x="475306" y="3708399"/>
                </a:lnTo>
                <a:lnTo>
                  <a:pt x="467280" y="3759199"/>
                </a:lnTo>
                <a:lnTo>
                  <a:pt x="460391" y="3809999"/>
                </a:lnTo>
                <a:lnTo>
                  <a:pt x="454316" y="3848099"/>
                </a:lnTo>
                <a:lnTo>
                  <a:pt x="448969" y="3898899"/>
                </a:lnTo>
                <a:lnTo>
                  <a:pt x="444264" y="3949699"/>
                </a:lnTo>
                <a:lnTo>
                  <a:pt x="440114" y="4000499"/>
                </a:lnTo>
                <a:lnTo>
                  <a:pt x="436435" y="4051299"/>
                </a:lnTo>
                <a:lnTo>
                  <a:pt x="433139" y="4089399"/>
                </a:lnTo>
                <a:lnTo>
                  <a:pt x="430141" y="4140199"/>
                </a:lnTo>
                <a:lnTo>
                  <a:pt x="427741" y="4190999"/>
                </a:lnTo>
                <a:lnTo>
                  <a:pt x="426438" y="4241799"/>
                </a:lnTo>
                <a:lnTo>
                  <a:pt x="426115" y="4292599"/>
                </a:lnTo>
                <a:lnTo>
                  <a:pt x="426652" y="4343399"/>
                </a:lnTo>
                <a:lnTo>
                  <a:pt x="427930" y="4394199"/>
                </a:lnTo>
                <a:lnTo>
                  <a:pt x="429830" y="4444999"/>
                </a:lnTo>
                <a:lnTo>
                  <a:pt x="5640331" y="4444999"/>
                </a:lnTo>
                <a:lnTo>
                  <a:pt x="5640331" y="952500"/>
                </a:lnTo>
                <a:close/>
              </a:path>
              <a:path w="5640705" h="4445000">
                <a:moveTo>
                  <a:pt x="4268727" y="495299"/>
                </a:moveTo>
                <a:lnTo>
                  <a:pt x="3257074" y="495299"/>
                </a:lnTo>
                <a:lnTo>
                  <a:pt x="3157129" y="520699"/>
                </a:lnTo>
                <a:lnTo>
                  <a:pt x="3107264" y="520699"/>
                </a:lnTo>
                <a:lnTo>
                  <a:pt x="3007733" y="546099"/>
                </a:lnTo>
                <a:lnTo>
                  <a:pt x="4567945" y="546099"/>
                </a:lnTo>
                <a:lnTo>
                  <a:pt x="4518807" y="533399"/>
                </a:lnTo>
                <a:lnTo>
                  <a:pt x="4469519" y="533399"/>
                </a:lnTo>
                <a:lnTo>
                  <a:pt x="4370498" y="507999"/>
                </a:lnTo>
                <a:lnTo>
                  <a:pt x="4319673" y="507999"/>
                </a:lnTo>
                <a:lnTo>
                  <a:pt x="4268727" y="495299"/>
                </a:lnTo>
                <a:close/>
              </a:path>
              <a:path w="5640705" h="4445000">
                <a:moveTo>
                  <a:pt x="4166523" y="482599"/>
                </a:moveTo>
                <a:lnTo>
                  <a:pt x="3407561" y="482599"/>
                </a:lnTo>
                <a:lnTo>
                  <a:pt x="3357319" y="495299"/>
                </a:lnTo>
                <a:lnTo>
                  <a:pt x="4217673" y="495299"/>
                </a:lnTo>
                <a:lnTo>
                  <a:pt x="4166523" y="482599"/>
                </a:lnTo>
                <a:close/>
              </a:path>
              <a:path w="5640705" h="4445000">
                <a:moveTo>
                  <a:pt x="3962198" y="469899"/>
                </a:moveTo>
                <a:lnTo>
                  <a:pt x="3558795" y="469899"/>
                </a:lnTo>
                <a:lnTo>
                  <a:pt x="3508297" y="482599"/>
                </a:lnTo>
                <a:lnTo>
                  <a:pt x="4012630" y="482599"/>
                </a:lnTo>
                <a:lnTo>
                  <a:pt x="3962198" y="469899"/>
                </a:lnTo>
                <a:close/>
              </a:path>
              <a:path w="5640705" h="4445000">
                <a:moveTo>
                  <a:pt x="5640331" y="127000"/>
                </a:moveTo>
                <a:lnTo>
                  <a:pt x="5178623" y="127000"/>
                </a:lnTo>
                <a:lnTo>
                  <a:pt x="5228249" y="139700"/>
                </a:lnTo>
                <a:lnTo>
                  <a:pt x="5277695" y="139700"/>
                </a:lnTo>
                <a:lnTo>
                  <a:pt x="5618588" y="228600"/>
                </a:lnTo>
                <a:lnTo>
                  <a:pt x="5640331" y="241300"/>
                </a:lnTo>
                <a:lnTo>
                  <a:pt x="5640331" y="127000"/>
                </a:lnTo>
                <a:close/>
              </a:path>
              <a:path w="5640705" h="4445000">
                <a:moveTo>
                  <a:pt x="5486382" y="88900"/>
                </a:moveTo>
                <a:lnTo>
                  <a:pt x="4725807" y="88900"/>
                </a:lnTo>
                <a:lnTo>
                  <a:pt x="4776245" y="101600"/>
                </a:lnTo>
                <a:lnTo>
                  <a:pt x="4978350" y="101600"/>
                </a:lnTo>
                <a:lnTo>
                  <a:pt x="5028679" y="114300"/>
                </a:lnTo>
                <a:lnTo>
                  <a:pt x="5078836" y="114300"/>
                </a:lnTo>
                <a:lnTo>
                  <a:pt x="5128817" y="127000"/>
                </a:lnTo>
                <a:lnTo>
                  <a:pt x="5631574" y="127000"/>
                </a:lnTo>
                <a:lnTo>
                  <a:pt x="5486382" y="88900"/>
                </a:lnTo>
                <a:close/>
              </a:path>
              <a:path w="5640705" h="4445000">
                <a:moveTo>
                  <a:pt x="5091118" y="12700"/>
                </a:moveTo>
                <a:lnTo>
                  <a:pt x="4323929" y="12699"/>
                </a:lnTo>
                <a:lnTo>
                  <a:pt x="4272795" y="25399"/>
                </a:lnTo>
                <a:lnTo>
                  <a:pt x="5141146" y="25400"/>
                </a:lnTo>
                <a:lnTo>
                  <a:pt x="5091118" y="12700"/>
                </a:lnTo>
                <a:close/>
              </a:path>
              <a:path w="5640705" h="4445000">
                <a:moveTo>
                  <a:pt x="4940016" y="0"/>
                </a:moveTo>
                <a:lnTo>
                  <a:pt x="4477615" y="0"/>
                </a:lnTo>
                <a:lnTo>
                  <a:pt x="4426340" y="12699"/>
                </a:lnTo>
                <a:lnTo>
                  <a:pt x="4990551" y="12700"/>
                </a:lnTo>
                <a:lnTo>
                  <a:pt x="4940016" y="0"/>
                </a:lnTo>
                <a:close/>
              </a:path>
            </a:pathLst>
          </a:custGeom>
          <a:solidFill>
            <a:srgbClr val="F5F6F7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Monisha Raghini Chelle</dc:creator>
  <dc:title>Black White and Blue Illustrated Time Management Presentation</dc:title>
  <dcterms:created xsi:type="dcterms:W3CDTF">2026-09-29T06:18:48Z</dcterms:created>
  <dcterms:modified xsi:type="dcterms:W3CDTF">2026-09-29T06:18:48Z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2026-09-21T00:00:00Z</vt:filetime>
  </property>
  <property fmtid="{D5CDD505-2E9C-101B-9397-08002B2CF9AE}" pid="4" name="Creator">
    <vt:lpwstr>Microsoft® PowerPoint® 2019</vt:lpwstr>
  </property>
  <property fmtid="{D5CDD505-2E9C-101B-9397-08002B2CF9AE}" pid="5" name="LastSaved">
    <vt:filetime>2026-09-29T00:00:00Z</vt:filetime>
  </property>
  <property fmtid="{D5CDD505-2E9C-101B-9397-08002B2CF9AE}" pid="6" name="Producer">
    <vt:lpwstr>Microsoft® PowerPoint® 2019</vt:lpwstr>
  </property>
</Properties>
</file>